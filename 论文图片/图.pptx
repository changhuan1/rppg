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5C4"/>
    <a:srgbClr val="D1373B"/>
    <a:srgbClr val="4B9F55"/>
    <a:srgbClr val="7B50B4"/>
    <a:srgbClr val="C68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6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76865-771B-4868-8E46-E10736F0E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F27C6B-DAB5-4D8B-8D21-E810363CD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552A5-72DB-4443-B281-14F4C401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DA9DC-13E9-47C4-A82F-869FCACC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B2077-EA9C-4919-B7FC-0AC2418B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71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F0224-1F85-4879-A829-55D2641C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C8184-9BED-4ED9-B5DC-B246E9E27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FB873-DA82-49F5-9B9C-B4F9E7FF1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E14CD1-A35F-4D2C-8B27-F8A4073D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3AC813-BAB2-41D2-87E9-250CF62E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44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CECCE-2CCE-478F-9A2A-3F0761FF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54DC5D-74ED-41D2-A11D-991DAED96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447BC-3372-409B-AC08-019F007C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EAFED2-6C6F-4AE9-A006-8C4F21CB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03D3A-014C-4720-8875-D99FB47D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69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D81D9-D4B9-42DB-A887-48EEE9F9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4F6C9-AA40-4356-A270-1D866EBD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AC82E6-B16A-4D5C-AC52-9970B702E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BC5D3-69AF-4BB5-AD7E-50571B9E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AB9716-7E14-438D-A1DC-BFDA216B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54FC31-B9CD-438D-8AEA-A920D176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7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C389D-109D-45AF-9B1A-AA367BD9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DAC419-C93D-4D93-B815-256926C5F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C5F9C8-3A79-43DC-B194-949D52F5A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F6AADE-E7FB-4AFE-94E9-C2500C740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006786-1458-4485-AB23-F505BD25C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C3A5A1-64FB-465A-A83E-9AF954C4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8B49BB-34D7-48FF-9415-036EDF80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77C207-505E-4B5B-BDDB-31EDC759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38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4E48E-AEC8-4BF6-B46A-F2F1A61B2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A6987C-DF15-4205-AB26-EB10859B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F3B011-C599-4631-B4FA-B52BFC75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1A9AAE-AA14-4F01-AB01-11C4668A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71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9FE3A6-260E-4CDA-B9AA-5D4FF425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43C7C4-F4EF-4F88-8583-94408399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6B580-1ED9-43B1-AAD8-8EC1E59F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74F87-75AB-4AB8-869F-D4D5C2B7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381A4-BDF0-4335-88D1-E04E20F79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6FBDA4-AFA6-4608-B228-B307878FB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C1071B-54CC-4173-A485-7F508B60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02EE00-4C0C-4F74-A4DE-0F6F6BEB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04F986-81CF-453D-8B34-C29C852D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13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FDCD7-9688-4D17-B856-67156970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AF9E31-C77D-4B3E-A01C-64D557828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788C3B-79D7-4A3A-88D6-F22BBC074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DC01C1-8F28-4A56-86F4-59A214AD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6F89BA-B55D-4E5C-930A-C484CB0C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396059-59D2-4E8C-B526-647F01DF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37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D05F0-D552-4104-A00A-4B2D732D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7F982E-02F5-4B68-A259-DFF330B4D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44162-58F0-4C3B-AF2B-0673DDFF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46459-91ED-4A9B-9D6F-24C390A6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30771-29FE-4C6E-BB21-70F663BD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05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AA594C-50AC-4E6D-B08C-A793A901C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ABBCAC-636A-47F6-8734-DF7F648A5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72670-C7FD-42CE-ACB8-25BED450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B605B-4348-43A5-B25F-93BBC65D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4DA13-A596-44D5-A54E-64B9DA29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85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A707CC-4180-495E-8452-1916D076B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CC8A08-4F06-45EE-B390-E3591B949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95212-7C63-458C-AE57-576FFBACF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C5F9F9-9B81-4F66-BC56-EAFC4C57C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B9441-854E-4CBE-A16E-5327EAE3B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组合 767">
            <a:extLst>
              <a:ext uri="{FF2B5EF4-FFF2-40B4-BE49-F238E27FC236}">
                <a16:creationId xmlns:a16="http://schemas.microsoft.com/office/drawing/2014/main" id="{02A29E30-B964-4DFE-841B-74F81567DCF7}"/>
              </a:ext>
            </a:extLst>
          </p:cNvPr>
          <p:cNvGrpSpPr/>
          <p:nvPr/>
        </p:nvGrpSpPr>
        <p:grpSpPr>
          <a:xfrm>
            <a:off x="656181" y="42308"/>
            <a:ext cx="11187289" cy="6790558"/>
            <a:chOff x="656181" y="42308"/>
            <a:chExt cx="11187289" cy="6790558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A096E475-3B79-455B-96E5-6D7C79BD69E8}"/>
                </a:ext>
              </a:extLst>
            </p:cNvPr>
            <p:cNvSpPr/>
            <p:nvPr/>
          </p:nvSpPr>
          <p:spPr>
            <a:xfrm>
              <a:off x="2636948" y="117897"/>
              <a:ext cx="4199289" cy="3565537"/>
            </a:xfrm>
            <a:custGeom>
              <a:avLst/>
              <a:gdLst>
                <a:gd name="connsiteX0" fmla="*/ 4016158 w 4199289"/>
                <a:gd name="connsiteY0" fmla="*/ 3565538 h 3565537"/>
                <a:gd name="connsiteX1" fmla="*/ 3992671 w 4199289"/>
                <a:gd name="connsiteY1" fmla="*/ 3565538 h 3565537"/>
                <a:gd name="connsiteX2" fmla="*/ 4121846 w 4199289"/>
                <a:gd name="connsiteY2" fmla="*/ 3119298 h 3565537"/>
                <a:gd name="connsiteX3" fmla="*/ 4176647 w 4199289"/>
                <a:gd name="connsiteY3" fmla="*/ 2547798 h 3565537"/>
                <a:gd name="connsiteX4" fmla="*/ 4102274 w 4199289"/>
                <a:gd name="connsiteY4" fmla="*/ 2395137 h 3565537"/>
                <a:gd name="connsiteX5" fmla="*/ 3961356 w 4199289"/>
                <a:gd name="connsiteY5" fmla="*/ 2410794 h 3565537"/>
                <a:gd name="connsiteX6" fmla="*/ 3886983 w 4199289"/>
                <a:gd name="connsiteY6" fmla="*/ 2492996 h 3565537"/>
                <a:gd name="connsiteX7" fmla="*/ 3773466 w 4199289"/>
                <a:gd name="connsiteY7" fmla="*/ 3565538 h 3565537"/>
                <a:gd name="connsiteX8" fmla="*/ 3749979 w 4199289"/>
                <a:gd name="connsiteY8" fmla="*/ 3565538 h 3565537"/>
                <a:gd name="connsiteX9" fmla="*/ 3843925 w 4199289"/>
                <a:gd name="connsiteY9" fmla="*/ 2696544 h 3565537"/>
                <a:gd name="connsiteX10" fmla="*/ 3886983 w 4199289"/>
                <a:gd name="connsiteY10" fmla="*/ 1835380 h 3565537"/>
                <a:gd name="connsiteX11" fmla="*/ 3789123 w 4199289"/>
                <a:gd name="connsiteY11" fmla="*/ 1216907 h 3565537"/>
                <a:gd name="connsiteX12" fmla="*/ 2567836 w 4199289"/>
                <a:gd name="connsiteY12" fmla="*/ 85650 h 3565537"/>
                <a:gd name="connsiteX13" fmla="*/ 1244774 w 4199289"/>
                <a:gd name="connsiteY13" fmla="*/ 93479 h 3565537"/>
                <a:gd name="connsiteX14" fmla="*/ 254435 w 4199289"/>
                <a:gd name="connsiteY14" fmla="*/ 692380 h 3565537"/>
                <a:gd name="connsiteX15" fmla="*/ 23486 w 4199289"/>
                <a:gd name="connsiteY15" fmla="*/ 1162106 h 3565537"/>
                <a:gd name="connsiteX16" fmla="*/ 0 w 4199289"/>
                <a:gd name="connsiteY16" fmla="*/ 1162106 h 3565537"/>
                <a:gd name="connsiteX17" fmla="*/ 900308 w 4199289"/>
                <a:gd name="connsiteY17" fmla="*/ 171767 h 3565537"/>
                <a:gd name="connsiteX18" fmla="*/ 1698842 w 4199289"/>
                <a:gd name="connsiteY18" fmla="*/ 7363 h 3565537"/>
                <a:gd name="connsiteX19" fmla="*/ 2779212 w 4199289"/>
                <a:gd name="connsiteY19" fmla="*/ 109137 h 3565537"/>
                <a:gd name="connsiteX20" fmla="*/ 3777380 w 4199289"/>
                <a:gd name="connsiteY20" fmla="*/ 1075990 h 3565537"/>
                <a:gd name="connsiteX21" fmla="*/ 3914384 w 4199289"/>
                <a:gd name="connsiteY21" fmla="*/ 1956726 h 3565537"/>
                <a:gd name="connsiteX22" fmla="*/ 3902640 w 4199289"/>
                <a:gd name="connsiteY22" fmla="*/ 2430366 h 3565537"/>
                <a:gd name="connsiteX23" fmla="*/ 4110103 w 4199289"/>
                <a:gd name="connsiteY23" fmla="*/ 2371651 h 3565537"/>
                <a:gd name="connsiteX24" fmla="*/ 4192305 w 4199289"/>
                <a:gd name="connsiteY24" fmla="*/ 2500825 h 3565537"/>
                <a:gd name="connsiteX25" fmla="*/ 4114017 w 4199289"/>
                <a:gd name="connsiteY25" fmla="*/ 3244558 h 3565537"/>
                <a:gd name="connsiteX26" fmla="*/ 4016158 w 4199289"/>
                <a:gd name="connsiteY26" fmla="*/ 3565538 h 356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99289" h="3565537">
                  <a:moveTo>
                    <a:pt x="4016158" y="3565538"/>
                  </a:moveTo>
                  <a:cubicBezTo>
                    <a:pt x="4008329" y="3565538"/>
                    <a:pt x="4000500" y="3565538"/>
                    <a:pt x="3992671" y="3565538"/>
                  </a:cubicBezTo>
                  <a:cubicBezTo>
                    <a:pt x="4039644" y="3418083"/>
                    <a:pt x="4082702" y="3269336"/>
                    <a:pt x="4121846" y="3119298"/>
                  </a:cubicBezTo>
                  <a:cubicBezTo>
                    <a:pt x="4167143" y="2931321"/>
                    <a:pt x="4185415" y="2740824"/>
                    <a:pt x="4176647" y="2547798"/>
                  </a:cubicBezTo>
                  <a:cubicBezTo>
                    <a:pt x="4171676" y="2486976"/>
                    <a:pt x="4146882" y="2436089"/>
                    <a:pt x="4102274" y="2395137"/>
                  </a:cubicBezTo>
                  <a:cubicBezTo>
                    <a:pt x="4052593" y="2376301"/>
                    <a:pt x="4005620" y="2381523"/>
                    <a:pt x="3961356" y="2410794"/>
                  </a:cubicBezTo>
                  <a:cubicBezTo>
                    <a:pt x="3933674" y="2435854"/>
                    <a:pt x="3908880" y="2463255"/>
                    <a:pt x="3886983" y="2492996"/>
                  </a:cubicBezTo>
                  <a:cubicBezTo>
                    <a:pt x="3859457" y="2851781"/>
                    <a:pt x="3821621" y="3209297"/>
                    <a:pt x="3773466" y="3565538"/>
                  </a:cubicBezTo>
                  <a:cubicBezTo>
                    <a:pt x="3765637" y="3565538"/>
                    <a:pt x="3757808" y="3565538"/>
                    <a:pt x="3749979" y="3565538"/>
                  </a:cubicBezTo>
                  <a:cubicBezTo>
                    <a:pt x="3790854" y="3276914"/>
                    <a:pt x="3822169" y="2987250"/>
                    <a:pt x="3843925" y="2696544"/>
                  </a:cubicBezTo>
                  <a:cubicBezTo>
                    <a:pt x="3877486" y="2410505"/>
                    <a:pt x="3891844" y="2123455"/>
                    <a:pt x="3886983" y="1835380"/>
                  </a:cubicBezTo>
                  <a:cubicBezTo>
                    <a:pt x="3874520" y="1624864"/>
                    <a:pt x="3841897" y="1418702"/>
                    <a:pt x="3789123" y="1216907"/>
                  </a:cubicBezTo>
                  <a:cubicBezTo>
                    <a:pt x="3619771" y="584394"/>
                    <a:pt x="3212676" y="207308"/>
                    <a:pt x="2567836" y="85650"/>
                  </a:cubicBezTo>
                  <a:cubicBezTo>
                    <a:pt x="2126238" y="4970"/>
                    <a:pt x="1685221" y="7580"/>
                    <a:pt x="1244774" y="93479"/>
                  </a:cubicBezTo>
                  <a:cubicBezTo>
                    <a:pt x="842908" y="176250"/>
                    <a:pt x="512792" y="375884"/>
                    <a:pt x="254435" y="692380"/>
                  </a:cubicBezTo>
                  <a:cubicBezTo>
                    <a:pt x="150315" y="835380"/>
                    <a:pt x="73332" y="991956"/>
                    <a:pt x="23486" y="1162106"/>
                  </a:cubicBezTo>
                  <a:cubicBezTo>
                    <a:pt x="15658" y="1162106"/>
                    <a:pt x="7829" y="1162106"/>
                    <a:pt x="0" y="1162106"/>
                  </a:cubicBezTo>
                  <a:cubicBezTo>
                    <a:pt x="142340" y="689609"/>
                    <a:pt x="442443" y="359494"/>
                    <a:pt x="900308" y="171767"/>
                  </a:cubicBezTo>
                  <a:cubicBezTo>
                    <a:pt x="1157444" y="74880"/>
                    <a:pt x="1423622" y="20078"/>
                    <a:pt x="1698842" y="7363"/>
                  </a:cubicBezTo>
                  <a:cubicBezTo>
                    <a:pt x="2064728" y="-16444"/>
                    <a:pt x="2424851" y="17481"/>
                    <a:pt x="2779212" y="109137"/>
                  </a:cubicBezTo>
                  <a:cubicBezTo>
                    <a:pt x="3275587" y="261023"/>
                    <a:pt x="3608310" y="583308"/>
                    <a:pt x="3777380" y="1075990"/>
                  </a:cubicBezTo>
                  <a:cubicBezTo>
                    <a:pt x="3868154" y="1362460"/>
                    <a:pt x="3913820" y="1656039"/>
                    <a:pt x="3914384" y="1956726"/>
                  </a:cubicBezTo>
                  <a:cubicBezTo>
                    <a:pt x="3908833" y="2114664"/>
                    <a:pt x="3904919" y="2272538"/>
                    <a:pt x="3902640" y="2430366"/>
                  </a:cubicBezTo>
                  <a:cubicBezTo>
                    <a:pt x="3959329" y="2366233"/>
                    <a:pt x="4028480" y="2346661"/>
                    <a:pt x="4110103" y="2371651"/>
                  </a:cubicBezTo>
                  <a:cubicBezTo>
                    <a:pt x="4154202" y="2403670"/>
                    <a:pt x="4181603" y="2446728"/>
                    <a:pt x="4192305" y="2500825"/>
                  </a:cubicBezTo>
                  <a:cubicBezTo>
                    <a:pt x="4213231" y="2753459"/>
                    <a:pt x="4187138" y="3001373"/>
                    <a:pt x="4114017" y="3244558"/>
                  </a:cubicBezTo>
                  <a:cubicBezTo>
                    <a:pt x="4082138" y="3351930"/>
                    <a:pt x="4049516" y="3458925"/>
                    <a:pt x="4016158" y="3565538"/>
                  </a:cubicBezTo>
                  <a:close/>
                </a:path>
              </a:pathLst>
            </a:custGeom>
            <a:solidFill>
              <a:srgbClr val="6F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14CDEC67-345B-4A3E-BA7B-C89A3075D1BF}"/>
                </a:ext>
              </a:extLst>
            </p:cNvPr>
            <p:cNvSpPr/>
            <p:nvPr/>
          </p:nvSpPr>
          <p:spPr>
            <a:xfrm>
              <a:off x="5925030" y="653702"/>
              <a:ext cx="599822" cy="2497558"/>
            </a:xfrm>
            <a:custGeom>
              <a:avLst/>
              <a:gdLst>
                <a:gd name="connsiteX0" fmla="*/ 501041 w 599822"/>
                <a:gd name="connsiteY0" fmla="*/ 681103 h 2497558"/>
                <a:gd name="connsiteX1" fmla="*/ 598901 w 599822"/>
                <a:gd name="connsiteY1" fmla="*/ 1299575 h 2497558"/>
                <a:gd name="connsiteX2" fmla="*/ 555842 w 599822"/>
                <a:gd name="connsiteY2" fmla="*/ 2160740 h 2497558"/>
                <a:gd name="connsiteX3" fmla="*/ 536271 w 599822"/>
                <a:gd name="connsiteY3" fmla="*/ 2176397 h 2497558"/>
                <a:gd name="connsiteX4" fmla="*/ 501041 w 599822"/>
                <a:gd name="connsiteY4" fmla="*/ 2207712 h 2497558"/>
                <a:gd name="connsiteX5" fmla="*/ 497127 w 599822"/>
                <a:gd name="connsiteY5" fmla="*/ 2145082 h 2497558"/>
                <a:gd name="connsiteX6" fmla="*/ 461897 w 599822"/>
                <a:gd name="connsiteY6" fmla="*/ 2211627 h 2497558"/>
                <a:gd name="connsiteX7" fmla="*/ 395353 w 599822"/>
                <a:gd name="connsiteY7" fmla="*/ 2207712 h 2497558"/>
                <a:gd name="connsiteX8" fmla="*/ 391438 w 599822"/>
                <a:gd name="connsiteY8" fmla="*/ 2246856 h 2497558"/>
                <a:gd name="connsiteX9" fmla="*/ 414925 w 599822"/>
                <a:gd name="connsiteY9" fmla="*/ 2254685 h 2497558"/>
                <a:gd name="connsiteX10" fmla="*/ 395353 w 599822"/>
                <a:gd name="connsiteY10" fmla="*/ 2254685 h 2497558"/>
                <a:gd name="connsiteX11" fmla="*/ 387524 w 599822"/>
                <a:gd name="connsiteY11" fmla="*/ 2270343 h 2497558"/>
                <a:gd name="connsiteX12" fmla="*/ 371866 w 599822"/>
                <a:gd name="connsiteY12" fmla="*/ 2372117 h 2497558"/>
                <a:gd name="connsiteX13" fmla="*/ 391438 w 599822"/>
                <a:gd name="connsiteY13" fmla="*/ 2340801 h 2497558"/>
                <a:gd name="connsiteX14" fmla="*/ 407096 w 599822"/>
                <a:gd name="connsiteY14" fmla="*/ 2332973 h 2497558"/>
                <a:gd name="connsiteX15" fmla="*/ 477555 w 599822"/>
                <a:gd name="connsiteY15" fmla="*/ 2293829 h 2497558"/>
                <a:gd name="connsiteX16" fmla="*/ 481469 w 599822"/>
                <a:gd name="connsiteY16" fmla="*/ 2317315 h 2497558"/>
                <a:gd name="connsiteX17" fmla="*/ 504955 w 599822"/>
                <a:gd name="connsiteY17" fmla="*/ 2317315 h 2497558"/>
                <a:gd name="connsiteX18" fmla="*/ 516699 w 599822"/>
                <a:gd name="connsiteY18" fmla="*/ 2356459 h 2497558"/>
                <a:gd name="connsiteX19" fmla="*/ 454068 w 599822"/>
                <a:gd name="connsiteY19" fmla="*/ 2360373 h 2497558"/>
                <a:gd name="connsiteX20" fmla="*/ 473640 w 599822"/>
                <a:gd name="connsiteY20" fmla="*/ 2325144 h 2497558"/>
                <a:gd name="connsiteX21" fmla="*/ 438411 w 599822"/>
                <a:gd name="connsiteY21" fmla="*/ 2336887 h 2497558"/>
                <a:gd name="connsiteX22" fmla="*/ 438411 w 599822"/>
                <a:gd name="connsiteY22" fmla="*/ 2438661 h 2497558"/>
                <a:gd name="connsiteX23" fmla="*/ 403182 w 599822"/>
                <a:gd name="connsiteY23" fmla="*/ 2466062 h 2497558"/>
                <a:gd name="connsiteX24" fmla="*/ 395353 w 599822"/>
                <a:gd name="connsiteY24" fmla="*/ 2458233 h 2497558"/>
                <a:gd name="connsiteX25" fmla="*/ 391438 w 599822"/>
                <a:gd name="connsiteY25" fmla="*/ 2481719 h 2497558"/>
                <a:gd name="connsiteX26" fmla="*/ 297493 w 599822"/>
                <a:gd name="connsiteY26" fmla="*/ 2466062 h 2497558"/>
                <a:gd name="connsiteX27" fmla="*/ 258349 w 599822"/>
                <a:gd name="connsiteY27" fmla="*/ 2442575 h 2497558"/>
                <a:gd name="connsiteX28" fmla="*/ 168318 w 599822"/>
                <a:gd name="connsiteY28" fmla="*/ 2481719 h 2497558"/>
                <a:gd name="connsiteX29" fmla="*/ 125260 w 599822"/>
                <a:gd name="connsiteY29" fmla="*/ 2489548 h 2497558"/>
                <a:gd name="connsiteX30" fmla="*/ 137003 w 599822"/>
                <a:gd name="connsiteY30" fmla="*/ 2450404 h 2497558"/>
                <a:gd name="connsiteX31" fmla="*/ 93945 w 599822"/>
                <a:gd name="connsiteY31" fmla="*/ 2462147 h 2497558"/>
                <a:gd name="connsiteX32" fmla="*/ 101774 w 599822"/>
                <a:gd name="connsiteY32" fmla="*/ 2489548 h 2497558"/>
                <a:gd name="connsiteX33" fmla="*/ 101774 w 599822"/>
                <a:gd name="connsiteY33" fmla="*/ 2477805 h 2497558"/>
                <a:gd name="connsiteX34" fmla="*/ 78288 w 599822"/>
                <a:gd name="connsiteY34" fmla="*/ 2473891 h 2497558"/>
                <a:gd name="connsiteX35" fmla="*/ 78288 w 599822"/>
                <a:gd name="connsiteY35" fmla="*/ 2442575 h 2497558"/>
                <a:gd name="connsiteX36" fmla="*/ 156575 w 599822"/>
                <a:gd name="connsiteY36" fmla="*/ 2446490 h 2497558"/>
                <a:gd name="connsiteX37" fmla="*/ 164404 w 599822"/>
                <a:gd name="connsiteY37" fmla="*/ 2466062 h 2497558"/>
                <a:gd name="connsiteX38" fmla="*/ 164404 w 599822"/>
                <a:gd name="connsiteY38" fmla="*/ 2399517 h 2497558"/>
                <a:gd name="connsiteX39" fmla="*/ 211377 w 599822"/>
                <a:gd name="connsiteY39" fmla="*/ 2395603 h 2497558"/>
                <a:gd name="connsiteX40" fmla="*/ 211377 w 599822"/>
                <a:gd name="connsiteY40" fmla="*/ 2364288 h 2497558"/>
                <a:gd name="connsiteX41" fmla="*/ 156575 w 599822"/>
                <a:gd name="connsiteY41" fmla="*/ 2379945 h 2497558"/>
                <a:gd name="connsiteX42" fmla="*/ 140918 w 599822"/>
                <a:gd name="connsiteY42" fmla="*/ 2372117 h 2497558"/>
                <a:gd name="connsiteX43" fmla="*/ 164404 w 599822"/>
                <a:gd name="connsiteY43" fmla="*/ 2352545 h 2497558"/>
                <a:gd name="connsiteX44" fmla="*/ 156575 w 599822"/>
                <a:gd name="connsiteY44" fmla="*/ 2340801 h 2497558"/>
                <a:gd name="connsiteX45" fmla="*/ 125260 w 599822"/>
                <a:gd name="connsiteY45" fmla="*/ 2344716 h 2497558"/>
                <a:gd name="connsiteX46" fmla="*/ 152661 w 599822"/>
                <a:gd name="connsiteY46" fmla="*/ 2325144 h 2497558"/>
                <a:gd name="connsiteX47" fmla="*/ 160490 w 599822"/>
                <a:gd name="connsiteY47" fmla="*/ 2332973 h 2497558"/>
                <a:gd name="connsiteX48" fmla="*/ 113517 w 599822"/>
                <a:gd name="connsiteY48" fmla="*/ 2317315 h 2497558"/>
                <a:gd name="connsiteX49" fmla="*/ 78288 w 599822"/>
                <a:gd name="connsiteY49" fmla="*/ 2301658 h 2497558"/>
                <a:gd name="connsiteX50" fmla="*/ 90031 w 599822"/>
                <a:gd name="connsiteY50" fmla="*/ 2270343 h 2497558"/>
                <a:gd name="connsiteX51" fmla="*/ 82202 w 599822"/>
                <a:gd name="connsiteY51" fmla="*/ 2286000 h 2497558"/>
                <a:gd name="connsiteX52" fmla="*/ 23486 w 599822"/>
                <a:gd name="connsiteY52" fmla="*/ 2282086 h 2497558"/>
                <a:gd name="connsiteX53" fmla="*/ 23486 w 599822"/>
                <a:gd name="connsiteY53" fmla="*/ 2262514 h 2497558"/>
                <a:gd name="connsiteX54" fmla="*/ 43058 w 599822"/>
                <a:gd name="connsiteY54" fmla="*/ 2270343 h 2497558"/>
                <a:gd name="connsiteX55" fmla="*/ 82202 w 599822"/>
                <a:gd name="connsiteY55" fmla="*/ 2254685 h 2497558"/>
                <a:gd name="connsiteX56" fmla="*/ 93945 w 599822"/>
                <a:gd name="connsiteY56" fmla="*/ 2246856 h 2497558"/>
                <a:gd name="connsiteX57" fmla="*/ 109603 w 599822"/>
                <a:gd name="connsiteY57" fmla="*/ 2274257 h 2497558"/>
                <a:gd name="connsiteX58" fmla="*/ 152661 w 599822"/>
                <a:gd name="connsiteY58" fmla="*/ 2286000 h 2497558"/>
                <a:gd name="connsiteX59" fmla="*/ 140918 w 599822"/>
                <a:gd name="connsiteY59" fmla="*/ 2231199 h 2497558"/>
                <a:gd name="connsiteX60" fmla="*/ 164404 w 599822"/>
                <a:gd name="connsiteY60" fmla="*/ 2207712 h 2497558"/>
                <a:gd name="connsiteX61" fmla="*/ 187890 w 599822"/>
                <a:gd name="connsiteY61" fmla="*/ 2348630 h 2497558"/>
                <a:gd name="connsiteX62" fmla="*/ 211377 w 599822"/>
                <a:gd name="connsiteY62" fmla="*/ 2348630 h 2497558"/>
                <a:gd name="connsiteX63" fmla="*/ 211377 w 599822"/>
                <a:gd name="connsiteY63" fmla="*/ 2293829 h 2497558"/>
                <a:gd name="connsiteX64" fmla="*/ 234863 w 599822"/>
                <a:gd name="connsiteY64" fmla="*/ 2286000 h 2497558"/>
                <a:gd name="connsiteX65" fmla="*/ 215291 w 599822"/>
                <a:gd name="connsiteY65" fmla="*/ 2286000 h 2497558"/>
                <a:gd name="connsiteX66" fmla="*/ 211377 w 599822"/>
                <a:gd name="connsiteY66" fmla="*/ 2254685 h 2497558"/>
                <a:gd name="connsiteX67" fmla="*/ 172233 w 599822"/>
                <a:gd name="connsiteY67" fmla="*/ 2239028 h 2497558"/>
                <a:gd name="connsiteX68" fmla="*/ 234863 w 599822"/>
                <a:gd name="connsiteY68" fmla="*/ 2266428 h 2497558"/>
                <a:gd name="connsiteX69" fmla="*/ 320979 w 599822"/>
                <a:gd name="connsiteY69" fmla="*/ 2266428 h 2497558"/>
                <a:gd name="connsiteX70" fmla="*/ 297493 w 599822"/>
                <a:gd name="connsiteY70" fmla="*/ 2246856 h 2497558"/>
                <a:gd name="connsiteX71" fmla="*/ 281836 w 599822"/>
                <a:gd name="connsiteY71" fmla="*/ 2105938 h 2497558"/>
                <a:gd name="connsiteX72" fmla="*/ 356209 w 599822"/>
                <a:gd name="connsiteY72" fmla="*/ 2098110 h 2497558"/>
                <a:gd name="connsiteX73" fmla="*/ 367952 w 599822"/>
                <a:gd name="connsiteY73" fmla="*/ 2105938 h 2497558"/>
                <a:gd name="connsiteX74" fmla="*/ 344466 w 599822"/>
                <a:gd name="connsiteY74" fmla="*/ 2113767 h 2497558"/>
                <a:gd name="connsiteX75" fmla="*/ 344466 w 599822"/>
                <a:gd name="connsiteY75" fmla="*/ 2168569 h 2497558"/>
                <a:gd name="connsiteX76" fmla="*/ 407096 w 599822"/>
                <a:gd name="connsiteY76" fmla="*/ 2168569 h 2497558"/>
                <a:gd name="connsiteX77" fmla="*/ 454068 w 599822"/>
                <a:gd name="connsiteY77" fmla="*/ 2102024 h 2497558"/>
                <a:gd name="connsiteX78" fmla="*/ 414925 w 599822"/>
                <a:gd name="connsiteY78" fmla="*/ 2090281 h 2497558"/>
                <a:gd name="connsiteX79" fmla="*/ 414925 w 599822"/>
                <a:gd name="connsiteY79" fmla="*/ 2058966 h 2497558"/>
                <a:gd name="connsiteX80" fmla="*/ 473640 w 599822"/>
                <a:gd name="connsiteY80" fmla="*/ 2027651 h 2497558"/>
                <a:gd name="connsiteX81" fmla="*/ 544099 w 599822"/>
                <a:gd name="connsiteY81" fmla="*/ 2074623 h 2497558"/>
                <a:gd name="connsiteX82" fmla="*/ 548014 w 599822"/>
                <a:gd name="connsiteY82" fmla="*/ 2011993 h 2497558"/>
                <a:gd name="connsiteX83" fmla="*/ 516699 w 599822"/>
                <a:gd name="connsiteY83" fmla="*/ 1988507 h 2497558"/>
                <a:gd name="connsiteX84" fmla="*/ 516699 w 599822"/>
                <a:gd name="connsiteY84" fmla="*/ 1965021 h 2497558"/>
                <a:gd name="connsiteX85" fmla="*/ 544099 w 599822"/>
                <a:gd name="connsiteY85" fmla="*/ 1972849 h 2497558"/>
                <a:gd name="connsiteX86" fmla="*/ 532356 w 599822"/>
                <a:gd name="connsiteY86" fmla="*/ 1941534 h 2497558"/>
                <a:gd name="connsiteX87" fmla="*/ 520613 w 599822"/>
                <a:gd name="connsiteY87" fmla="*/ 1949363 h 2497558"/>
                <a:gd name="connsiteX88" fmla="*/ 493212 w 599822"/>
                <a:gd name="connsiteY88" fmla="*/ 1890647 h 2497558"/>
                <a:gd name="connsiteX89" fmla="*/ 485384 w 599822"/>
                <a:gd name="connsiteY89" fmla="*/ 1839760 h 2497558"/>
                <a:gd name="connsiteX90" fmla="*/ 493212 w 599822"/>
                <a:gd name="connsiteY90" fmla="*/ 1831932 h 2497558"/>
                <a:gd name="connsiteX91" fmla="*/ 532356 w 599822"/>
                <a:gd name="connsiteY91" fmla="*/ 1843675 h 2497558"/>
                <a:gd name="connsiteX92" fmla="*/ 501041 w 599822"/>
                <a:gd name="connsiteY92" fmla="*/ 1812360 h 2497558"/>
                <a:gd name="connsiteX93" fmla="*/ 563671 w 599822"/>
                <a:gd name="connsiteY93" fmla="*/ 1781045 h 2497558"/>
                <a:gd name="connsiteX94" fmla="*/ 528442 w 599822"/>
                <a:gd name="connsiteY94" fmla="*/ 1784959 h 2497558"/>
                <a:gd name="connsiteX95" fmla="*/ 516699 w 599822"/>
                <a:gd name="connsiteY95" fmla="*/ 1749730 h 2497558"/>
                <a:gd name="connsiteX96" fmla="*/ 544099 w 599822"/>
                <a:gd name="connsiteY96" fmla="*/ 1753644 h 2497558"/>
                <a:gd name="connsiteX97" fmla="*/ 567586 w 599822"/>
                <a:gd name="connsiteY97" fmla="*/ 1753644 h 2497558"/>
                <a:gd name="connsiteX98" fmla="*/ 575414 w 599822"/>
                <a:gd name="connsiteY98" fmla="*/ 1667527 h 2497558"/>
                <a:gd name="connsiteX99" fmla="*/ 548014 w 599822"/>
                <a:gd name="connsiteY99" fmla="*/ 1671442 h 2497558"/>
                <a:gd name="connsiteX100" fmla="*/ 579329 w 599822"/>
                <a:gd name="connsiteY100" fmla="*/ 1651870 h 2497558"/>
                <a:gd name="connsiteX101" fmla="*/ 516699 w 599822"/>
                <a:gd name="connsiteY101" fmla="*/ 1608812 h 2497558"/>
                <a:gd name="connsiteX102" fmla="*/ 520613 w 599822"/>
                <a:gd name="connsiteY102" fmla="*/ 1581411 h 2497558"/>
                <a:gd name="connsiteX103" fmla="*/ 485384 w 599822"/>
                <a:gd name="connsiteY103" fmla="*/ 1585325 h 2497558"/>
                <a:gd name="connsiteX104" fmla="*/ 477555 w 599822"/>
                <a:gd name="connsiteY104" fmla="*/ 1597069 h 2497558"/>
                <a:gd name="connsiteX105" fmla="*/ 508870 w 599822"/>
                <a:gd name="connsiteY105" fmla="*/ 1620555 h 2497558"/>
                <a:gd name="connsiteX106" fmla="*/ 501041 w 599822"/>
                <a:gd name="connsiteY106" fmla="*/ 1628384 h 2497558"/>
                <a:gd name="connsiteX107" fmla="*/ 454068 w 599822"/>
                <a:gd name="connsiteY107" fmla="*/ 1597069 h 2497558"/>
                <a:gd name="connsiteX108" fmla="*/ 430582 w 599822"/>
                <a:gd name="connsiteY108" fmla="*/ 1597069 h 2497558"/>
                <a:gd name="connsiteX109" fmla="*/ 516699 w 599822"/>
                <a:gd name="connsiteY109" fmla="*/ 1573582 h 2497558"/>
                <a:gd name="connsiteX110" fmla="*/ 520613 w 599822"/>
                <a:gd name="connsiteY110" fmla="*/ 1550096 h 2497558"/>
                <a:gd name="connsiteX111" fmla="*/ 461897 w 599822"/>
                <a:gd name="connsiteY111" fmla="*/ 1550096 h 2497558"/>
                <a:gd name="connsiteX112" fmla="*/ 418839 w 599822"/>
                <a:gd name="connsiteY112" fmla="*/ 1589240 h 2497558"/>
                <a:gd name="connsiteX113" fmla="*/ 407096 w 599822"/>
                <a:gd name="connsiteY113" fmla="*/ 1683185 h 2497558"/>
                <a:gd name="connsiteX114" fmla="*/ 305322 w 599822"/>
                <a:gd name="connsiteY114" fmla="*/ 1683185 h 2497558"/>
                <a:gd name="connsiteX115" fmla="*/ 297493 w 599822"/>
                <a:gd name="connsiteY115" fmla="*/ 1647956 h 2497558"/>
                <a:gd name="connsiteX116" fmla="*/ 317065 w 599822"/>
                <a:gd name="connsiteY116" fmla="*/ 1644041 h 2497558"/>
                <a:gd name="connsiteX117" fmla="*/ 301408 w 599822"/>
                <a:gd name="connsiteY117" fmla="*/ 1604897 h 2497558"/>
                <a:gd name="connsiteX118" fmla="*/ 266178 w 599822"/>
                <a:gd name="connsiteY118" fmla="*/ 1632298 h 2497558"/>
                <a:gd name="connsiteX119" fmla="*/ 281836 w 599822"/>
                <a:gd name="connsiteY119" fmla="*/ 1597069 h 2497558"/>
                <a:gd name="connsiteX120" fmla="*/ 230949 w 599822"/>
                <a:gd name="connsiteY120" fmla="*/ 1597069 h 2497558"/>
                <a:gd name="connsiteX121" fmla="*/ 242692 w 599822"/>
                <a:gd name="connsiteY121" fmla="*/ 1624469 h 2497558"/>
                <a:gd name="connsiteX122" fmla="*/ 223120 w 599822"/>
                <a:gd name="connsiteY122" fmla="*/ 1636212 h 2497558"/>
                <a:gd name="connsiteX123" fmla="*/ 156575 w 599822"/>
                <a:gd name="connsiteY123" fmla="*/ 1624469 h 2497558"/>
                <a:gd name="connsiteX124" fmla="*/ 187890 w 599822"/>
                <a:gd name="connsiteY124" fmla="*/ 1636212 h 2497558"/>
                <a:gd name="connsiteX125" fmla="*/ 195719 w 599822"/>
                <a:gd name="connsiteY125" fmla="*/ 1663613 h 2497558"/>
                <a:gd name="connsiteX126" fmla="*/ 160490 w 599822"/>
                <a:gd name="connsiteY126" fmla="*/ 1683185 h 2497558"/>
                <a:gd name="connsiteX127" fmla="*/ 140918 w 599822"/>
                <a:gd name="connsiteY127" fmla="*/ 1655784 h 2497558"/>
                <a:gd name="connsiteX128" fmla="*/ 148747 w 599822"/>
                <a:gd name="connsiteY128" fmla="*/ 1581411 h 2497558"/>
                <a:gd name="connsiteX129" fmla="*/ 117432 w 599822"/>
                <a:gd name="connsiteY129" fmla="*/ 1577497 h 2497558"/>
                <a:gd name="connsiteX130" fmla="*/ 121346 w 599822"/>
                <a:gd name="connsiteY130" fmla="*/ 1518781 h 2497558"/>
                <a:gd name="connsiteX131" fmla="*/ 117432 w 599822"/>
                <a:gd name="connsiteY131" fmla="*/ 1550096 h 2497558"/>
                <a:gd name="connsiteX132" fmla="*/ 78288 w 599822"/>
                <a:gd name="connsiteY132" fmla="*/ 1550096 h 2497558"/>
                <a:gd name="connsiteX133" fmla="*/ 101774 w 599822"/>
                <a:gd name="connsiteY133" fmla="*/ 1526610 h 2497558"/>
                <a:gd name="connsiteX134" fmla="*/ 54801 w 599822"/>
                <a:gd name="connsiteY134" fmla="*/ 1487466 h 2497558"/>
                <a:gd name="connsiteX135" fmla="*/ 78288 w 599822"/>
                <a:gd name="connsiteY135" fmla="*/ 1448322 h 2497558"/>
                <a:gd name="connsiteX136" fmla="*/ 39144 w 599822"/>
                <a:gd name="connsiteY136" fmla="*/ 1424836 h 2497558"/>
                <a:gd name="connsiteX137" fmla="*/ 0 w 599822"/>
                <a:gd name="connsiteY137" fmla="*/ 1436579 h 2497558"/>
                <a:gd name="connsiteX138" fmla="*/ 39144 w 599822"/>
                <a:gd name="connsiteY138" fmla="*/ 1377863 h 2497558"/>
                <a:gd name="connsiteX139" fmla="*/ 109603 w 599822"/>
                <a:gd name="connsiteY139" fmla="*/ 1405264 h 2497558"/>
                <a:gd name="connsiteX140" fmla="*/ 62630 w 599822"/>
                <a:gd name="connsiteY140" fmla="*/ 1413093 h 2497558"/>
                <a:gd name="connsiteX141" fmla="*/ 78288 w 599822"/>
                <a:gd name="connsiteY141" fmla="*/ 1440493 h 2497558"/>
                <a:gd name="connsiteX142" fmla="*/ 148747 w 599822"/>
                <a:gd name="connsiteY142" fmla="*/ 1456151 h 2497558"/>
                <a:gd name="connsiteX143" fmla="*/ 140918 w 599822"/>
                <a:gd name="connsiteY143" fmla="*/ 1503123 h 2497558"/>
                <a:gd name="connsiteX144" fmla="*/ 133089 w 599822"/>
                <a:gd name="connsiteY144" fmla="*/ 1467894 h 2497558"/>
                <a:gd name="connsiteX145" fmla="*/ 137003 w 599822"/>
                <a:gd name="connsiteY145" fmla="*/ 1518781 h 2497558"/>
                <a:gd name="connsiteX146" fmla="*/ 160490 w 599822"/>
                <a:gd name="connsiteY146" fmla="*/ 1518781 h 2497558"/>
                <a:gd name="connsiteX147" fmla="*/ 172233 w 599822"/>
                <a:gd name="connsiteY147" fmla="*/ 1471808 h 2497558"/>
                <a:gd name="connsiteX148" fmla="*/ 211377 w 599822"/>
                <a:gd name="connsiteY148" fmla="*/ 1463980 h 2497558"/>
                <a:gd name="connsiteX149" fmla="*/ 211377 w 599822"/>
                <a:gd name="connsiteY149" fmla="*/ 1409178 h 2497558"/>
                <a:gd name="connsiteX150" fmla="*/ 187890 w 599822"/>
                <a:gd name="connsiteY150" fmla="*/ 1409178 h 2497558"/>
                <a:gd name="connsiteX151" fmla="*/ 187890 w 599822"/>
                <a:gd name="connsiteY151" fmla="*/ 1377863 h 2497558"/>
                <a:gd name="connsiteX152" fmla="*/ 121346 w 599822"/>
                <a:gd name="connsiteY152" fmla="*/ 1370034 h 2497558"/>
                <a:gd name="connsiteX153" fmla="*/ 129175 w 599822"/>
                <a:gd name="connsiteY153" fmla="*/ 1291747 h 2497558"/>
                <a:gd name="connsiteX154" fmla="*/ 148747 w 599822"/>
                <a:gd name="connsiteY154" fmla="*/ 1291747 h 2497558"/>
                <a:gd name="connsiteX155" fmla="*/ 133089 w 599822"/>
                <a:gd name="connsiteY155" fmla="*/ 1283918 h 2497558"/>
                <a:gd name="connsiteX156" fmla="*/ 101774 w 599822"/>
                <a:gd name="connsiteY156" fmla="*/ 1264346 h 2497558"/>
                <a:gd name="connsiteX157" fmla="*/ 101774 w 599822"/>
                <a:gd name="connsiteY157" fmla="*/ 1248688 h 2497558"/>
                <a:gd name="connsiteX158" fmla="*/ 125260 w 599822"/>
                <a:gd name="connsiteY158" fmla="*/ 1060798 h 2497558"/>
                <a:gd name="connsiteX159" fmla="*/ 125260 w 599822"/>
                <a:gd name="connsiteY159" fmla="*/ 1005997 h 2497558"/>
                <a:gd name="connsiteX160" fmla="*/ 125260 w 599822"/>
                <a:gd name="connsiteY160" fmla="*/ 990339 h 2497558"/>
                <a:gd name="connsiteX161" fmla="*/ 109603 w 599822"/>
                <a:gd name="connsiteY161" fmla="*/ 861164 h 2497558"/>
                <a:gd name="connsiteX162" fmla="*/ 125260 w 599822"/>
                <a:gd name="connsiteY162" fmla="*/ 712418 h 2497558"/>
                <a:gd name="connsiteX163" fmla="*/ 125260 w 599822"/>
                <a:gd name="connsiteY163" fmla="*/ 606729 h 2497558"/>
                <a:gd name="connsiteX164" fmla="*/ 121346 w 599822"/>
                <a:gd name="connsiteY164" fmla="*/ 587158 h 2497558"/>
                <a:gd name="connsiteX165" fmla="*/ 109603 w 599822"/>
                <a:gd name="connsiteY165" fmla="*/ 587158 h 2497558"/>
                <a:gd name="connsiteX166" fmla="*/ 109603 w 599822"/>
                <a:gd name="connsiteY166" fmla="*/ 540185 h 2497558"/>
                <a:gd name="connsiteX167" fmla="*/ 121346 w 599822"/>
                <a:gd name="connsiteY167" fmla="*/ 493212 h 2497558"/>
                <a:gd name="connsiteX168" fmla="*/ 113517 w 599822"/>
                <a:gd name="connsiteY168" fmla="*/ 501041 h 2497558"/>
                <a:gd name="connsiteX169" fmla="*/ 109603 w 599822"/>
                <a:gd name="connsiteY169" fmla="*/ 442325 h 2497558"/>
                <a:gd name="connsiteX170" fmla="*/ 125260 w 599822"/>
                <a:gd name="connsiteY170" fmla="*/ 379695 h 2497558"/>
                <a:gd name="connsiteX171" fmla="*/ 125260 w 599822"/>
                <a:gd name="connsiteY171" fmla="*/ 305322 h 2497558"/>
                <a:gd name="connsiteX172" fmla="*/ 113517 w 599822"/>
                <a:gd name="connsiteY172" fmla="*/ 305322 h 2497558"/>
                <a:gd name="connsiteX173" fmla="*/ 109603 w 599822"/>
                <a:gd name="connsiteY173" fmla="*/ 242692 h 2497558"/>
                <a:gd name="connsiteX174" fmla="*/ 156575 w 599822"/>
                <a:gd name="connsiteY174" fmla="*/ 242692 h 2497558"/>
                <a:gd name="connsiteX175" fmla="*/ 113517 w 599822"/>
                <a:gd name="connsiteY175" fmla="*/ 234863 h 2497558"/>
                <a:gd name="connsiteX176" fmla="*/ 93945 w 599822"/>
                <a:gd name="connsiteY176" fmla="*/ 215291 h 2497558"/>
                <a:gd name="connsiteX177" fmla="*/ 121346 w 599822"/>
                <a:gd name="connsiteY177" fmla="*/ 203548 h 2497558"/>
                <a:gd name="connsiteX178" fmla="*/ 125260 w 599822"/>
                <a:gd name="connsiteY178" fmla="*/ 148747 h 2497558"/>
                <a:gd name="connsiteX179" fmla="*/ 93945 w 599822"/>
                <a:gd name="connsiteY179" fmla="*/ 140918 h 2497558"/>
                <a:gd name="connsiteX180" fmla="*/ 93945 w 599822"/>
                <a:gd name="connsiteY180" fmla="*/ 113517 h 2497558"/>
                <a:gd name="connsiteX181" fmla="*/ 109603 w 599822"/>
                <a:gd name="connsiteY181" fmla="*/ 78288 h 2497558"/>
                <a:gd name="connsiteX182" fmla="*/ 125260 w 599822"/>
                <a:gd name="connsiteY182" fmla="*/ 62630 h 2497558"/>
                <a:gd name="connsiteX183" fmla="*/ 74373 w 599822"/>
                <a:gd name="connsiteY183" fmla="*/ 93945 h 2497558"/>
                <a:gd name="connsiteX184" fmla="*/ 62630 w 599822"/>
                <a:gd name="connsiteY184" fmla="*/ 70459 h 2497558"/>
                <a:gd name="connsiteX185" fmla="*/ 46973 w 599822"/>
                <a:gd name="connsiteY185" fmla="*/ 46973 h 2497558"/>
                <a:gd name="connsiteX186" fmla="*/ 121346 w 599822"/>
                <a:gd name="connsiteY186" fmla="*/ 0 h 2497558"/>
                <a:gd name="connsiteX187" fmla="*/ 156575 w 599822"/>
                <a:gd name="connsiteY187" fmla="*/ 62630 h 2497558"/>
                <a:gd name="connsiteX188" fmla="*/ 203548 w 599822"/>
                <a:gd name="connsiteY188" fmla="*/ 101774 h 2497558"/>
                <a:gd name="connsiteX189" fmla="*/ 227034 w 599822"/>
                <a:gd name="connsiteY189" fmla="*/ 113517 h 2497558"/>
                <a:gd name="connsiteX190" fmla="*/ 219205 w 599822"/>
                <a:gd name="connsiteY190" fmla="*/ 121346 h 2497558"/>
                <a:gd name="connsiteX191" fmla="*/ 234863 w 599822"/>
                <a:gd name="connsiteY191" fmla="*/ 164404 h 2497558"/>
                <a:gd name="connsiteX192" fmla="*/ 148747 w 599822"/>
                <a:gd name="connsiteY192" fmla="*/ 199634 h 2497558"/>
                <a:gd name="connsiteX193" fmla="*/ 172233 w 599822"/>
                <a:gd name="connsiteY193" fmla="*/ 234863 h 2497558"/>
                <a:gd name="connsiteX194" fmla="*/ 164404 w 599822"/>
                <a:gd name="connsiteY194" fmla="*/ 289664 h 2497558"/>
                <a:gd name="connsiteX195" fmla="*/ 187890 w 599822"/>
                <a:gd name="connsiteY195" fmla="*/ 289664 h 2497558"/>
                <a:gd name="connsiteX196" fmla="*/ 180062 w 599822"/>
                <a:gd name="connsiteY196" fmla="*/ 258349 h 2497558"/>
                <a:gd name="connsiteX197" fmla="*/ 227034 w 599822"/>
                <a:gd name="connsiteY197" fmla="*/ 242692 h 2497558"/>
                <a:gd name="connsiteX198" fmla="*/ 258349 w 599822"/>
                <a:gd name="connsiteY198" fmla="*/ 219205 h 2497558"/>
                <a:gd name="connsiteX199" fmla="*/ 305322 w 599822"/>
                <a:gd name="connsiteY199" fmla="*/ 250521 h 2497558"/>
                <a:gd name="connsiteX200" fmla="*/ 262264 w 599822"/>
                <a:gd name="connsiteY200" fmla="*/ 250521 h 2497558"/>
                <a:gd name="connsiteX201" fmla="*/ 270092 w 599822"/>
                <a:gd name="connsiteY201" fmla="*/ 258349 h 2497558"/>
                <a:gd name="connsiteX202" fmla="*/ 285750 w 599822"/>
                <a:gd name="connsiteY202" fmla="*/ 289664 h 2497558"/>
                <a:gd name="connsiteX203" fmla="*/ 301408 w 599822"/>
                <a:gd name="connsiteY203" fmla="*/ 274007 h 2497558"/>
                <a:gd name="connsiteX204" fmla="*/ 344466 w 599822"/>
                <a:gd name="connsiteY204" fmla="*/ 301408 h 2497558"/>
                <a:gd name="connsiteX205" fmla="*/ 324894 w 599822"/>
                <a:gd name="connsiteY205" fmla="*/ 328808 h 2497558"/>
                <a:gd name="connsiteX206" fmla="*/ 305322 w 599822"/>
                <a:gd name="connsiteY206" fmla="*/ 328808 h 2497558"/>
                <a:gd name="connsiteX207" fmla="*/ 289664 w 599822"/>
                <a:gd name="connsiteY207" fmla="*/ 352295 h 2497558"/>
                <a:gd name="connsiteX208" fmla="*/ 238777 w 599822"/>
                <a:gd name="connsiteY208" fmla="*/ 336637 h 2497558"/>
                <a:gd name="connsiteX209" fmla="*/ 219205 w 599822"/>
                <a:gd name="connsiteY209" fmla="*/ 320979 h 2497558"/>
                <a:gd name="connsiteX210" fmla="*/ 215291 w 599822"/>
                <a:gd name="connsiteY210" fmla="*/ 313151 h 2497558"/>
                <a:gd name="connsiteX211" fmla="*/ 195719 w 599822"/>
                <a:gd name="connsiteY211" fmla="*/ 328808 h 2497558"/>
                <a:gd name="connsiteX212" fmla="*/ 183976 w 599822"/>
                <a:gd name="connsiteY212" fmla="*/ 430582 h 2497558"/>
                <a:gd name="connsiteX213" fmla="*/ 148747 w 599822"/>
                <a:gd name="connsiteY213" fmla="*/ 438411 h 2497558"/>
                <a:gd name="connsiteX214" fmla="*/ 211377 w 599822"/>
                <a:gd name="connsiteY214" fmla="*/ 469726 h 2497558"/>
                <a:gd name="connsiteX215" fmla="*/ 195719 w 599822"/>
                <a:gd name="connsiteY215" fmla="*/ 395353 h 2497558"/>
                <a:gd name="connsiteX216" fmla="*/ 207462 w 599822"/>
                <a:gd name="connsiteY216" fmla="*/ 383610 h 2497558"/>
                <a:gd name="connsiteX217" fmla="*/ 242692 w 599822"/>
                <a:gd name="connsiteY217" fmla="*/ 434497 h 2497558"/>
                <a:gd name="connsiteX218" fmla="*/ 274007 w 599822"/>
                <a:gd name="connsiteY218" fmla="*/ 438411 h 2497558"/>
                <a:gd name="connsiteX219" fmla="*/ 258349 w 599822"/>
                <a:gd name="connsiteY219" fmla="*/ 383610 h 2497558"/>
                <a:gd name="connsiteX220" fmla="*/ 293579 w 599822"/>
                <a:gd name="connsiteY220" fmla="*/ 391438 h 2497558"/>
                <a:gd name="connsiteX221" fmla="*/ 383610 w 599822"/>
                <a:gd name="connsiteY221" fmla="*/ 403182 h 2497558"/>
                <a:gd name="connsiteX222" fmla="*/ 328808 w 599822"/>
                <a:gd name="connsiteY222" fmla="*/ 399267 h 2497558"/>
                <a:gd name="connsiteX223" fmla="*/ 305322 w 599822"/>
                <a:gd name="connsiteY223" fmla="*/ 454069 h 2497558"/>
                <a:gd name="connsiteX224" fmla="*/ 383610 w 599822"/>
                <a:gd name="connsiteY224" fmla="*/ 430582 h 2497558"/>
                <a:gd name="connsiteX225" fmla="*/ 418839 w 599822"/>
                <a:gd name="connsiteY225" fmla="*/ 493212 h 2497558"/>
                <a:gd name="connsiteX226" fmla="*/ 426668 w 599822"/>
                <a:gd name="connsiteY226" fmla="*/ 485384 h 2497558"/>
                <a:gd name="connsiteX227" fmla="*/ 426668 w 599822"/>
                <a:gd name="connsiteY227" fmla="*/ 516699 h 2497558"/>
                <a:gd name="connsiteX228" fmla="*/ 438411 w 599822"/>
                <a:gd name="connsiteY228" fmla="*/ 516699 h 2497558"/>
                <a:gd name="connsiteX229" fmla="*/ 403182 w 599822"/>
                <a:gd name="connsiteY229" fmla="*/ 563671 h 2497558"/>
                <a:gd name="connsiteX230" fmla="*/ 367952 w 599822"/>
                <a:gd name="connsiteY230" fmla="*/ 555842 h 2497558"/>
                <a:gd name="connsiteX231" fmla="*/ 383610 w 599822"/>
                <a:gd name="connsiteY231" fmla="*/ 567586 h 2497558"/>
                <a:gd name="connsiteX232" fmla="*/ 352295 w 599822"/>
                <a:gd name="connsiteY232" fmla="*/ 575414 h 2497558"/>
                <a:gd name="connsiteX233" fmla="*/ 360123 w 599822"/>
                <a:gd name="connsiteY233" fmla="*/ 618473 h 2497558"/>
                <a:gd name="connsiteX234" fmla="*/ 305322 w 599822"/>
                <a:gd name="connsiteY234" fmla="*/ 641959 h 2497558"/>
                <a:gd name="connsiteX235" fmla="*/ 336637 w 599822"/>
                <a:gd name="connsiteY235" fmla="*/ 657616 h 2497558"/>
                <a:gd name="connsiteX236" fmla="*/ 391438 w 599822"/>
                <a:gd name="connsiteY236" fmla="*/ 626301 h 2497558"/>
                <a:gd name="connsiteX237" fmla="*/ 414925 w 599822"/>
                <a:gd name="connsiteY237" fmla="*/ 548014 h 2497558"/>
                <a:gd name="connsiteX238" fmla="*/ 461897 w 599822"/>
                <a:gd name="connsiteY238" fmla="*/ 583243 h 2497558"/>
                <a:gd name="connsiteX239" fmla="*/ 430582 w 599822"/>
                <a:gd name="connsiteY239" fmla="*/ 594986 h 2497558"/>
                <a:gd name="connsiteX240" fmla="*/ 414925 w 599822"/>
                <a:gd name="connsiteY240" fmla="*/ 622387 h 2497558"/>
                <a:gd name="connsiteX241" fmla="*/ 422753 w 599822"/>
                <a:gd name="connsiteY241" fmla="*/ 641959 h 2497558"/>
                <a:gd name="connsiteX242" fmla="*/ 438411 w 599822"/>
                <a:gd name="connsiteY242" fmla="*/ 692846 h 2497558"/>
                <a:gd name="connsiteX243" fmla="*/ 407096 w 599822"/>
                <a:gd name="connsiteY243" fmla="*/ 688932 h 2497558"/>
                <a:gd name="connsiteX244" fmla="*/ 407096 w 599822"/>
                <a:gd name="connsiteY244" fmla="*/ 669360 h 2497558"/>
                <a:gd name="connsiteX245" fmla="*/ 375781 w 599822"/>
                <a:gd name="connsiteY245" fmla="*/ 661531 h 2497558"/>
                <a:gd name="connsiteX246" fmla="*/ 360123 w 599822"/>
                <a:gd name="connsiteY246" fmla="*/ 665445 h 2497558"/>
                <a:gd name="connsiteX247" fmla="*/ 344466 w 599822"/>
                <a:gd name="connsiteY247" fmla="*/ 696760 h 2497558"/>
                <a:gd name="connsiteX248" fmla="*/ 367952 w 599822"/>
                <a:gd name="connsiteY248" fmla="*/ 704589 h 2497558"/>
                <a:gd name="connsiteX249" fmla="*/ 383610 w 599822"/>
                <a:gd name="connsiteY249" fmla="*/ 751562 h 2497558"/>
                <a:gd name="connsiteX250" fmla="*/ 446240 w 599822"/>
                <a:gd name="connsiteY250" fmla="*/ 720247 h 2497558"/>
                <a:gd name="connsiteX251" fmla="*/ 481469 w 599822"/>
                <a:gd name="connsiteY251" fmla="*/ 657616 h 2497558"/>
                <a:gd name="connsiteX252" fmla="*/ 501041 w 599822"/>
                <a:gd name="connsiteY252" fmla="*/ 681103 h 249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</a:cxnLst>
              <a:rect l="l" t="t" r="r" b="b"/>
              <a:pathLst>
                <a:path w="599822" h="2497558">
                  <a:moveTo>
                    <a:pt x="501041" y="681103"/>
                  </a:moveTo>
                  <a:cubicBezTo>
                    <a:pt x="553815" y="882897"/>
                    <a:pt x="586437" y="1089060"/>
                    <a:pt x="598901" y="1299575"/>
                  </a:cubicBezTo>
                  <a:cubicBezTo>
                    <a:pt x="603762" y="1587651"/>
                    <a:pt x="589404" y="1874700"/>
                    <a:pt x="555842" y="2160740"/>
                  </a:cubicBezTo>
                  <a:cubicBezTo>
                    <a:pt x="548342" y="2164286"/>
                    <a:pt x="541813" y="2169500"/>
                    <a:pt x="536271" y="2176397"/>
                  </a:cubicBezTo>
                  <a:cubicBezTo>
                    <a:pt x="542792" y="2202452"/>
                    <a:pt x="531049" y="2212887"/>
                    <a:pt x="501041" y="2207712"/>
                  </a:cubicBezTo>
                  <a:cubicBezTo>
                    <a:pt x="492124" y="2186872"/>
                    <a:pt x="490816" y="2165993"/>
                    <a:pt x="497127" y="2145082"/>
                  </a:cubicBezTo>
                  <a:cubicBezTo>
                    <a:pt x="477038" y="2165774"/>
                    <a:pt x="465295" y="2187953"/>
                    <a:pt x="461897" y="2211627"/>
                  </a:cubicBezTo>
                  <a:cubicBezTo>
                    <a:pt x="438967" y="2217710"/>
                    <a:pt x="416780" y="2216402"/>
                    <a:pt x="395353" y="2207712"/>
                  </a:cubicBezTo>
                  <a:cubicBezTo>
                    <a:pt x="391485" y="2220505"/>
                    <a:pt x="390186" y="2233555"/>
                    <a:pt x="391438" y="2246856"/>
                  </a:cubicBezTo>
                  <a:cubicBezTo>
                    <a:pt x="400637" y="2245142"/>
                    <a:pt x="408466" y="2247749"/>
                    <a:pt x="414925" y="2254685"/>
                  </a:cubicBezTo>
                  <a:cubicBezTo>
                    <a:pt x="408865" y="2264166"/>
                    <a:pt x="402344" y="2264166"/>
                    <a:pt x="395353" y="2254685"/>
                  </a:cubicBezTo>
                  <a:cubicBezTo>
                    <a:pt x="392746" y="2259907"/>
                    <a:pt x="390131" y="2265121"/>
                    <a:pt x="387524" y="2270343"/>
                  </a:cubicBezTo>
                  <a:cubicBezTo>
                    <a:pt x="384118" y="2305713"/>
                    <a:pt x="378897" y="2339635"/>
                    <a:pt x="371866" y="2372117"/>
                  </a:cubicBezTo>
                  <a:cubicBezTo>
                    <a:pt x="379092" y="2362260"/>
                    <a:pt x="385622" y="2351824"/>
                    <a:pt x="391438" y="2340801"/>
                  </a:cubicBezTo>
                  <a:cubicBezTo>
                    <a:pt x="413022" y="2382858"/>
                    <a:pt x="418236" y="2380251"/>
                    <a:pt x="407096" y="2332973"/>
                  </a:cubicBezTo>
                  <a:cubicBezTo>
                    <a:pt x="427568" y="2313620"/>
                    <a:pt x="451054" y="2300577"/>
                    <a:pt x="477555" y="2293829"/>
                  </a:cubicBezTo>
                  <a:cubicBezTo>
                    <a:pt x="476388" y="2302065"/>
                    <a:pt x="477688" y="2309894"/>
                    <a:pt x="481469" y="2317315"/>
                  </a:cubicBezTo>
                  <a:cubicBezTo>
                    <a:pt x="489298" y="2306879"/>
                    <a:pt x="497127" y="2306879"/>
                    <a:pt x="504955" y="2317315"/>
                  </a:cubicBezTo>
                  <a:cubicBezTo>
                    <a:pt x="507664" y="2330765"/>
                    <a:pt x="511579" y="2343816"/>
                    <a:pt x="516699" y="2356459"/>
                  </a:cubicBezTo>
                  <a:cubicBezTo>
                    <a:pt x="499162" y="2363020"/>
                    <a:pt x="478283" y="2364327"/>
                    <a:pt x="454068" y="2360373"/>
                  </a:cubicBezTo>
                  <a:cubicBezTo>
                    <a:pt x="473891" y="2355582"/>
                    <a:pt x="480412" y="2343839"/>
                    <a:pt x="473640" y="2325144"/>
                  </a:cubicBezTo>
                  <a:cubicBezTo>
                    <a:pt x="462688" y="2330835"/>
                    <a:pt x="450945" y="2334750"/>
                    <a:pt x="438411" y="2336887"/>
                  </a:cubicBezTo>
                  <a:cubicBezTo>
                    <a:pt x="419144" y="2370606"/>
                    <a:pt x="419144" y="2404528"/>
                    <a:pt x="438411" y="2438661"/>
                  </a:cubicBezTo>
                  <a:cubicBezTo>
                    <a:pt x="425963" y="2446850"/>
                    <a:pt x="414220" y="2455986"/>
                    <a:pt x="403182" y="2466062"/>
                  </a:cubicBezTo>
                  <a:cubicBezTo>
                    <a:pt x="400574" y="2463455"/>
                    <a:pt x="397960" y="2460840"/>
                    <a:pt x="395353" y="2458233"/>
                  </a:cubicBezTo>
                  <a:cubicBezTo>
                    <a:pt x="391572" y="2465655"/>
                    <a:pt x="390272" y="2473483"/>
                    <a:pt x="391438" y="2481719"/>
                  </a:cubicBezTo>
                  <a:cubicBezTo>
                    <a:pt x="359936" y="2478212"/>
                    <a:pt x="328620" y="2472998"/>
                    <a:pt x="297493" y="2466062"/>
                  </a:cubicBezTo>
                  <a:cubicBezTo>
                    <a:pt x="287879" y="2451805"/>
                    <a:pt x="274837" y="2443977"/>
                    <a:pt x="258349" y="2442575"/>
                  </a:cubicBezTo>
                  <a:cubicBezTo>
                    <a:pt x="249432" y="2498904"/>
                    <a:pt x="219425" y="2511954"/>
                    <a:pt x="168318" y="2481719"/>
                  </a:cubicBezTo>
                  <a:cubicBezTo>
                    <a:pt x="155017" y="2488812"/>
                    <a:pt x="140660" y="2491419"/>
                    <a:pt x="125260" y="2489548"/>
                  </a:cubicBezTo>
                  <a:cubicBezTo>
                    <a:pt x="129276" y="2475535"/>
                    <a:pt x="133191" y="2462492"/>
                    <a:pt x="137003" y="2450404"/>
                  </a:cubicBezTo>
                  <a:cubicBezTo>
                    <a:pt x="123428" y="2456268"/>
                    <a:pt x="109078" y="2460182"/>
                    <a:pt x="93945" y="2462147"/>
                  </a:cubicBezTo>
                  <a:cubicBezTo>
                    <a:pt x="108859" y="2468614"/>
                    <a:pt x="111474" y="2477750"/>
                    <a:pt x="101774" y="2489548"/>
                  </a:cubicBezTo>
                  <a:cubicBezTo>
                    <a:pt x="92411" y="2486839"/>
                    <a:pt x="92411" y="2482925"/>
                    <a:pt x="101774" y="2477805"/>
                  </a:cubicBezTo>
                  <a:cubicBezTo>
                    <a:pt x="94352" y="2474024"/>
                    <a:pt x="86524" y="2472724"/>
                    <a:pt x="78288" y="2473891"/>
                  </a:cubicBezTo>
                  <a:cubicBezTo>
                    <a:pt x="78288" y="2463455"/>
                    <a:pt x="78288" y="2453011"/>
                    <a:pt x="78288" y="2442575"/>
                  </a:cubicBezTo>
                  <a:cubicBezTo>
                    <a:pt x="104514" y="2441284"/>
                    <a:pt x="130607" y="2442591"/>
                    <a:pt x="156575" y="2446490"/>
                  </a:cubicBezTo>
                  <a:cubicBezTo>
                    <a:pt x="147932" y="2455344"/>
                    <a:pt x="150539" y="2461873"/>
                    <a:pt x="164404" y="2466062"/>
                  </a:cubicBezTo>
                  <a:cubicBezTo>
                    <a:pt x="174448" y="2443577"/>
                    <a:pt x="174448" y="2421399"/>
                    <a:pt x="164404" y="2399517"/>
                  </a:cubicBezTo>
                  <a:cubicBezTo>
                    <a:pt x="179850" y="2395642"/>
                    <a:pt x="195508" y="2394335"/>
                    <a:pt x="211377" y="2395603"/>
                  </a:cubicBezTo>
                  <a:cubicBezTo>
                    <a:pt x="211377" y="2385167"/>
                    <a:pt x="211377" y="2374724"/>
                    <a:pt x="211377" y="2364288"/>
                  </a:cubicBezTo>
                  <a:cubicBezTo>
                    <a:pt x="191640" y="2363818"/>
                    <a:pt x="173376" y="2369032"/>
                    <a:pt x="156575" y="2379945"/>
                  </a:cubicBezTo>
                  <a:cubicBezTo>
                    <a:pt x="151354" y="2377338"/>
                    <a:pt x="146140" y="2374724"/>
                    <a:pt x="140918" y="2372117"/>
                  </a:cubicBezTo>
                  <a:cubicBezTo>
                    <a:pt x="148473" y="2361047"/>
                    <a:pt x="156301" y="2354525"/>
                    <a:pt x="164404" y="2352545"/>
                  </a:cubicBezTo>
                  <a:cubicBezTo>
                    <a:pt x="161797" y="2348630"/>
                    <a:pt x="159182" y="2344716"/>
                    <a:pt x="156575" y="2340801"/>
                  </a:cubicBezTo>
                  <a:cubicBezTo>
                    <a:pt x="146648" y="2348067"/>
                    <a:pt x="136213" y="2349374"/>
                    <a:pt x="125260" y="2344716"/>
                  </a:cubicBezTo>
                  <a:cubicBezTo>
                    <a:pt x="136463" y="2341076"/>
                    <a:pt x="145591" y="2334546"/>
                    <a:pt x="152661" y="2325144"/>
                  </a:cubicBezTo>
                  <a:cubicBezTo>
                    <a:pt x="155268" y="2327751"/>
                    <a:pt x="157883" y="2330366"/>
                    <a:pt x="160490" y="2332973"/>
                  </a:cubicBezTo>
                  <a:cubicBezTo>
                    <a:pt x="161077" y="2287918"/>
                    <a:pt x="145419" y="2282696"/>
                    <a:pt x="113517" y="2317315"/>
                  </a:cubicBezTo>
                  <a:cubicBezTo>
                    <a:pt x="101703" y="2312696"/>
                    <a:pt x="89960" y="2307482"/>
                    <a:pt x="78288" y="2301658"/>
                  </a:cubicBezTo>
                  <a:cubicBezTo>
                    <a:pt x="90344" y="2293578"/>
                    <a:pt x="94258" y="2283143"/>
                    <a:pt x="90031" y="2270343"/>
                  </a:cubicBezTo>
                  <a:cubicBezTo>
                    <a:pt x="87424" y="2275564"/>
                    <a:pt x="84809" y="2280778"/>
                    <a:pt x="82202" y="2286000"/>
                  </a:cubicBezTo>
                  <a:cubicBezTo>
                    <a:pt x="63656" y="2281225"/>
                    <a:pt x="44084" y="2279917"/>
                    <a:pt x="23486" y="2282086"/>
                  </a:cubicBezTo>
                  <a:cubicBezTo>
                    <a:pt x="32419" y="2276285"/>
                    <a:pt x="32419" y="2269755"/>
                    <a:pt x="23486" y="2262514"/>
                  </a:cubicBezTo>
                  <a:cubicBezTo>
                    <a:pt x="32341" y="2253871"/>
                    <a:pt x="38870" y="2256478"/>
                    <a:pt x="43058" y="2270343"/>
                  </a:cubicBezTo>
                  <a:cubicBezTo>
                    <a:pt x="49376" y="2239834"/>
                    <a:pt x="62427" y="2234620"/>
                    <a:pt x="82202" y="2254685"/>
                  </a:cubicBezTo>
                  <a:cubicBezTo>
                    <a:pt x="85443" y="2251107"/>
                    <a:pt x="89358" y="2248493"/>
                    <a:pt x="93945" y="2246856"/>
                  </a:cubicBezTo>
                  <a:cubicBezTo>
                    <a:pt x="99911" y="2255687"/>
                    <a:pt x="105132" y="2264823"/>
                    <a:pt x="109603" y="2274257"/>
                  </a:cubicBezTo>
                  <a:cubicBezTo>
                    <a:pt x="124736" y="2276222"/>
                    <a:pt x="139086" y="2280136"/>
                    <a:pt x="152661" y="2286000"/>
                  </a:cubicBezTo>
                  <a:cubicBezTo>
                    <a:pt x="142468" y="2268761"/>
                    <a:pt x="138554" y="2250497"/>
                    <a:pt x="140918" y="2231199"/>
                  </a:cubicBezTo>
                  <a:cubicBezTo>
                    <a:pt x="143525" y="2218148"/>
                    <a:pt x="151354" y="2210319"/>
                    <a:pt x="164404" y="2207712"/>
                  </a:cubicBezTo>
                  <a:cubicBezTo>
                    <a:pt x="166925" y="2254145"/>
                    <a:pt x="174754" y="2301117"/>
                    <a:pt x="187890" y="2348630"/>
                  </a:cubicBezTo>
                  <a:cubicBezTo>
                    <a:pt x="195719" y="2348630"/>
                    <a:pt x="203548" y="2348630"/>
                    <a:pt x="211377" y="2348630"/>
                  </a:cubicBezTo>
                  <a:cubicBezTo>
                    <a:pt x="211377" y="2330366"/>
                    <a:pt x="211377" y="2312093"/>
                    <a:pt x="211377" y="2293829"/>
                  </a:cubicBezTo>
                  <a:cubicBezTo>
                    <a:pt x="220575" y="2295543"/>
                    <a:pt x="228404" y="2292936"/>
                    <a:pt x="234863" y="2286000"/>
                  </a:cubicBezTo>
                  <a:cubicBezTo>
                    <a:pt x="228804" y="2276519"/>
                    <a:pt x="222282" y="2276519"/>
                    <a:pt x="215291" y="2286000"/>
                  </a:cubicBezTo>
                  <a:cubicBezTo>
                    <a:pt x="211455" y="2275878"/>
                    <a:pt x="210147" y="2265434"/>
                    <a:pt x="211377" y="2254685"/>
                  </a:cubicBezTo>
                  <a:cubicBezTo>
                    <a:pt x="195844" y="2255601"/>
                    <a:pt x="182802" y="2250379"/>
                    <a:pt x="172233" y="2239028"/>
                  </a:cubicBezTo>
                  <a:cubicBezTo>
                    <a:pt x="200604" y="2228733"/>
                    <a:pt x="221476" y="2237869"/>
                    <a:pt x="234863" y="2266428"/>
                  </a:cubicBezTo>
                  <a:cubicBezTo>
                    <a:pt x="263571" y="2271650"/>
                    <a:pt x="292271" y="2271650"/>
                    <a:pt x="320979" y="2266428"/>
                  </a:cubicBezTo>
                  <a:cubicBezTo>
                    <a:pt x="308305" y="2264581"/>
                    <a:pt x="300476" y="2258059"/>
                    <a:pt x="297493" y="2246856"/>
                  </a:cubicBezTo>
                  <a:cubicBezTo>
                    <a:pt x="301885" y="2198130"/>
                    <a:pt x="296671" y="2151157"/>
                    <a:pt x="281836" y="2105938"/>
                  </a:cubicBezTo>
                  <a:cubicBezTo>
                    <a:pt x="305690" y="2107590"/>
                    <a:pt x="330483" y="2104983"/>
                    <a:pt x="356209" y="2098110"/>
                  </a:cubicBezTo>
                  <a:cubicBezTo>
                    <a:pt x="360123" y="2100717"/>
                    <a:pt x="364038" y="2103331"/>
                    <a:pt x="367952" y="2105938"/>
                  </a:cubicBezTo>
                  <a:cubicBezTo>
                    <a:pt x="361493" y="2112875"/>
                    <a:pt x="353664" y="2115482"/>
                    <a:pt x="344466" y="2113767"/>
                  </a:cubicBezTo>
                  <a:cubicBezTo>
                    <a:pt x="344466" y="2132032"/>
                    <a:pt x="344466" y="2150304"/>
                    <a:pt x="344466" y="2168569"/>
                  </a:cubicBezTo>
                  <a:cubicBezTo>
                    <a:pt x="365345" y="2168569"/>
                    <a:pt x="386217" y="2168569"/>
                    <a:pt x="407096" y="2168569"/>
                  </a:cubicBezTo>
                  <a:cubicBezTo>
                    <a:pt x="411895" y="2138937"/>
                    <a:pt x="427552" y="2116758"/>
                    <a:pt x="454068" y="2102024"/>
                  </a:cubicBezTo>
                  <a:cubicBezTo>
                    <a:pt x="442129" y="2094125"/>
                    <a:pt x="429079" y="2090210"/>
                    <a:pt x="414925" y="2090281"/>
                  </a:cubicBezTo>
                  <a:cubicBezTo>
                    <a:pt x="414925" y="2079845"/>
                    <a:pt x="414925" y="2069402"/>
                    <a:pt x="414925" y="2058966"/>
                  </a:cubicBezTo>
                  <a:cubicBezTo>
                    <a:pt x="435186" y="2050605"/>
                    <a:pt x="454758" y="2040169"/>
                    <a:pt x="473640" y="2027651"/>
                  </a:cubicBezTo>
                  <a:cubicBezTo>
                    <a:pt x="500384" y="2038517"/>
                    <a:pt x="523870" y="2054175"/>
                    <a:pt x="544099" y="2074623"/>
                  </a:cubicBezTo>
                  <a:cubicBezTo>
                    <a:pt x="554551" y="2053298"/>
                    <a:pt x="555858" y="2032426"/>
                    <a:pt x="548014" y="2011993"/>
                  </a:cubicBezTo>
                  <a:cubicBezTo>
                    <a:pt x="541477" y="2000696"/>
                    <a:pt x="531041" y="1992868"/>
                    <a:pt x="516699" y="1988507"/>
                  </a:cubicBezTo>
                  <a:cubicBezTo>
                    <a:pt x="527134" y="1980678"/>
                    <a:pt x="527134" y="1972849"/>
                    <a:pt x="516699" y="1965021"/>
                  </a:cubicBezTo>
                  <a:cubicBezTo>
                    <a:pt x="527408" y="1956456"/>
                    <a:pt x="536544" y="1959071"/>
                    <a:pt x="544099" y="1972849"/>
                  </a:cubicBezTo>
                  <a:cubicBezTo>
                    <a:pt x="559280" y="1957505"/>
                    <a:pt x="555365" y="1947069"/>
                    <a:pt x="532356" y="1941534"/>
                  </a:cubicBezTo>
                  <a:cubicBezTo>
                    <a:pt x="527769" y="1943171"/>
                    <a:pt x="523854" y="1945785"/>
                    <a:pt x="520613" y="1949363"/>
                  </a:cubicBezTo>
                  <a:cubicBezTo>
                    <a:pt x="521028" y="1924992"/>
                    <a:pt x="511892" y="1905420"/>
                    <a:pt x="493212" y="1890647"/>
                  </a:cubicBezTo>
                  <a:cubicBezTo>
                    <a:pt x="501785" y="1872884"/>
                    <a:pt x="499170" y="1855919"/>
                    <a:pt x="485384" y="1839760"/>
                  </a:cubicBezTo>
                  <a:cubicBezTo>
                    <a:pt x="487991" y="1837153"/>
                    <a:pt x="490605" y="1834539"/>
                    <a:pt x="493212" y="1831932"/>
                  </a:cubicBezTo>
                  <a:cubicBezTo>
                    <a:pt x="505566" y="1840856"/>
                    <a:pt x="518609" y="1844771"/>
                    <a:pt x="532356" y="1843675"/>
                  </a:cubicBezTo>
                  <a:cubicBezTo>
                    <a:pt x="527134" y="1828017"/>
                    <a:pt x="516699" y="1817581"/>
                    <a:pt x="501041" y="1812360"/>
                  </a:cubicBezTo>
                  <a:cubicBezTo>
                    <a:pt x="520911" y="1799591"/>
                    <a:pt x="541790" y="1789155"/>
                    <a:pt x="563671" y="1781045"/>
                  </a:cubicBezTo>
                  <a:cubicBezTo>
                    <a:pt x="551051" y="1775408"/>
                    <a:pt x="539308" y="1776708"/>
                    <a:pt x="528442" y="1784959"/>
                  </a:cubicBezTo>
                  <a:cubicBezTo>
                    <a:pt x="521991" y="1774719"/>
                    <a:pt x="518077" y="1762976"/>
                    <a:pt x="516699" y="1749730"/>
                  </a:cubicBezTo>
                  <a:cubicBezTo>
                    <a:pt x="526751" y="1744375"/>
                    <a:pt x="535887" y="1745682"/>
                    <a:pt x="544099" y="1753644"/>
                  </a:cubicBezTo>
                  <a:cubicBezTo>
                    <a:pt x="551928" y="1711893"/>
                    <a:pt x="559757" y="1711893"/>
                    <a:pt x="567586" y="1753644"/>
                  </a:cubicBezTo>
                  <a:cubicBezTo>
                    <a:pt x="572205" y="1724670"/>
                    <a:pt x="574811" y="1695961"/>
                    <a:pt x="575414" y="1667527"/>
                  </a:cubicBezTo>
                  <a:cubicBezTo>
                    <a:pt x="567202" y="1675489"/>
                    <a:pt x="558066" y="1676797"/>
                    <a:pt x="548014" y="1671442"/>
                  </a:cubicBezTo>
                  <a:cubicBezTo>
                    <a:pt x="557870" y="1664216"/>
                    <a:pt x="568306" y="1657687"/>
                    <a:pt x="579329" y="1651870"/>
                  </a:cubicBezTo>
                  <a:cubicBezTo>
                    <a:pt x="556101" y="1640213"/>
                    <a:pt x="535229" y="1625863"/>
                    <a:pt x="516699" y="1608812"/>
                  </a:cubicBezTo>
                  <a:cubicBezTo>
                    <a:pt x="524661" y="1600599"/>
                    <a:pt x="525968" y="1591463"/>
                    <a:pt x="520613" y="1581411"/>
                  </a:cubicBezTo>
                  <a:cubicBezTo>
                    <a:pt x="510279" y="1583752"/>
                    <a:pt x="498536" y="1585059"/>
                    <a:pt x="485384" y="1585325"/>
                  </a:cubicBezTo>
                  <a:cubicBezTo>
                    <a:pt x="481806" y="1588567"/>
                    <a:pt x="479191" y="1592481"/>
                    <a:pt x="477555" y="1597069"/>
                  </a:cubicBezTo>
                  <a:cubicBezTo>
                    <a:pt x="485525" y="1607653"/>
                    <a:pt x="495960" y="1615482"/>
                    <a:pt x="508870" y="1620555"/>
                  </a:cubicBezTo>
                  <a:cubicBezTo>
                    <a:pt x="506263" y="1623162"/>
                    <a:pt x="503648" y="1625777"/>
                    <a:pt x="501041" y="1628384"/>
                  </a:cubicBezTo>
                  <a:cubicBezTo>
                    <a:pt x="483254" y="1621017"/>
                    <a:pt x="467597" y="1610581"/>
                    <a:pt x="454068" y="1597069"/>
                  </a:cubicBezTo>
                  <a:cubicBezTo>
                    <a:pt x="445386" y="1605602"/>
                    <a:pt x="437558" y="1605602"/>
                    <a:pt x="430582" y="1597069"/>
                  </a:cubicBezTo>
                  <a:cubicBezTo>
                    <a:pt x="451963" y="1566262"/>
                    <a:pt x="480663" y="1558434"/>
                    <a:pt x="516699" y="1573582"/>
                  </a:cubicBezTo>
                  <a:cubicBezTo>
                    <a:pt x="525177" y="1566810"/>
                    <a:pt x="526477" y="1558982"/>
                    <a:pt x="520613" y="1550096"/>
                  </a:cubicBezTo>
                  <a:cubicBezTo>
                    <a:pt x="501605" y="1552335"/>
                    <a:pt x="482033" y="1552335"/>
                    <a:pt x="461897" y="1550096"/>
                  </a:cubicBezTo>
                  <a:cubicBezTo>
                    <a:pt x="441511" y="1556116"/>
                    <a:pt x="427153" y="1569167"/>
                    <a:pt x="418839" y="1589240"/>
                  </a:cubicBezTo>
                  <a:cubicBezTo>
                    <a:pt x="408928" y="1619733"/>
                    <a:pt x="405014" y="1651048"/>
                    <a:pt x="407096" y="1683185"/>
                  </a:cubicBezTo>
                  <a:cubicBezTo>
                    <a:pt x="371952" y="1679615"/>
                    <a:pt x="338030" y="1679615"/>
                    <a:pt x="305322" y="1683185"/>
                  </a:cubicBezTo>
                  <a:cubicBezTo>
                    <a:pt x="305173" y="1670972"/>
                    <a:pt x="302566" y="1659229"/>
                    <a:pt x="297493" y="1647956"/>
                  </a:cubicBezTo>
                  <a:cubicBezTo>
                    <a:pt x="301486" y="1633660"/>
                    <a:pt x="308015" y="1632353"/>
                    <a:pt x="317065" y="1644041"/>
                  </a:cubicBezTo>
                  <a:cubicBezTo>
                    <a:pt x="322796" y="1626771"/>
                    <a:pt x="317574" y="1613728"/>
                    <a:pt x="301408" y="1604897"/>
                  </a:cubicBezTo>
                  <a:cubicBezTo>
                    <a:pt x="300492" y="1629394"/>
                    <a:pt x="288748" y="1638522"/>
                    <a:pt x="266178" y="1632298"/>
                  </a:cubicBezTo>
                  <a:cubicBezTo>
                    <a:pt x="278211" y="1623608"/>
                    <a:pt x="283425" y="1611865"/>
                    <a:pt x="281836" y="1597069"/>
                  </a:cubicBezTo>
                  <a:cubicBezTo>
                    <a:pt x="263227" y="1599292"/>
                    <a:pt x="246262" y="1599292"/>
                    <a:pt x="230949" y="1597069"/>
                  </a:cubicBezTo>
                  <a:cubicBezTo>
                    <a:pt x="226980" y="1608780"/>
                    <a:pt x="230894" y="1617917"/>
                    <a:pt x="242692" y="1624469"/>
                  </a:cubicBezTo>
                  <a:cubicBezTo>
                    <a:pt x="235521" y="1627397"/>
                    <a:pt x="228991" y="1631312"/>
                    <a:pt x="223120" y="1636212"/>
                  </a:cubicBezTo>
                  <a:cubicBezTo>
                    <a:pt x="202452" y="1632220"/>
                    <a:pt x="180273" y="1628305"/>
                    <a:pt x="156575" y="1624469"/>
                  </a:cubicBezTo>
                  <a:cubicBezTo>
                    <a:pt x="164897" y="1633770"/>
                    <a:pt x="175341" y="1637684"/>
                    <a:pt x="187890" y="1636212"/>
                  </a:cubicBezTo>
                  <a:cubicBezTo>
                    <a:pt x="186559" y="1646562"/>
                    <a:pt x="189166" y="1655698"/>
                    <a:pt x="195719" y="1663613"/>
                  </a:cubicBezTo>
                  <a:cubicBezTo>
                    <a:pt x="183342" y="1669148"/>
                    <a:pt x="171599" y="1675669"/>
                    <a:pt x="160490" y="1683185"/>
                  </a:cubicBezTo>
                  <a:cubicBezTo>
                    <a:pt x="158000" y="1670964"/>
                    <a:pt x="151479" y="1661828"/>
                    <a:pt x="140918" y="1655784"/>
                  </a:cubicBezTo>
                  <a:cubicBezTo>
                    <a:pt x="141168" y="1630983"/>
                    <a:pt x="143783" y="1606197"/>
                    <a:pt x="148747" y="1581411"/>
                  </a:cubicBezTo>
                  <a:cubicBezTo>
                    <a:pt x="137998" y="1582640"/>
                    <a:pt x="127554" y="1581333"/>
                    <a:pt x="117432" y="1577497"/>
                  </a:cubicBezTo>
                  <a:cubicBezTo>
                    <a:pt x="126059" y="1558700"/>
                    <a:pt x="127366" y="1539128"/>
                    <a:pt x="121346" y="1518781"/>
                  </a:cubicBezTo>
                  <a:cubicBezTo>
                    <a:pt x="117510" y="1528903"/>
                    <a:pt x="116202" y="1539347"/>
                    <a:pt x="117432" y="1550096"/>
                  </a:cubicBezTo>
                  <a:cubicBezTo>
                    <a:pt x="103097" y="1554417"/>
                    <a:pt x="90054" y="1554417"/>
                    <a:pt x="78288" y="1550096"/>
                  </a:cubicBezTo>
                  <a:cubicBezTo>
                    <a:pt x="87972" y="1543982"/>
                    <a:pt x="95801" y="1536153"/>
                    <a:pt x="101774" y="1526610"/>
                  </a:cubicBezTo>
                  <a:cubicBezTo>
                    <a:pt x="83556" y="1516190"/>
                    <a:pt x="67899" y="1503139"/>
                    <a:pt x="54801" y="1487466"/>
                  </a:cubicBezTo>
                  <a:cubicBezTo>
                    <a:pt x="68870" y="1478110"/>
                    <a:pt x="76698" y="1465060"/>
                    <a:pt x="78288" y="1448322"/>
                  </a:cubicBezTo>
                  <a:cubicBezTo>
                    <a:pt x="61550" y="1446733"/>
                    <a:pt x="48499" y="1438904"/>
                    <a:pt x="39144" y="1424836"/>
                  </a:cubicBezTo>
                  <a:cubicBezTo>
                    <a:pt x="28544" y="1438019"/>
                    <a:pt x="15493" y="1441934"/>
                    <a:pt x="0" y="1436579"/>
                  </a:cubicBezTo>
                  <a:cubicBezTo>
                    <a:pt x="15399" y="1417508"/>
                    <a:pt x="28450" y="1397936"/>
                    <a:pt x="39144" y="1377863"/>
                  </a:cubicBezTo>
                  <a:cubicBezTo>
                    <a:pt x="62881" y="1385778"/>
                    <a:pt x="86367" y="1394914"/>
                    <a:pt x="109603" y="1405264"/>
                  </a:cubicBezTo>
                  <a:cubicBezTo>
                    <a:pt x="93945" y="1407871"/>
                    <a:pt x="78288" y="1410485"/>
                    <a:pt x="62630" y="1413093"/>
                  </a:cubicBezTo>
                  <a:cubicBezTo>
                    <a:pt x="74162" y="1418651"/>
                    <a:pt x="79384" y="1427779"/>
                    <a:pt x="78288" y="1440493"/>
                  </a:cubicBezTo>
                  <a:cubicBezTo>
                    <a:pt x="103645" y="1439812"/>
                    <a:pt x="127131" y="1445034"/>
                    <a:pt x="148747" y="1456151"/>
                  </a:cubicBezTo>
                  <a:cubicBezTo>
                    <a:pt x="151087" y="1472623"/>
                    <a:pt x="148480" y="1488280"/>
                    <a:pt x="140918" y="1503123"/>
                  </a:cubicBezTo>
                  <a:cubicBezTo>
                    <a:pt x="127061" y="1492789"/>
                    <a:pt x="124454" y="1481046"/>
                    <a:pt x="133089" y="1467894"/>
                  </a:cubicBezTo>
                  <a:cubicBezTo>
                    <a:pt x="112586" y="1482197"/>
                    <a:pt x="113893" y="1499162"/>
                    <a:pt x="137003" y="1518781"/>
                  </a:cubicBezTo>
                  <a:cubicBezTo>
                    <a:pt x="143658" y="1511547"/>
                    <a:pt x="151487" y="1511547"/>
                    <a:pt x="160490" y="1518781"/>
                  </a:cubicBezTo>
                  <a:cubicBezTo>
                    <a:pt x="187663" y="1506740"/>
                    <a:pt x="191578" y="1491083"/>
                    <a:pt x="172233" y="1471808"/>
                  </a:cubicBezTo>
                  <a:cubicBezTo>
                    <a:pt x="184328" y="1464355"/>
                    <a:pt x="197379" y="1461748"/>
                    <a:pt x="211377" y="1463980"/>
                  </a:cubicBezTo>
                  <a:cubicBezTo>
                    <a:pt x="211377" y="1445715"/>
                    <a:pt x="211377" y="1427443"/>
                    <a:pt x="211377" y="1409178"/>
                  </a:cubicBezTo>
                  <a:cubicBezTo>
                    <a:pt x="203548" y="1409178"/>
                    <a:pt x="195719" y="1409178"/>
                    <a:pt x="187890" y="1409178"/>
                  </a:cubicBezTo>
                  <a:cubicBezTo>
                    <a:pt x="187890" y="1398742"/>
                    <a:pt x="187890" y="1388299"/>
                    <a:pt x="187890" y="1377863"/>
                  </a:cubicBezTo>
                  <a:cubicBezTo>
                    <a:pt x="164811" y="1380032"/>
                    <a:pt x="142632" y="1377425"/>
                    <a:pt x="121346" y="1370034"/>
                  </a:cubicBezTo>
                  <a:cubicBezTo>
                    <a:pt x="122575" y="1344442"/>
                    <a:pt x="125182" y="1318349"/>
                    <a:pt x="129175" y="1291747"/>
                  </a:cubicBezTo>
                  <a:cubicBezTo>
                    <a:pt x="136988" y="1311538"/>
                    <a:pt x="143509" y="1311538"/>
                    <a:pt x="148747" y="1291747"/>
                  </a:cubicBezTo>
                  <a:cubicBezTo>
                    <a:pt x="149295" y="1274790"/>
                    <a:pt x="144081" y="1272183"/>
                    <a:pt x="133089" y="1283918"/>
                  </a:cubicBezTo>
                  <a:cubicBezTo>
                    <a:pt x="123694" y="1275846"/>
                    <a:pt x="113251" y="1269317"/>
                    <a:pt x="101774" y="1264346"/>
                  </a:cubicBezTo>
                  <a:cubicBezTo>
                    <a:pt x="122653" y="1259124"/>
                    <a:pt x="122653" y="1253910"/>
                    <a:pt x="101774" y="1248688"/>
                  </a:cubicBezTo>
                  <a:cubicBezTo>
                    <a:pt x="104483" y="1184579"/>
                    <a:pt x="112312" y="1121949"/>
                    <a:pt x="125260" y="1060798"/>
                  </a:cubicBezTo>
                  <a:cubicBezTo>
                    <a:pt x="104381" y="1042534"/>
                    <a:pt x="104381" y="1024261"/>
                    <a:pt x="125260" y="1005997"/>
                  </a:cubicBezTo>
                  <a:cubicBezTo>
                    <a:pt x="104381" y="1000775"/>
                    <a:pt x="104381" y="995561"/>
                    <a:pt x="125260" y="990339"/>
                  </a:cubicBezTo>
                  <a:cubicBezTo>
                    <a:pt x="115028" y="949207"/>
                    <a:pt x="109806" y="906149"/>
                    <a:pt x="109603" y="861164"/>
                  </a:cubicBezTo>
                  <a:cubicBezTo>
                    <a:pt x="110613" y="810951"/>
                    <a:pt x="115834" y="761371"/>
                    <a:pt x="125260" y="712418"/>
                  </a:cubicBezTo>
                  <a:cubicBezTo>
                    <a:pt x="104976" y="677063"/>
                    <a:pt x="104976" y="641834"/>
                    <a:pt x="125260" y="606729"/>
                  </a:cubicBezTo>
                  <a:cubicBezTo>
                    <a:pt x="123953" y="600208"/>
                    <a:pt x="122653" y="593679"/>
                    <a:pt x="121346" y="587158"/>
                  </a:cubicBezTo>
                  <a:cubicBezTo>
                    <a:pt x="116226" y="596521"/>
                    <a:pt x="112312" y="596521"/>
                    <a:pt x="109603" y="587158"/>
                  </a:cubicBezTo>
                  <a:cubicBezTo>
                    <a:pt x="128110" y="572541"/>
                    <a:pt x="128110" y="556884"/>
                    <a:pt x="109603" y="540185"/>
                  </a:cubicBezTo>
                  <a:cubicBezTo>
                    <a:pt x="120821" y="525811"/>
                    <a:pt x="124736" y="510154"/>
                    <a:pt x="121346" y="493212"/>
                  </a:cubicBezTo>
                  <a:cubicBezTo>
                    <a:pt x="118739" y="495819"/>
                    <a:pt x="116124" y="498434"/>
                    <a:pt x="113517" y="501041"/>
                  </a:cubicBezTo>
                  <a:cubicBezTo>
                    <a:pt x="112210" y="481469"/>
                    <a:pt x="110910" y="461897"/>
                    <a:pt x="109603" y="442325"/>
                  </a:cubicBezTo>
                  <a:cubicBezTo>
                    <a:pt x="110135" y="419231"/>
                    <a:pt x="115349" y="398351"/>
                    <a:pt x="125260" y="379695"/>
                  </a:cubicBezTo>
                  <a:cubicBezTo>
                    <a:pt x="105352" y="355512"/>
                    <a:pt x="105352" y="330718"/>
                    <a:pt x="125260" y="305322"/>
                  </a:cubicBezTo>
                  <a:cubicBezTo>
                    <a:pt x="122551" y="295959"/>
                    <a:pt x="118637" y="295959"/>
                    <a:pt x="113517" y="305322"/>
                  </a:cubicBezTo>
                  <a:cubicBezTo>
                    <a:pt x="109626" y="284607"/>
                    <a:pt x="108319" y="263728"/>
                    <a:pt x="109603" y="242692"/>
                  </a:cubicBezTo>
                  <a:cubicBezTo>
                    <a:pt x="127452" y="244618"/>
                    <a:pt x="143110" y="244618"/>
                    <a:pt x="156575" y="242692"/>
                  </a:cubicBezTo>
                  <a:cubicBezTo>
                    <a:pt x="145098" y="225805"/>
                    <a:pt x="130741" y="223198"/>
                    <a:pt x="113517" y="234863"/>
                  </a:cubicBezTo>
                  <a:cubicBezTo>
                    <a:pt x="109603" y="225727"/>
                    <a:pt x="103081" y="219205"/>
                    <a:pt x="93945" y="215291"/>
                  </a:cubicBezTo>
                  <a:cubicBezTo>
                    <a:pt x="103856" y="212872"/>
                    <a:pt x="112993" y="208958"/>
                    <a:pt x="121346" y="203548"/>
                  </a:cubicBezTo>
                  <a:cubicBezTo>
                    <a:pt x="125237" y="185464"/>
                    <a:pt x="126536" y="167199"/>
                    <a:pt x="125260" y="148747"/>
                  </a:cubicBezTo>
                  <a:cubicBezTo>
                    <a:pt x="113689" y="150798"/>
                    <a:pt x="103254" y="148191"/>
                    <a:pt x="93945" y="140918"/>
                  </a:cubicBezTo>
                  <a:cubicBezTo>
                    <a:pt x="166486" y="129394"/>
                    <a:pt x="166486" y="120264"/>
                    <a:pt x="93945" y="113517"/>
                  </a:cubicBezTo>
                  <a:cubicBezTo>
                    <a:pt x="98564" y="101700"/>
                    <a:pt x="103778" y="89956"/>
                    <a:pt x="109603" y="78288"/>
                  </a:cubicBezTo>
                  <a:cubicBezTo>
                    <a:pt x="123021" y="86966"/>
                    <a:pt x="128243" y="81746"/>
                    <a:pt x="125260" y="62630"/>
                  </a:cubicBezTo>
                  <a:cubicBezTo>
                    <a:pt x="101602" y="62068"/>
                    <a:pt x="84645" y="72506"/>
                    <a:pt x="74373" y="93945"/>
                  </a:cubicBezTo>
                  <a:cubicBezTo>
                    <a:pt x="57862" y="89754"/>
                    <a:pt x="53948" y="81926"/>
                    <a:pt x="62630" y="70459"/>
                  </a:cubicBezTo>
                  <a:cubicBezTo>
                    <a:pt x="57408" y="62630"/>
                    <a:pt x="52194" y="54801"/>
                    <a:pt x="46973" y="46973"/>
                  </a:cubicBezTo>
                  <a:cubicBezTo>
                    <a:pt x="80041" y="44153"/>
                    <a:pt x="104835" y="28496"/>
                    <a:pt x="121346" y="0"/>
                  </a:cubicBezTo>
                  <a:cubicBezTo>
                    <a:pt x="144629" y="14736"/>
                    <a:pt x="156372" y="35613"/>
                    <a:pt x="156575" y="62630"/>
                  </a:cubicBezTo>
                  <a:cubicBezTo>
                    <a:pt x="181439" y="63963"/>
                    <a:pt x="197097" y="77011"/>
                    <a:pt x="203548" y="101774"/>
                  </a:cubicBezTo>
                  <a:cubicBezTo>
                    <a:pt x="211377" y="105688"/>
                    <a:pt x="219205" y="109603"/>
                    <a:pt x="227034" y="113517"/>
                  </a:cubicBezTo>
                  <a:cubicBezTo>
                    <a:pt x="224427" y="116126"/>
                    <a:pt x="221813" y="118737"/>
                    <a:pt x="219205" y="121346"/>
                  </a:cubicBezTo>
                  <a:cubicBezTo>
                    <a:pt x="224999" y="135320"/>
                    <a:pt x="230221" y="149670"/>
                    <a:pt x="234863" y="164404"/>
                  </a:cubicBezTo>
                  <a:cubicBezTo>
                    <a:pt x="209928" y="177259"/>
                    <a:pt x="181220" y="189002"/>
                    <a:pt x="148747" y="199634"/>
                  </a:cubicBezTo>
                  <a:cubicBezTo>
                    <a:pt x="154101" y="212888"/>
                    <a:pt x="161930" y="224631"/>
                    <a:pt x="172233" y="234863"/>
                  </a:cubicBezTo>
                  <a:cubicBezTo>
                    <a:pt x="165391" y="252454"/>
                    <a:pt x="162776" y="270719"/>
                    <a:pt x="164404" y="289664"/>
                  </a:cubicBezTo>
                  <a:cubicBezTo>
                    <a:pt x="172233" y="289664"/>
                    <a:pt x="180062" y="289664"/>
                    <a:pt x="187890" y="289664"/>
                  </a:cubicBezTo>
                  <a:cubicBezTo>
                    <a:pt x="188509" y="278469"/>
                    <a:pt x="185902" y="268026"/>
                    <a:pt x="180062" y="258349"/>
                  </a:cubicBezTo>
                  <a:cubicBezTo>
                    <a:pt x="195445" y="252149"/>
                    <a:pt x="211103" y="246927"/>
                    <a:pt x="227034" y="242692"/>
                  </a:cubicBezTo>
                  <a:cubicBezTo>
                    <a:pt x="249229" y="260173"/>
                    <a:pt x="259665" y="252345"/>
                    <a:pt x="258349" y="219205"/>
                  </a:cubicBezTo>
                  <a:cubicBezTo>
                    <a:pt x="280051" y="219949"/>
                    <a:pt x="295708" y="230393"/>
                    <a:pt x="305322" y="250521"/>
                  </a:cubicBezTo>
                  <a:cubicBezTo>
                    <a:pt x="291520" y="249002"/>
                    <a:pt x="277162" y="249002"/>
                    <a:pt x="262264" y="250521"/>
                  </a:cubicBezTo>
                  <a:cubicBezTo>
                    <a:pt x="257457" y="264714"/>
                    <a:pt x="260064" y="267329"/>
                    <a:pt x="270092" y="258349"/>
                  </a:cubicBezTo>
                  <a:cubicBezTo>
                    <a:pt x="278266" y="267141"/>
                    <a:pt x="283480" y="277577"/>
                    <a:pt x="285750" y="289664"/>
                  </a:cubicBezTo>
                  <a:cubicBezTo>
                    <a:pt x="290972" y="284443"/>
                    <a:pt x="296186" y="279229"/>
                    <a:pt x="301408" y="274007"/>
                  </a:cubicBezTo>
                  <a:cubicBezTo>
                    <a:pt x="312642" y="287402"/>
                    <a:pt x="327000" y="296538"/>
                    <a:pt x="344466" y="301408"/>
                  </a:cubicBezTo>
                  <a:cubicBezTo>
                    <a:pt x="335063" y="308477"/>
                    <a:pt x="328534" y="317605"/>
                    <a:pt x="324894" y="328808"/>
                  </a:cubicBezTo>
                  <a:cubicBezTo>
                    <a:pt x="317903" y="319328"/>
                    <a:pt x="311381" y="319328"/>
                    <a:pt x="305322" y="328808"/>
                  </a:cubicBezTo>
                  <a:cubicBezTo>
                    <a:pt x="324205" y="344740"/>
                    <a:pt x="318983" y="352569"/>
                    <a:pt x="289664" y="352295"/>
                  </a:cubicBezTo>
                  <a:cubicBezTo>
                    <a:pt x="272128" y="348889"/>
                    <a:pt x="255171" y="343667"/>
                    <a:pt x="238777" y="336637"/>
                  </a:cubicBezTo>
                  <a:cubicBezTo>
                    <a:pt x="195383" y="360311"/>
                    <a:pt x="188861" y="355089"/>
                    <a:pt x="219205" y="320979"/>
                  </a:cubicBezTo>
                  <a:cubicBezTo>
                    <a:pt x="217898" y="318372"/>
                    <a:pt x="216598" y="315758"/>
                    <a:pt x="215291" y="313151"/>
                  </a:cubicBezTo>
                  <a:cubicBezTo>
                    <a:pt x="209897" y="319860"/>
                    <a:pt x="203376" y="325074"/>
                    <a:pt x="195719" y="328808"/>
                  </a:cubicBezTo>
                  <a:cubicBezTo>
                    <a:pt x="189237" y="362441"/>
                    <a:pt x="185323" y="396363"/>
                    <a:pt x="183976" y="430582"/>
                  </a:cubicBezTo>
                  <a:cubicBezTo>
                    <a:pt x="172844" y="431318"/>
                    <a:pt x="161100" y="433933"/>
                    <a:pt x="148747" y="438411"/>
                  </a:cubicBezTo>
                  <a:cubicBezTo>
                    <a:pt x="167215" y="452863"/>
                    <a:pt x="188086" y="463299"/>
                    <a:pt x="211377" y="469726"/>
                  </a:cubicBezTo>
                  <a:cubicBezTo>
                    <a:pt x="215377" y="442091"/>
                    <a:pt x="210155" y="417305"/>
                    <a:pt x="195719" y="395353"/>
                  </a:cubicBezTo>
                  <a:cubicBezTo>
                    <a:pt x="199634" y="391438"/>
                    <a:pt x="203548" y="387524"/>
                    <a:pt x="207462" y="383610"/>
                  </a:cubicBezTo>
                  <a:cubicBezTo>
                    <a:pt x="225970" y="395815"/>
                    <a:pt x="237713" y="412772"/>
                    <a:pt x="242692" y="434497"/>
                  </a:cubicBezTo>
                  <a:cubicBezTo>
                    <a:pt x="252814" y="438333"/>
                    <a:pt x="263258" y="439640"/>
                    <a:pt x="274007" y="438411"/>
                  </a:cubicBezTo>
                  <a:cubicBezTo>
                    <a:pt x="276669" y="417712"/>
                    <a:pt x="271447" y="399447"/>
                    <a:pt x="258349" y="383610"/>
                  </a:cubicBezTo>
                  <a:cubicBezTo>
                    <a:pt x="270570" y="376979"/>
                    <a:pt x="282313" y="379586"/>
                    <a:pt x="293579" y="391438"/>
                  </a:cubicBezTo>
                  <a:cubicBezTo>
                    <a:pt x="325183" y="381261"/>
                    <a:pt x="355191" y="385175"/>
                    <a:pt x="383610" y="403182"/>
                  </a:cubicBezTo>
                  <a:cubicBezTo>
                    <a:pt x="362182" y="415003"/>
                    <a:pt x="343910" y="413696"/>
                    <a:pt x="328808" y="399267"/>
                  </a:cubicBezTo>
                  <a:cubicBezTo>
                    <a:pt x="297423" y="407253"/>
                    <a:pt x="289594" y="425525"/>
                    <a:pt x="305322" y="454069"/>
                  </a:cubicBezTo>
                  <a:cubicBezTo>
                    <a:pt x="335862" y="459102"/>
                    <a:pt x="361955" y="451274"/>
                    <a:pt x="383610" y="430582"/>
                  </a:cubicBezTo>
                  <a:cubicBezTo>
                    <a:pt x="394742" y="450984"/>
                    <a:pt x="406485" y="471855"/>
                    <a:pt x="418839" y="493212"/>
                  </a:cubicBezTo>
                  <a:cubicBezTo>
                    <a:pt x="421446" y="490605"/>
                    <a:pt x="424061" y="487990"/>
                    <a:pt x="426668" y="485384"/>
                  </a:cubicBezTo>
                  <a:cubicBezTo>
                    <a:pt x="426668" y="495819"/>
                    <a:pt x="426668" y="506263"/>
                    <a:pt x="426668" y="516699"/>
                  </a:cubicBezTo>
                  <a:cubicBezTo>
                    <a:pt x="431788" y="507335"/>
                    <a:pt x="435702" y="507335"/>
                    <a:pt x="438411" y="516699"/>
                  </a:cubicBezTo>
                  <a:cubicBezTo>
                    <a:pt x="413484" y="522202"/>
                    <a:pt x="401741" y="537860"/>
                    <a:pt x="403182" y="563671"/>
                  </a:cubicBezTo>
                  <a:cubicBezTo>
                    <a:pt x="394155" y="548037"/>
                    <a:pt x="382412" y="545430"/>
                    <a:pt x="367952" y="555842"/>
                  </a:cubicBezTo>
                  <a:cubicBezTo>
                    <a:pt x="372062" y="561260"/>
                    <a:pt x="377284" y="565174"/>
                    <a:pt x="383610" y="567586"/>
                  </a:cubicBezTo>
                  <a:cubicBezTo>
                    <a:pt x="373174" y="570193"/>
                    <a:pt x="362730" y="572807"/>
                    <a:pt x="352295" y="575414"/>
                  </a:cubicBezTo>
                  <a:cubicBezTo>
                    <a:pt x="368070" y="587588"/>
                    <a:pt x="370677" y="601946"/>
                    <a:pt x="360123" y="618473"/>
                  </a:cubicBezTo>
                  <a:cubicBezTo>
                    <a:pt x="343393" y="629182"/>
                    <a:pt x="325129" y="637011"/>
                    <a:pt x="305322" y="641959"/>
                  </a:cubicBezTo>
                  <a:cubicBezTo>
                    <a:pt x="314998" y="648668"/>
                    <a:pt x="325434" y="653882"/>
                    <a:pt x="336637" y="657616"/>
                  </a:cubicBezTo>
                  <a:cubicBezTo>
                    <a:pt x="351496" y="642209"/>
                    <a:pt x="369761" y="631766"/>
                    <a:pt x="391438" y="626301"/>
                  </a:cubicBezTo>
                  <a:cubicBezTo>
                    <a:pt x="400340" y="602862"/>
                    <a:pt x="408169" y="576769"/>
                    <a:pt x="414925" y="548014"/>
                  </a:cubicBezTo>
                  <a:cubicBezTo>
                    <a:pt x="434325" y="553455"/>
                    <a:pt x="449982" y="565198"/>
                    <a:pt x="461897" y="583243"/>
                  </a:cubicBezTo>
                  <a:cubicBezTo>
                    <a:pt x="453575" y="592544"/>
                    <a:pt x="443132" y="596458"/>
                    <a:pt x="430582" y="594986"/>
                  </a:cubicBezTo>
                  <a:cubicBezTo>
                    <a:pt x="431678" y="607700"/>
                    <a:pt x="426457" y="616829"/>
                    <a:pt x="414925" y="622387"/>
                  </a:cubicBezTo>
                  <a:cubicBezTo>
                    <a:pt x="431122" y="624924"/>
                    <a:pt x="433729" y="631453"/>
                    <a:pt x="422753" y="641959"/>
                  </a:cubicBezTo>
                  <a:cubicBezTo>
                    <a:pt x="427498" y="659253"/>
                    <a:pt x="432720" y="676218"/>
                    <a:pt x="438411" y="692846"/>
                  </a:cubicBezTo>
                  <a:cubicBezTo>
                    <a:pt x="427106" y="698960"/>
                    <a:pt x="416671" y="697653"/>
                    <a:pt x="407096" y="688932"/>
                  </a:cubicBezTo>
                  <a:cubicBezTo>
                    <a:pt x="416028" y="681690"/>
                    <a:pt x="416028" y="675161"/>
                    <a:pt x="407096" y="669360"/>
                  </a:cubicBezTo>
                  <a:cubicBezTo>
                    <a:pt x="396660" y="666753"/>
                    <a:pt x="386217" y="664138"/>
                    <a:pt x="375781" y="661531"/>
                  </a:cubicBezTo>
                  <a:cubicBezTo>
                    <a:pt x="381465" y="637802"/>
                    <a:pt x="376243" y="639109"/>
                    <a:pt x="360123" y="665445"/>
                  </a:cubicBezTo>
                  <a:cubicBezTo>
                    <a:pt x="369377" y="680844"/>
                    <a:pt x="364155" y="691280"/>
                    <a:pt x="344466" y="696760"/>
                  </a:cubicBezTo>
                  <a:cubicBezTo>
                    <a:pt x="350925" y="703697"/>
                    <a:pt x="358753" y="706304"/>
                    <a:pt x="367952" y="704589"/>
                  </a:cubicBezTo>
                  <a:cubicBezTo>
                    <a:pt x="364437" y="723981"/>
                    <a:pt x="369651" y="739639"/>
                    <a:pt x="383610" y="751562"/>
                  </a:cubicBezTo>
                  <a:cubicBezTo>
                    <a:pt x="402469" y="731669"/>
                    <a:pt x="423348" y="721233"/>
                    <a:pt x="446240" y="720247"/>
                  </a:cubicBezTo>
                  <a:cubicBezTo>
                    <a:pt x="459478" y="700416"/>
                    <a:pt x="471221" y="679537"/>
                    <a:pt x="481469" y="657616"/>
                  </a:cubicBezTo>
                  <a:cubicBezTo>
                    <a:pt x="483317" y="670291"/>
                    <a:pt x="489838" y="678120"/>
                    <a:pt x="501041" y="681103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13320E96-F700-4BBD-8DC6-21FD781DD4C3}"/>
                </a:ext>
              </a:extLst>
            </p:cNvPr>
            <p:cNvSpPr/>
            <p:nvPr/>
          </p:nvSpPr>
          <p:spPr>
            <a:xfrm>
              <a:off x="2660434" y="1248688"/>
              <a:ext cx="398581" cy="85183"/>
            </a:xfrm>
            <a:custGeom>
              <a:avLst/>
              <a:gdLst>
                <a:gd name="connsiteX0" fmla="*/ 352295 w 398581"/>
                <a:gd name="connsiteY0" fmla="*/ 0 h 85183"/>
                <a:gd name="connsiteX1" fmla="*/ 395353 w 398581"/>
                <a:gd name="connsiteY1" fmla="*/ 62630 h 85183"/>
                <a:gd name="connsiteX2" fmla="*/ 320979 w 398581"/>
                <a:gd name="connsiteY2" fmla="*/ 54801 h 85183"/>
                <a:gd name="connsiteX3" fmla="*/ 0 w 398581"/>
                <a:gd name="connsiteY3" fmla="*/ 46973 h 85183"/>
                <a:gd name="connsiteX4" fmla="*/ 320979 w 398581"/>
                <a:gd name="connsiteY4" fmla="*/ 31315 h 85183"/>
                <a:gd name="connsiteX5" fmla="*/ 352295 w 398581"/>
                <a:gd name="connsiteY5" fmla="*/ 0 h 8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81" h="85183">
                  <a:moveTo>
                    <a:pt x="352295" y="0"/>
                  </a:moveTo>
                  <a:cubicBezTo>
                    <a:pt x="391305" y="3210"/>
                    <a:pt x="405655" y="24081"/>
                    <a:pt x="395353" y="62630"/>
                  </a:cubicBezTo>
                  <a:cubicBezTo>
                    <a:pt x="367294" y="95119"/>
                    <a:pt x="342509" y="92505"/>
                    <a:pt x="320979" y="54801"/>
                  </a:cubicBezTo>
                  <a:cubicBezTo>
                    <a:pt x="214114" y="46980"/>
                    <a:pt x="107120" y="44366"/>
                    <a:pt x="0" y="46973"/>
                  </a:cubicBezTo>
                  <a:cubicBezTo>
                    <a:pt x="106993" y="41751"/>
                    <a:pt x="213986" y="36537"/>
                    <a:pt x="320979" y="31315"/>
                  </a:cubicBezTo>
                  <a:cubicBezTo>
                    <a:pt x="324064" y="14013"/>
                    <a:pt x="334502" y="3578"/>
                    <a:pt x="352295" y="0"/>
                  </a:cubicBezTo>
                  <a:close/>
                </a:path>
              </a:pathLst>
            </a:custGeom>
            <a:solidFill>
              <a:srgbClr val="7B50B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5636B69-E85E-4BFE-A1F5-C6AA416DA949}"/>
                </a:ext>
              </a:extLst>
            </p:cNvPr>
            <p:cNvSpPr/>
            <p:nvPr/>
          </p:nvSpPr>
          <p:spPr>
            <a:xfrm>
              <a:off x="2519516" y="1303489"/>
              <a:ext cx="125260" cy="571500"/>
            </a:xfrm>
            <a:custGeom>
              <a:avLst/>
              <a:gdLst>
                <a:gd name="connsiteX0" fmla="*/ 109603 w 125260"/>
                <a:gd name="connsiteY0" fmla="*/ 0 h 571500"/>
                <a:gd name="connsiteX1" fmla="*/ 125260 w 125260"/>
                <a:gd name="connsiteY1" fmla="*/ 0 h 571500"/>
                <a:gd name="connsiteX2" fmla="*/ 23486 w 125260"/>
                <a:gd name="connsiteY2" fmla="*/ 540185 h 571500"/>
                <a:gd name="connsiteX3" fmla="*/ 11743 w 125260"/>
                <a:gd name="connsiteY3" fmla="*/ 508870 h 571500"/>
                <a:gd name="connsiteX4" fmla="*/ 0 w 125260"/>
                <a:gd name="connsiteY4" fmla="*/ 571500 h 571500"/>
                <a:gd name="connsiteX5" fmla="*/ 101774 w 125260"/>
                <a:gd name="connsiteY5" fmla="*/ 7829 h 571500"/>
                <a:gd name="connsiteX6" fmla="*/ 109603 w 125260"/>
                <a:gd name="connsiteY6" fmla="*/ 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260" h="571500">
                  <a:moveTo>
                    <a:pt x="109603" y="0"/>
                  </a:moveTo>
                  <a:cubicBezTo>
                    <a:pt x="114822" y="0"/>
                    <a:pt x="120041" y="0"/>
                    <a:pt x="125260" y="0"/>
                  </a:cubicBezTo>
                  <a:cubicBezTo>
                    <a:pt x="78081" y="178433"/>
                    <a:pt x="44157" y="358495"/>
                    <a:pt x="23486" y="540185"/>
                  </a:cubicBezTo>
                  <a:cubicBezTo>
                    <a:pt x="24960" y="527635"/>
                    <a:pt x="21045" y="517192"/>
                    <a:pt x="11743" y="508870"/>
                  </a:cubicBezTo>
                  <a:cubicBezTo>
                    <a:pt x="10311" y="531299"/>
                    <a:pt x="6397" y="552171"/>
                    <a:pt x="0" y="571500"/>
                  </a:cubicBezTo>
                  <a:cubicBezTo>
                    <a:pt x="10308" y="379155"/>
                    <a:pt x="44233" y="191265"/>
                    <a:pt x="101774" y="7829"/>
                  </a:cubicBezTo>
                  <a:cubicBezTo>
                    <a:pt x="106993" y="7829"/>
                    <a:pt x="109603" y="5222"/>
                    <a:pt x="109603" y="0"/>
                  </a:cubicBezTo>
                  <a:close/>
                </a:path>
              </a:pathLst>
            </a:custGeom>
            <a:solidFill>
              <a:srgbClr val="73727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F985BD2E-14D8-42C0-8EBF-8E5DF90829F7}"/>
                </a:ext>
              </a:extLst>
            </p:cNvPr>
            <p:cNvSpPr/>
            <p:nvPr/>
          </p:nvSpPr>
          <p:spPr>
            <a:xfrm>
              <a:off x="2518880" y="1812359"/>
              <a:ext cx="24424" cy="571500"/>
            </a:xfrm>
            <a:custGeom>
              <a:avLst/>
              <a:gdLst>
                <a:gd name="connsiteX0" fmla="*/ 24122 w 24424"/>
                <a:gd name="connsiteY0" fmla="*/ 31315 h 571500"/>
                <a:gd name="connsiteX1" fmla="*/ 16294 w 24424"/>
                <a:gd name="connsiteY1" fmla="*/ 461897 h 571500"/>
                <a:gd name="connsiteX2" fmla="*/ 12379 w 24424"/>
                <a:gd name="connsiteY2" fmla="*/ 571500 h 571500"/>
                <a:gd name="connsiteX3" fmla="*/ 636 w 24424"/>
                <a:gd name="connsiteY3" fmla="*/ 140918 h 571500"/>
                <a:gd name="connsiteX4" fmla="*/ 636 w 24424"/>
                <a:gd name="connsiteY4" fmla="*/ 62630 h 571500"/>
                <a:gd name="connsiteX5" fmla="*/ 12379 w 24424"/>
                <a:gd name="connsiteY5" fmla="*/ 0 h 571500"/>
                <a:gd name="connsiteX6" fmla="*/ 24122 w 24424"/>
                <a:gd name="connsiteY6" fmla="*/ 31315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24" h="571500">
                  <a:moveTo>
                    <a:pt x="24122" y="31315"/>
                  </a:moveTo>
                  <a:cubicBezTo>
                    <a:pt x="17456" y="174730"/>
                    <a:pt x="14846" y="318263"/>
                    <a:pt x="16294" y="461897"/>
                  </a:cubicBezTo>
                  <a:cubicBezTo>
                    <a:pt x="17592" y="498528"/>
                    <a:pt x="16287" y="535057"/>
                    <a:pt x="12379" y="571500"/>
                  </a:cubicBezTo>
                  <a:cubicBezTo>
                    <a:pt x="2256" y="428163"/>
                    <a:pt x="-1659" y="284638"/>
                    <a:pt x="636" y="140918"/>
                  </a:cubicBezTo>
                  <a:cubicBezTo>
                    <a:pt x="636" y="114825"/>
                    <a:pt x="636" y="88723"/>
                    <a:pt x="636" y="62630"/>
                  </a:cubicBezTo>
                  <a:cubicBezTo>
                    <a:pt x="7033" y="43301"/>
                    <a:pt x="10947" y="22429"/>
                    <a:pt x="12379" y="0"/>
                  </a:cubicBezTo>
                  <a:cubicBezTo>
                    <a:pt x="21681" y="8322"/>
                    <a:pt x="25596" y="18766"/>
                    <a:pt x="24122" y="31315"/>
                  </a:cubicBezTo>
                  <a:close/>
                </a:path>
              </a:pathLst>
            </a:custGeom>
            <a:solidFill>
              <a:srgbClr val="5F5F6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46EDEAA-97B8-4034-8311-BFD8CA9E65A0}"/>
                </a:ext>
              </a:extLst>
            </p:cNvPr>
            <p:cNvSpPr/>
            <p:nvPr/>
          </p:nvSpPr>
          <p:spPr>
            <a:xfrm>
              <a:off x="3318050" y="2156087"/>
              <a:ext cx="2192143" cy="1723066"/>
            </a:xfrm>
            <a:custGeom>
              <a:avLst/>
              <a:gdLst>
                <a:gd name="connsiteX0" fmla="*/ 1448322 w 2192143"/>
                <a:gd name="connsiteY0" fmla="*/ 838416 h 1723066"/>
                <a:gd name="connsiteX1" fmla="*/ 970767 w 2192143"/>
                <a:gd name="connsiteY1" fmla="*/ 842330 h 1723066"/>
                <a:gd name="connsiteX2" fmla="*/ 841592 w 2192143"/>
                <a:gd name="connsiteY2" fmla="*/ 987162 h 1723066"/>
                <a:gd name="connsiteX3" fmla="*/ 798534 w 2192143"/>
                <a:gd name="connsiteY3" fmla="*/ 1723066 h 1723066"/>
                <a:gd name="connsiteX4" fmla="*/ 790705 w 2192143"/>
                <a:gd name="connsiteY4" fmla="*/ 1523433 h 1723066"/>
                <a:gd name="connsiteX5" fmla="*/ 802449 w 2192143"/>
                <a:gd name="connsiteY5" fmla="*/ 1472546 h 1723066"/>
                <a:gd name="connsiteX6" fmla="*/ 775048 w 2192143"/>
                <a:gd name="connsiteY6" fmla="*/ 1468632 h 1723066"/>
                <a:gd name="connsiteX7" fmla="*/ 798534 w 2192143"/>
                <a:gd name="connsiteY7" fmla="*/ 1464717 h 1723066"/>
                <a:gd name="connsiteX8" fmla="*/ 798534 w 2192143"/>
                <a:gd name="connsiteY8" fmla="*/ 1421659 h 1723066"/>
                <a:gd name="connsiteX9" fmla="*/ 775048 w 2192143"/>
                <a:gd name="connsiteY9" fmla="*/ 1406001 h 1723066"/>
                <a:gd name="connsiteX10" fmla="*/ 814192 w 2192143"/>
                <a:gd name="connsiteY10" fmla="*/ 1335542 h 1723066"/>
                <a:gd name="connsiteX11" fmla="*/ 782877 w 2192143"/>
                <a:gd name="connsiteY11" fmla="*/ 1315971 h 1723066"/>
                <a:gd name="connsiteX12" fmla="*/ 782877 w 2192143"/>
                <a:gd name="connsiteY12" fmla="*/ 1284655 h 1723066"/>
                <a:gd name="connsiteX13" fmla="*/ 806363 w 2192143"/>
                <a:gd name="connsiteY13" fmla="*/ 1284655 h 1723066"/>
                <a:gd name="connsiteX14" fmla="*/ 790705 w 2192143"/>
                <a:gd name="connsiteY14" fmla="*/ 1237683 h 1723066"/>
                <a:gd name="connsiteX15" fmla="*/ 775048 w 2192143"/>
                <a:gd name="connsiteY15" fmla="*/ 1225940 h 1723066"/>
                <a:gd name="connsiteX16" fmla="*/ 810277 w 2192143"/>
                <a:gd name="connsiteY16" fmla="*/ 1175053 h 1723066"/>
                <a:gd name="connsiteX17" fmla="*/ 818106 w 2192143"/>
                <a:gd name="connsiteY17" fmla="*/ 1190710 h 1723066"/>
                <a:gd name="connsiteX18" fmla="*/ 818106 w 2192143"/>
                <a:gd name="connsiteY18" fmla="*/ 1151566 h 1723066"/>
                <a:gd name="connsiteX19" fmla="*/ 806363 w 2192143"/>
                <a:gd name="connsiteY19" fmla="*/ 1108508 h 1723066"/>
                <a:gd name="connsiteX20" fmla="*/ 739819 w 2192143"/>
                <a:gd name="connsiteY20" fmla="*/ 1112423 h 1723066"/>
                <a:gd name="connsiteX21" fmla="*/ 728075 w 2192143"/>
                <a:gd name="connsiteY21" fmla="*/ 1096765 h 1723066"/>
                <a:gd name="connsiteX22" fmla="*/ 798534 w 2192143"/>
                <a:gd name="connsiteY22" fmla="*/ 1073279 h 1723066"/>
                <a:gd name="connsiteX23" fmla="*/ 778962 w 2192143"/>
                <a:gd name="connsiteY23" fmla="*/ 1073279 h 1723066"/>
                <a:gd name="connsiteX24" fmla="*/ 775048 w 2192143"/>
                <a:gd name="connsiteY24" fmla="*/ 1041964 h 1723066"/>
                <a:gd name="connsiteX25" fmla="*/ 829849 w 2192143"/>
                <a:gd name="connsiteY25" fmla="*/ 1038049 h 1723066"/>
                <a:gd name="connsiteX26" fmla="*/ 825935 w 2192143"/>
                <a:gd name="connsiteY26" fmla="*/ 963676 h 1723066"/>
                <a:gd name="connsiteX27" fmla="*/ 814192 w 2192143"/>
                <a:gd name="connsiteY27" fmla="*/ 998905 h 1723066"/>
                <a:gd name="connsiteX28" fmla="*/ 806363 w 2192143"/>
                <a:gd name="connsiteY28" fmla="*/ 1006734 h 1723066"/>
                <a:gd name="connsiteX29" fmla="*/ 759390 w 2192143"/>
                <a:gd name="connsiteY29" fmla="*/ 1010649 h 1723066"/>
                <a:gd name="connsiteX30" fmla="*/ 759390 w 2192143"/>
                <a:gd name="connsiteY30" fmla="*/ 1041964 h 1723066"/>
                <a:gd name="connsiteX31" fmla="*/ 735904 w 2192143"/>
                <a:gd name="connsiteY31" fmla="*/ 1041964 h 1723066"/>
                <a:gd name="connsiteX32" fmla="*/ 751562 w 2192143"/>
                <a:gd name="connsiteY32" fmla="*/ 1010649 h 1723066"/>
                <a:gd name="connsiteX33" fmla="*/ 728075 w 2192143"/>
                <a:gd name="connsiteY33" fmla="*/ 1030221 h 1723066"/>
                <a:gd name="connsiteX34" fmla="*/ 735904 w 2192143"/>
                <a:gd name="connsiteY34" fmla="*/ 1053707 h 1723066"/>
                <a:gd name="connsiteX35" fmla="*/ 681103 w 2192143"/>
                <a:gd name="connsiteY35" fmla="*/ 1053707 h 1723066"/>
                <a:gd name="connsiteX36" fmla="*/ 688932 w 2192143"/>
                <a:gd name="connsiteY36" fmla="*/ 1026306 h 1723066"/>
                <a:gd name="connsiteX37" fmla="*/ 665445 w 2192143"/>
                <a:gd name="connsiteY37" fmla="*/ 1018477 h 1723066"/>
                <a:gd name="connsiteX38" fmla="*/ 665445 w 2192143"/>
                <a:gd name="connsiteY38" fmla="*/ 971505 h 1723066"/>
                <a:gd name="connsiteX39" fmla="*/ 767219 w 2192143"/>
                <a:gd name="connsiteY39" fmla="*/ 979334 h 1723066"/>
                <a:gd name="connsiteX40" fmla="*/ 767219 w 2192143"/>
                <a:gd name="connsiteY40" fmla="*/ 1002820 h 1723066"/>
                <a:gd name="connsiteX41" fmla="*/ 782877 w 2192143"/>
                <a:gd name="connsiteY41" fmla="*/ 979334 h 1723066"/>
                <a:gd name="connsiteX42" fmla="*/ 775048 w 2192143"/>
                <a:gd name="connsiteY42" fmla="*/ 940190 h 1723066"/>
                <a:gd name="connsiteX43" fmla="*/ 822021 w 2192143"/>
                <a:gd name="connsiteY43" fmla="*/ 908875 h 1723066"/>
                <a:gd name="connsiteX44" fmla="*/ 861164 w 2192143"/>
                <a:gd name="connsiteY44" fmla="*/ 889303 h 1723066"/>
                <a:gd name="connsiteX45" fmla="*/ 837678 w 2192143"/>
                <a:gd name="connsiteY45" fmla="*/ 873645 h 1723066"/>
                <a:gd name="connsiteX46" fmla="*/ 876822 w 2192143"/>
                <a:gd name="connsiteY46" fmla="*/ 854073 h 1723066"/>
                <a:gd name="connsiteX47" fmla="*/ 908137 w 2192143"/>
                <a:gd name="connsiteY47" fmla="*/ 842330 h 1723066"/>
                <a:gd name="connsiteX48" fmla="*/ 872908 w 2192143"/>
                <a:gd name="connsiteY48" fmla="*/ 846244 h 1723066"/>
                <a:gd name="connsiteX49" fmla="*/ 849421 w 2192143"/>
                <a:gd name="connsiteY49" fmla="*/ 830587 h 1723066"/>
                <a:gd name="connsiteX50" fmla="*/ 845507 w 2192143"/>
                <a:gd name="connsiteY50" fmla="*/ 857988 h 1723066"/>
                <a:gd name="connsiteX51" fmla="*/ 822021 w 2192143"/>
                <a:gd name="connsiteY51" fmla="*/ 877560 h 1723066"/>
                <a:gd name="connsiteX52" fmla="*/ 751562 w 2192143"/>
                <a:gd name="connsiteY52" fmla="*/ 846244 h 1723066"/>
                <a:gd name="connsiteX53" fmla="*/ 775048 w 2192143"/>
                <a:gd name="connsiteY53" fmla="*/ 814929 h 1723066"/>
                <a:gd name="connsiteX54" fmla="*/ 775048 w 2192143"/>
                <a:gd name="connsiteY54" fmla="*/ 826673 h 1723066"/>
                <a:gd name="connsiteX55" fmla="*/ 861164 w 2192143"/>
                <a:gd name="connsiteY55" fmla="*/ 795358 h 1723066"/>
                <a:gd name="connsiteX56" fmla="*/ 908137 w 2192143"/>
                <a:gd name="connsiteY56" fmla="*/ 791443 h 1723066"/>
                <a:gd name="connsiteX57" fmla="*/ 931623 w 2192143"/>
                <a:gd name="connsiteY57" fmla="*/ 830587 h 1723066"/>
                <a:gd name="connsiteX58" fmla="*/ 978596 w 2192143"/>
                <a:gd name="connsiteY58" fmla="*/ 830587 h 1723066"/>
                <a:gd name="connsiteX59" fmla="*/ 986425 w 2192143"/>
                <a:gd name="connsiteY59" fmla="*/ 803186 h 1723066"/>
                <a:gd name="connsiteX60" fmla="*/ 1025568 w 2192143"/>
                <a:gd name="connsiteY60" fmla="*/ 771871 h 1723066"/>
                <a:gd name="connsiteX61" fmla="*/ 959024 w 2192143"/>
                <a:gd name="connsiteY61" fmla="*/ 791443 h 1723066"/>
                <a:gd name="connsiteX62" fmla="*/ 861164 w 2192143"/>
                <a:gd name="connsiteY62" fmla="*/ 775786 h 1723066"/>
                <a:gd name="connsiteX63" fmla="*/ 865079 w 2192143"/>
                <a:gd name="connsiteY63" fmla="*/ 744471 h 1723066"/>
                <a:gd name="connsiteX64" fmla="*/ 912051 w 2192143"/>
                <a:gd name="connsiteY64" fmla="*/ 728813 h 1723066"/>
                <a:gd name="connsiteX65" fmla="*/ 931623 w 2192143"/>
                <a:gd name="connsiteY65" fmla="*/ 717070 h 1723066"/>
                <a:gd name="connsiteX66" fmla="*/ 884651 w 2192143"/>
                <a:gd name="connsiteY66" fmla="*/ 720984 h 1723066"/>
                <a:gd name="connsiteX67" fmla="*/ 880736 w 2192143"/>
                <a:gd name="connsiteY67" fmla="*/ 744471 h 1723066"/>
                <a:gd name="connsiteX68" fmla="*/ 814192 w 2192143"/>
                <a:gd name="connsiteY68" fmla="*/ 732727 h 1723066"/>
                <a:gd name="connsiteX69" fmla="*/ 841592 w 2192143"/>
                <a:gd name="connsiteY69" fmla="*/ 760128 h 1723066"/>
                <a:gd name="connsiteX70" fmla="*/ 775048 w 2192143"/>
                <a:gd name="connsiteY70" fmla="*/ 744471 h 1723066"/>
                <a:gd name="connsiteX71" fmla="*/ 735904 w 2192143"/>
                <a:gd name="connsiteY71" fmla="*/ 791443 h 1723066"/>
                <a:gd name="connsiteX72" fmla="*/ 743733 w 2192143"/>
                <a:gd name="connsiteY72" fmla="*/ 736642 h 1723066"/>
                <a:gd name="connsiteX73" fmla="*/ 681103 w 2192143"/>
                <a:gd name="connsiteY73" fmla="*/ 713155 h 1723066"/>
                <a:gd name="connsiteX74" fmla="*/ 696760 w 2192143"/>
                <a:gd name="connsiteY74" fmla="*/ 705327 h 1723066"/>
                <a:gd name="connsiteX75" fmla="*/ 751562 w 2192143"/>
                <a:gd name="connsiteY75" fmla="*/ 728813 h 1723066"/>
                <a:gd name="connsiteX76" fmla="*/ 771134 w 2192143"/>
                <a:gd name="connsiteY76" fmla="*/ 674012 h 1723066"/>
                <a:gd name="connsiteX77" fmla="*/ 728075 w 2192143"/>
                <a:gd name="connsiteY77" fmla="*/ 666183 h 1723066"/>
                <a:gd name="connsiteX78" fmla="*/ 735904 w 2192143"/>
                <a:gd name="connsiteY78" fmla="*/ 627039 h 1723066"/>
                <a:gd name="connsiteX79" fmla="*/ 747647 w 2192143"/>
                <a:gd name="connsiteY79" fmla="*/ 650525 h 1723066"/>
                <a:gd name="connsiteX80" fmla="*/ 767219 w 2192143"/>
                <a:gd name="connsiteY80" fmla="*/ 611381 h 1723066"/>
                <a:gd name="connsiteX81" fmla="*/ 853336 w 2192143"/>
                <a:gd name="connsiteY81" fmla="*/ 619210 h 1723066"/>
                <a:gd name="connsiteX82" fmla="*/ 861164 w 2192143"/>
                <a:gd name="connsiteY82" fmla="*/ 627039 h 1723066"/>
                <a:gd name="connsiteX83" fmla="*/ 841592 w 2192143"/>
                <a:gd name="connsiteY83" fmla="*/ 650525 h 1723066"/>
                <a:gd name="connsiteX84" fmla="*/ 798534 w 2192143"/>
                <a:gd name="connsiteY84" fmla="*/ 642697 h 1723066"/>
                <a:gd name="connsiteX85" fmla="*/ 806363 w 2192143"/>
                <a:gd name="connsiteY85" fmla="*/ 666183 h 1723066"/>
                <a:gd name="connsiteX86" fmla="*/ 853336 w 2192143"/>
                <a:gd name="connsiteY86" fmla="*/ 658354 h 1723066"/>
                <a:gd name="connsiteX87" fmla="*/ 861164 w 2192143"/>
                <a:gd name="connsiteY87" fmla="*/ 677926 h 1723066"/>
                <a:gd name="connsiteX88" fmla="*/ 876822 w 2192143"/>
                <a:gd name="connsiteY88" fmla="*/ 681840 h 1723066"/>
                <a:gd name="connsiteX89" fmla="*/ 923795 w 2192143"/>
                <a:gd name="connsiteY89" fmla="*/ 666183 h 1723066"/>
                <a:gd name="connsiteX90" fmla="*/ 919880 w 2192143"/>
                <a:gd name="connsiteY90" fmla="*/ 642697 h 1723066"/>
                <a:gd name="connsiteX91" fmla="*/ 919880 w 2192143"/>
                <a:gd name="connsiteY91" fmla="*/ 627039 h 1723066"/>
                <a:gd name="connsiteX92" fmla="*/ 923795 w 2192143"/>
                <a:gd name="connsiteY92" fmla="*/ 572238 h 1723066"/>
                <a:gd name="connsiteX93" fmla="*/ 974682 w 2192143"/>
                <a:gd name="connsiteY93" fmla="*/ 736642 h 1723066"/>
                <a:gd name="connsiteX94" fmla="*/ 955110 w 2192143"/>
                <a:gd name="connsiteY94" fmla="*/ 595724 h 1723066"/>
                <a:gd name="connsiteX95" fmla="*/ 947281 w 2192143"/>
                <a:gd name="connsiteY95" fmla="*/ 544837 h 1723066"/>
                <a:gd name="connsiteX96" fmla="*/ 970767 w 2192143"/>
                <a:gd name="connsiteY96" fmla="*/ 540923 h 1723066"/>
                <a:gd name="connsiteX97" fmla="*/ 970767 w 2192143"/>
                <a:gd name="connsiteY97" fmla="*/ 509607 h 1723066"/>
                <a:gd name="connsiteX98" fmla="*/ 923795 w 2192143"/>
                <a:gd name="connsiteY98" fmla="*/ 486121 h 1723066"/>
                <a:gd name="connsiteX99" fmla="*/ 931623 w 2192143"/>
                <a:gd name="connsiteY99" fmla="*/ 478292 h 1723066"/>
                <a:gd name="connsiteX100" fmla="*/ 970767 w 2192143"/>
                <a:gd name="connsiteY100" fmla="*/ 493950 h 1723066"/>
                <a:gd name="connsiteX101" fmla="*/ 970767 w 2192143"/>
                <a:gd name="connsiteY101" fmla="*/ 462635 h 1723066"/>
                <a:gd name="connsiteX102" fmla="*/ 1017740 w 2192143"/>
                <a:gd name="connsiteY102" fmla="*/ 493950 h 1723066"/>
                <a:gd name="connsiteX103" fmla="*/ 1049055 w 2192143"/>
                <a:gd name="connsiteY103" fmla="*/ 470464 h 1723066"/>
                <a:gd name="connsiteX104" fmla="*/ 1041226 w 2192143"/>
                <a:gd name="connsiteY104" fmla="*/ 497864 h 1723066"/>
                <a:gd name="connsiteX105" fmla="*/ 1041226 w 2192143"/>
                <a:gd name="connsiteY105" fmla="*/ 525265 h 1723066"/>
                <a:gd name="connsiteX106" fmla="*/ 1009911 w 2192143"/>
                <a:gd name="connsiteY106" fmla="*/ 513522 h 1723066"/>
                <a:gd name="connsiteX107" fmla="*/ 1041226 w 2192143"/>
                <a:gd name="connsiteY107" fmla="*/ 548751 h 1723066"/>
                <a:gd name="connsiteX108" fmla="*/ 1056884 w 2192143"/>
                <a:gd name="connsiteY108" fmla="*/ 556580 h 1723066"/>
                <a:gd name="connsiteX109" fmla="*/ 1033397 w 2192143"/>
                <a:gd name="connsiteY109" fmla="*/ 560494 h 1723066"/>
                <a:gd name="connsiteX110" fmla="*/ 1072541 w 2192143"/>
                <a:gd name="connsiteY110" fmla="*/ 564409 h 1723066"/>
                <a:gd name="connsiteX111" fmla="*/ 1064712 w 2192143"/>
                <a:gd name="connsiteY111" fmla="*/ 427405 h 1723066"/>
                <a:gd name="connsiteX112" fmla="*/ 1072541 w 2192143"/>
                <a:gd name="connsiteY112" fmla="*/ 415662 h 1723066"/>
                <a:gd name="connsiteX113" fmla="*/ 1088199 w 2192143"/>
                <a:gd name="connsiteY113" fmla="*/ 403919 h 1723066"/>
                <a:gd name="connsiteX114" fmla="*/ 1127342 w 2192143"/>
                <a:gd name="connsiteY114" fmla="*/ 372604 h 1723066"/>
                <a:gd name="connsiteX115" fmla="*/ 1088199 w 2192143"/>
                <a:gd name="connsiteY115" fmla="*/ 360861 h 1723066"/>
                <a:gd name="connsiteX116" fmla="*/ 1088199 w 2192143"/>
                <a:gd name="connsiteY116" fmla="*/ 329546 h 1723066"/>
                <a:gd name="connsiteX117" fmla="*/ 1127342 w 2192143"/>
                <a:gd name="connsiteY117" fmla="*/ 329546 h 1723066"/>
                <a:gd name="connsiteX118" fmla="*/ 1127342 w 2192143"/>
                <a:gd name="connsiteY118" fmla="*/ 298231 h 1723066"/>
                <a:gd name="connsiteX119" fmla="*/ 1103856 w 2192143"/>
                <a:gd name="connsiteY119" fmla="*/ 294316 h 1723066"/>
                <a:gd name="connsiteX120" fmla="*/ 1158658 w 2192143"/>
                <a:gd name="connsiteY120" fmla="*/ 290402 h 1723066"/>
                <a:gd name="connsiteX121" fmla="*/ 1150829 w 2192143"/>
                <a:gd name="connsiteY121" fmla="*/ 263001 h 1723066"/>
                <a:gd name="connsiteX122" fmla="*/ 1182144 w 2192143"/>
                <a:gd name="connsiteY122" fmla="*/ 259087 h 1723066"/>
                <a:gd name="connsiteX123" fmla="*/ 1197801 w 2192143"/>
                <a:gd name="connsiteY123" fmla="*/ 223857 h 1723066"/>
                <a:gd name="connsiteX124" fmla="*/ 1189973 w 2192143"/>
                <a:gd name="connsiteY124" fmla="*/ 216029 h 1723066"/>
                <a:gd name="connsiteX125" fmla="*/ 1225202 w 2192143"/>
                <a:gd name="connsiteY125" fmla="*/ 227772 h 1723066"/>
                <a:gd name="connsiteX126" fmla="*/ 1252603 w 2192143"/>
                <a:gd name="connsiteY126" fmla="*/ 208200 h 1723066"/>
                <a:gd name="connsiteX127" fmla="*/ 1240860 w 2192143"/>
                <a:gd name="connsiteY127" fmla="*/ 204286 h 1723066"/>
                <a:gd name="connsiteX128" fmla="*/ 1111685 w 2192143"/>
                <a:gd name="connsiteY128" fmla="*/ 219943 h 1723066"/>
                <a:gd name="connsiteX129" fmla="*/ 1103856 w 2192143"/>
                <a:gd name="connsiteY129" fmla="*/ 235601 h 1723066"/>
                <a:gd name="connsiteX130" fmla="*/ 1143000 w 2192143"/>
                <a:gd name="connsiteY130" fmla="*/ 255173 h 1723066"/>
                <a:gd name="connsiteX131" fmla="*/ 1088199 w 2192143"/>
                <a:gd name="connsiteY131" fmla="*/ 274744 h 1723066"/>
                <a:gd name="connsiteX132" fmla="*/ 1088199 w 2192143"/>
                <a:gd name="connsiteY132" fmla="*/ 219943 h 1723066"/>
                <a:gd name="connsiteX133" fmla="*/ 1041226 w 2192143"/>
                <a:gd name="connsiteY133" fmla="*/ 212114 h 1723066"/>
                <a:gd name="connsiteX134" fmla="*/ 994253 w 2192143"/>
                <a:gd name="connsiteY134" fmla="*/ 259087 h 1723066"/>
                <a:gd name="connsiteX135" fmla="*/ 994253 w 2192143"/>
                <a:gd name="connsiteY135" fmla="*/ 274744 h 1723066"/>
                <a:gd name="connsiteX136" fmla="*/ 1002082 w 2192143"/>
                <a:gd name="connsiteY136" fmla="*/ 302145 h 1723066"/>
                <a:gd name="connsiteX137" fmla="*/ 939452 w 2192143"/>
                <a:gd name="connsiteY137" fmla="*/ 325631 h 1723066"/>
                <a:gd name="connsiteX138" fmla="*/ 947281 w 2192143"/>
                <a:gd name="connsiteY138" fmla="*/ 306060 h 1723066"/>
                <a:gd name="connsiteX139" fmla="*/ 915966 w 2192143"/>
                <a:gd name="connsiteY139" fmla="*/ 286488 h 1723066"/>
                <a:gd name="connsiteX140" fmla="*/ 978596 w 2192143"/>
                <a:gd name="connsiteY140" fmla="*/ 251258 h 1723066"/>
                <a:gd name="connsiteX141" fmla="*/ 966853 w 2192143"/>
                <a:gd name="connsiteY141" fmla="*/ 243429 h 1723066"/>
                <a:gd name="connsiteX142" fmla="*/ 919880 w 2192143"/>
                <a:gd name="connsiteY142" fmla="*/ 266916 h 1723066"/>
                <a:gd name="connsiteX143" fmla="*/ 912051 w 2192143"/>
                <a:gd name="connsiteY143" fmla="*/ 259087 h 1723066"/>
                <a:gd name="connsiteX144" fmla="*/ 884651 w 2192143"/>
                <a:gd name="connsiteY144" fmla="*/ 298231 h 1723066"/>
                <a:gd name="connsiteX145" fmla="*/ 884651 w 2192143"/>
                <a:gd name="connsiteY145" fmla="*/ 165142 h 1723066"/>
                <a:gd name="connsiteX146" fmla="*/ 845507 w 2192143"/>
                <a:gd name="connsiteY146" fmla="*/ 165142 h 1723066"/>
                <a:gd name="connsiteX147" fmla="*/ 837678 w 2192143"/>
                <a:gd name="connsiteY147" fmla="*/ 98597 h 1723066"/>
                <a:gd name="connsiteX148" fmla="*/ 900308 w 2192143"/>
                <a:gd name="connsiteY148" fmla="*/ 118169 h 1723066"/>
                <a:gd name="connsiteX149" fmla="*/ 1013825 w 2192143"/>
                <a:gd name="connsiteY149" fmla="*/ 141655 h 1723066"/>
                <a:gd name="connsiteX150" fmla="*/ 1346548 w 2192143"/>
                <a:gd name="connsiteY150" fmla="*/ 79025 h 1723066"/>
                <a:gd name="connsiteX151" fmla="*/ 1448322 w 2192143"/>
                <a:gd name="connsiteY151" fmla="*/ 86854 h 1723066"/>
                <a:gd name="connsiteX152" fmla="*/ 1448322 w 2192143"/>
                <a:gd name="connsiteY152" fmla="*/ 110340 h 1723066"/>
                <a:gd name="connsiteX153" fmla="*/ 1487466 w 2192143"/>
                <a:gd name="connsiteY153" fmla="*/ 114255 h 1723066"/>
                <a:gd name="connsiteX154" fmla="*/ 1463979 w 2192143"/>
                <a:gd name="connsiteY154" fmla="*/ 149484 h 1723066"/>
                <a:gd name="connsiteX155" fmla="*/ 1510952 w 2192143"/>
                <a:gd name="connsiteY155" fmla="*/ 149484 h 1723066"/>
                <a:gd name="connsiteX156" fmla="*/ 1510952 w 2192143"/>
                <a:gd name="connsiteY156" fmla="*/ 125998 h 1723066"/>
                <a:gd name="connsiteX157" fmla="*/ 1597069 w 2192143"/>
                <a:gd name="connsiteY157" fmla="*/ 137741 h 1723066"/>
                <a:gd name="connsiteX158" fmla="*/ 1589240 w 2192143"/>
                <a:gd name="connsiteY158" fmla="*/ 157313 h 1723066"/>
                <a:gd name="connsiteX159" fmla="*/ 1604897 w 2192143"/>
                <a:gd name="connsiteY159" fmla="*/ 137741 h 1723066"/>
                <a:gd name="connsiteX160" fmla="*/ 1597069 w 2192143"/>
                <a:gd name="connsiteY160" fmla="*/ 94683 h 1723066"/>
                <a:gd name="connsiteX161" fmla="*/ 1550096 w 2192143"/>
                <a:gd name="connsiteY161" fmla="*/ 90768 h 1723066"/>
                <a:gd name="connsiteX162" fmla="*/ 1581411 w 2192143"/>
                <a:gd name="connsiteY162" fmla="*/ 79025 h 1723066"/>
                <a:gd name="connsiteX163" fmla="*/ 1667527 w 2192143"/>
                <a:gd name="connsiteY163" fmla="*/ 55539 h 1723066"/>
                <a:gd name="connsiteX164" fmla="*/ 1651870 w 2192143"/>
                <a:gd name="connsiteY164" fmla="*/ 98597 h 1723066"/>
                <a:gd name="connsiteX165" fmla="*/ 1702757 w 2192143"/>
                <a:gd name="connsiteY165" fmla="*/ 94683 h 1723066"/>
                <a:gd name="connsiteX166" fmla="*/ 1777130 w 2192143"/>
                <a:gd name="connsiteY166" fmla="*/ 110340 h 1723066"/>
                <a:gd name="connsiteX167" fmla="*/ 1800616 w 2192143"/>
                <a:gd name="connsiteY167" fmla="*/ 47710 h 1723066"/>
                <a:gd name="connsiteX168" fmla="*/ 1765387 w 2192143"/>
                <a:gd name="connsiteY168" fmla="*/ 63368 h 1723066"/>
                <a:gd name="connsiteX169" fmla="*/ 1706671 w 2192143"/>
                <a:gd name="connsiteY169" fmla="*/ 55539 h 1723066"/>
                <a:gd name="connsiteX170" fmla="*/ 1761473 w 2192143"/>
                <a:gd name="connsiteY170" fmla="*/ 43796 h 1723066"/>
                <a:gd name="connsiteX171" fmla="*/ 1761473 w 2192143"/>
                <a:gd name="connsiteY171" fmla="*/ 24224 h 1723066"/>
                <a:gd name="connsiteX172" fmla="*/ 1628384 w 2192143"/>
                <a:gd name="connsiteY172" fmla="*/ 43796 h 1723066"/>
                <a:gd name="connsiteX173" fmla="*/ 1683185 w 2192143"/>
                <a:gd name="connsiteY173" fmla="*/ 32053 h 1723066"/>
                <a:gd name="connsiteX174" fmla="*/ 1600983 w 2192143"/>
                <a:gd name="connsiteY174" fmla="*/ 47710 h 1723066"/>
                <a:gd name="connsiteX175" fmla="*/ 1456151 w 2192143"/>
                <a:gd name="connsiteY175" fmla="*/ 43796 h 1723066"/>
                <a:gd name="connsiteX176" fmla="*/ 1487466 w 2192143"/>
                <a:gd name="connsiteY176" fmla="*/ 28138 h 1723066"/>
                <a:gd name="connsiteX177" fmla="*/ 1424836 w 2192143"/>
                <a:gd name="connsiteY177" fmla="*/ 32053 h 1723066"/>
                <a:gd name="connsiteX178" fmla="*/ 1440493 w 2192143"/>
                <a:gd name="connsiteY178" fmla="*/ 59453 h 1723066"/>
                <a:gd name="connsiteX179" fmla="*/ 1377863 w 2192143"/>
                <a:gd name="connsiteY179" fmla="*/ 63368 h 1723066"/>
                <a:gd name="connsiteX180" fmla="*/ 1346548 w 2192143"/>
                <a:gd name="connsiteY180" fmla="*/ 24224 h 1723066"/>
                <a:gd name="connsiteX181" fmla="*/ 1248688 w 2192143"/>
                <a:gd name="connsiteY181" fmla="*/ 63368 h 1723066"/>
                <a:gd name="connsiteX182" fmla="*/ 1174315 w 2192143"/>
                <a:gd name="connsiteY182" fmla="*/ 59453 h 1723066"/>
                <a:gd name="connsiteX183" fmla="*/ 1236945 w 2192143"/>
                <a:gd name="connsiteY183" fmla="*/ 28138 h 1723066"/>
                <a:gd name="connsiteX184" fmla="*/ 1150829 w 2192143"/>
                <a:gd name="connsiteY184" fmla="*/ 51625 h 1723066"/>
                <a:gd name="connsiteX185" fmla="*/ 1158658 w 2192143"/>
                <a:gd name="connsiteY185" fmla="*/ 59453 h 1723066"/>
                <a:gd name="connsiteX186" fmla="*/ 1103856 w 2192143"/>
                <a:gd name="connsiteY186" fmla="*/ 79025 h 1723066"/>
                <a:gd name="connsiteX187" fmla="*/ 1080370 w 2192143"/>
                <a:gd name="connsiteY187" fmla="*/ 71197 h 1723066"/>
                <a:gd name="connsiteX188" fmla="*/ 1099942 w 2192143"/>
                <a:gd name="connsiteY188" fmla="*/ 32053 h 1723066"/>
                <a:gd name="connsiteX189" fmla="*/ 1056884 w 2192143"/>
                <a:gd name="connsiteY189" fmla="*/ 51625 h 1723066"/>
                <a:gd name="connsiteX190" fmla="*/ 1033397 w 2192143"/>
                <a:gd name="connsiteY190" fmla="*/ 79025 h 1723066"/>
                <a:gd name="connsiteX191" fmla="*/ 974682 w 2192143"/>
                <a:gd name="connsiteY191" fmla="*/ 86854 h 1723066"/>
                <a:gd name="connsiteX192" fmla="*/ 970767 w 2192143"/>
                <a:gd name="connsiteY192" fmla="*/ 63368 h 1723066"/>
                <a:gd name="connsiteX193" fmla="*/ 1013825 w 2192143"/>
                <a:gd name="connsiteY193" fmla="*/ 71197 h 1723066"/>
                <a:gd name="connsiteX194" fmla="*/ 1049055 w 2192143"/>
                <a:gd name="connsiteY194" fmla="*/ 39881 h 1723066"/>
                <a:gd name="connsiteX195" fmla="*/ 1025568 w 2192143"/>
                <a:gd name="connsiteY195" fmla="*/ 24224 h 1723066"/>
                <a:gd name="connsiteX196" fmla="*/ 1017740 w 2192143"/>
                <a:gd name="connsiteY196" fmla="*/ 43796 h 1723066"/>
                <a:gd name="connsiteX197" fmla="*/ 935538 w 2192143"/>
                <a:gd name="connsiteY197" fmla="*/ 39881 h 1723066"/>
                <a:gd name="connsiteX198" fmla="*/ 931623 w 2192143"/>
                <a:gd name="connsiteY198" fmla="*/ 63368 h 1723066"/>
                <a:gd name="connsiteX199" fmla="*/ 962938 w 2192143"/>
                <a:gd name="connsiteY199" fmla="*/ 71197 h 1723066"/>
                <a:gd name="connsiteX200" fmla="*/ 947281 w 2192143"/>
                <a:gd name="connsiteY200" fmla="*/ 79025 h 1723066"/>
                <a:gd name="connsiteX201" fmla="*/ 786791 w 2192143"/>
                <a:gd name="connsiteY201" fmla="*/ 39881 h 1723066"/>
                <a:gd name="connsiteX202" fmla="*/ 677188 w 2192143"/>
                <a:gd name="connsiteY202" fmla="*/ 24224 h 1723066"/>
                <a:gd name="connsiteX203" fmla="*/ 622387 w 2192143"/>
                <a:gd name="connsiteY203" fmla="*/ 24224 h 1723066"/>
                <a:gd name="connsiteX204" fmla="*/ 594986 w 2192143"/>
                <a:gd name="connsiteY204" fmla="*/ 39881 h 1723066"/>
                <a:gd name="connsiteX205" fmla="*/ 645873 w 2192143"/>
                <a:gd name="connsiteY205" fmla="*/ 39881 h 1723066"/>
                <a:gd name="connsiteX206" fmla="*/ 649788 w 2192143"/>
                <a:gd name="connsiteY206" fmla="*/ 75111 h 1723066"/>
                <a:gd name="connsiteX207" fmla="*/ 618473 w 2192143"/>
                <a:gd name="connsiteY207" fmla="*/ 75111 h 1723066"/>
                <a:gd name="connsiteX208" fmla="*/ 622387 w 2192143"/>
                <a:gd name="connsiteY208" fmla="*/ 55539 h 1723066"/>
                <a:gd name="connsiteX209" fmla="*/ 583243 w 2192143"/>
                <a:gd name="connsiteY209" fmla="*/ 71197 h 1723066"/>
                <a:gd name="connsiteX210" fmla="*/ 587158 w 2192143"/>
                <a:gd name="connsiteY210" fmla="*/ 51625 h 1723066"/>
                <a:gd name="connsiteX211" fmla="*/ 469726 w 2192143"/>
                <a:gd name="connsiteY211" fmla="*/ 82940 h 1723066"/>
                <a:gd name="connsiteX212" fmla="*/ 461897 w 2192143"/>
                <a:gd name="connsiteY212" fmla="*/ 110340 h 1723066"/>
                <a:gd name="connsiteX213" fmla="*/ 414925 w 2192143"/>
                <a:gd name="connsiteY213" fmla="*/ 86854 h 1723066"/>
                <a:gd name="connsiteX214" fmla="*/ 446240 w 2192143"/>
                <a:gd name="connsiteY214" fmla="*/ 71197 h 1723066"/>
                <a:gd name="connsiteX215" fmla="*/ 426668 w 2192143"/>
                <a:gd name="connsiteY215" fmla="*/ 47710 h 1723066"/>
                <a:gd name="connsiteX216" fmla="*/ 414925 w 2192143"/>
                <a:gd name="connsiteY216" fmla="*/ 71197 h 1723066"/>
                <a:gd name="connsiteX217" fmla="*/ 383610 w 2192143"/>
                <a:gd name="connsiteY217" fmla="*/ 51625 h 1723066"/>
                <a:gd name="connsiteX218" fmla="*/ 234863 w 2192143"/>
                <a:gd name="connsiteY218" fmla="*/ 39881 h 1723066"/>
                <a:gd name="connsiteX219" fmla="*/ 234863 w 2192143"/>
                <a:gd name="connsiteY219" fmla="*/ 24224 h 1723066"/>
                <a:gd name="connsiteX220" fmla="*/ 250521 w 2192143"/>
                <a:gd name="connsiteY220" fmla="*/ 63368 h 1723066"/>
                <a:gd name="connsiteX221" fmla="*/ 246606 w 2192143"/>
                <a:gd name="connsiteY221" fmla="*/ 71197 h 1723066"/>
                <a:gd name="connsiteX222" fmla="*/ 133089 w 2192143"/>
                <a:gd name="connsiteY222" fmla="*/ 47710 h 1723066"/>
                <a:gd name="connsiteX223" fmla="*/ 31315 w 2192143"/>
                <a:gd name="connsiteY223" fmla="*/ 67282 h 1723066"/>
                <a:gd name="connsiteX224" fmla="*/ 46973 w 2192143"/>
                <a:gd name="connsiteY224" fmla="*/ 59453 h 1723066"/>
                <a:gd name="connsiteX225" fmla="*/ 0 w 2192143"/>
                <a:gd name="connsiteY225" fmla="*/ 32053 h 1723066"/>
                <a:gd name="connsiteX226" fmla="*/ 7829 w 2192143"/>
                <a:gd name="connsiteY226" fmla="*/ 16395 h 1723066"/>
                <a:gd name="connsiteX227" fmla="*/ 86116 w 2192143"/>
                <a:gd name="connsiteY227" fmla="*/ 8566 h 1723066"/>
                <a:gd name="connsiteX228" fmla="*/ 105688 w 2192143"/>
                <a:gd name="connsiteY228" fmla="*/ 8566 h 1723066"/>
                <a:gd name="connsiteX229" fmla="*/ 160490 w 2192143"/>
                <a:gd name="connsiteY229" fmla="*/ 16395 h 1723066"/>
                <a:gd name="connsiteX230" fmla="*/ 172233 w 2192143"/>
                <a:gd name="connsiteY230" fmla="*/ 738 h 1723066"/>
                <a:gd name="connsiteX231" fmla="*/ 211377 w 2192143"/>
                <a:gd name="connsiteY231" fmla="*/ 16395 h 1723066"/>
                <a:gd name="connsiteX232" fmla="*/ 293579 w 2192143"/>
                <a:gd name="connsiteY232" fmla="*/ 16395 h 1723066"/>
                <a:gd name="connsiteX233" fmla="*/ 391438 w 2192143"/>
                <a:gd name="connsiteY233" fmla="*/ 32053 h 1723066"/>
                <a:gd name="connsiteX234" fmla="*/ 465812 w 2192143"/>
                <a:gd name="connsiteY234" fmla="*/ 16395 h 1723066"/>
                <a:gd name="connsiteX235" fmla="*/ 501041 w 2192143"/>
                <a:gd name="connsiteY235" fmla="*/ 738 h 1723066"/>
                <a:gd name="connsiteX236" fmla="*/ 563671 w 2192143"/>
                <a:gd name="connsiteY236" fmla="*/ 16395 h 1723066"/>
                <a:gd name="connsiteX237" fmla="*/ 618473 w 2192143"/>
                <a:gd name="connsiteY237" fmla="*/ 738 h 1723066"/>
                <a:gd name="connsiteX238" fmla="*/ 641959 w 2192143"/>
                <a:gd name="connsiteY238" fmla="*/ 16395 h 1723066"/>
                <a:gd name="connsiteX239" fmla="*/ 653702 w 2192143"/>
                <a:gd name="connsiteY239" fmla="*/ 738 h 1723066"/>
                <a:gd name="connsiteX240" fmla="*/ 700675 w 2192143"/>
                <a:gd name="connsiteY240" fmla="*/ 738 h 1723066"/>
                <a:gd name="connsiteX241" fmla="*/ 731990 w 2192143"/>
                <a:gd name="connsiteY241" fmla="*/ 16395 h 1723066"/>
                <a:gd name="connsiteX242" fmla="*/ 1049055 w 2192143"/>
                <a:gd name="connsiteY242" fmla="*/ 16395 h 1723066"/>
                <a:gd name="connsiteX243" fmla="*/ 1072541 w 2192143"/>
                <a:gd name="connsiteY243" fmla="*/ 738 h 1723066"/>
                <a:gd name="connsiteX244" fmla="*/ 1119514 w 2192143"/>
                <a:gd name="connsiteY244" fmla="*/ 738 h 1723066"/>
                <a:gd name="connsiteX245" fmla="*/ 1170401 w 2192143"/>
                <a:gd name="connsiteY245" fmla="*/ 738 h 1723066"/>
                <a:gd name="connsiteX246" fmla="*/ 1178229 w 2192143"/>
                <a:gd name="connsiteY246" fmla="*/ 16395 h 1723066"/>
                <a:gd name="connsiteX247" fmla="*/ 1366120 w 2192143"/>
                <a:gd name="connsiteY247" fmla="*/ 16395 h 1723066"/>
                <a:gd name="connsiteX248" fmla="*/ 1389606 w 2192143"/>
                <a:gd name="connsiteY248" fmla="*/ 738 h 1723066"/>
                <a:gd name="connsiteX249" fmla="*/ 1413092 w 2192143"/>
                <a:gd name="connsiteY249" fmla="*/ 738 h 1723066"/>
                <a:gd name="connsiteX250" fmla="*/ 1432664 w 2192143"/>
                <a:gd name="connsiteY250" fmla="*/ 738 h 1723066"/>
                <a:gd name="connsiteX251" fmla="*/ 1475723 w 2192143"/>
                <a:gd name="connsiteY251" fmla="*/ 738 h 1723066"/>
                <a:gd name="connsiteX252" fmla="*/ 1499209 w 2192143"/>
                <a:gd name="connsiteY252" fmla="*/ 738 h 1723066"/>
                <a:gd name="connsiteX253" fmla="*/ 1557925 w 2192143"/>
                <a:gd name="connsiteY253" fmla="*/ 16395 h 1723066"/>
                <a:gd name="connsiteX254" fmla="*/ 1632298 w 2192143"/>
                <a:gd name="connsiteY254" fmla="*/ 738 h 1723066"/>
                <a:gd name="connsiteX255" fmla="*/ 1655784 w 2192143"/>
                <a:gd name="connsiteY255" fmla="*/ 738 h 1723066"/>
                <a:gd name="connsiteX256" fmla="*/ 1679271 w 2192143"/>
                <a:gd name="connsiteY256" fmla="*/ 738 h 1723066"/>
                <a:gd name="connsiteX257" fmla="*/ 1687099 w 2192143"/>
                <a:gd name="connsiteY257" fmla="*/ 16395 h 1723066"/>
                <a:gd name="connsiteX258" fmla="*/ 1929791 w 2192143"/>
                <a:gd name="connsiteY258" fmla="*/ 16395 h 1723066"/>
                <a:gd name="connsiteX259" fmla="*/ 1937620 w 2192143"/>
                <a:gd name="connsiteY259" fmla="*/ 738 h 1723066"/>
                <a:gd name="connsiteX260" fmla="*/ 2148997 w 2192143"/>
                <a:gd name="connsiteY260" fmla="*/ 16395 h 1723066"/>
                <a:gd name="connsiteX261" fmla="*/ 2192055 w 2192143"/>
                <a:gd name="connsiteY261" fmla="*/ 738 h 1723066"/>
                <a:gd name="connsiteX262" fmla="*/ 2168569 w 2192143"/>
                <a:gd name="connsiteY262" fmla="*/ 32053 h 1723066"/>
                <a:gd name="connsiteX263" fmla="*/ 2176397 w 2192143"/>
                <a:gd name="connsiteY263" fmla="*/ 43796 h 1723066"/>
                <a:gd name="connsiteX264" fmla="*/ 2129425 w 2192143"/>
                <a:gd name="connsiteY264" fmla="*/ 47710 h 1723066"/>
                <a:gd name="connsiteX265" fmla="*/ 2129425 w 2192143"/>
                <a:gd name="connsiteY265" fmla="*/ 86854 h 1723066"/>
                <a:gd name="connsiteX266" fmla="*/ 2058966 w 2192143"/>
                <a:gd name="connsiteY266" fmla="*/ 90768 h 1723066"/>
                <a:gd name="connsiteX267" fmla="*/ 1996336 w 2192143"/>
                <a:gd name="connsiteY267" fmla="*/ 39881 h 1723066"/>
                <a:gd name="connsiteX268" fmla="*/ 2019822 w 2192143"/>
                <a:gd name="connsiteY268" fmla="*/ 55539 h 1723066"/>
                <a:gd name="connsiteX269" fmla="*/ 2004164 w 2192143"/>
                <a:gd name="connsiteY269" fmla="*/ 63368 h 1723066"/>
                <a:gd name="connsiteX270" fmla="*/ 1918048 w 2192143"/>
                <a:gd name="connsiteY270" fmla="*/ 24224 h 1723066"/>
                <a:gd name="connsiteX271" fmla="*/ 1843675 w 2192143"/>
                <a:gd name="connsiteY271" fmla="*/ 24224 h 1723066"/>
                <a:gd name="connsiteX272" fmla="*/ 1839760 w 2192143"/>
                <a:gd name="connsiteY272" fmla="*/ 55539 h 1723066"/>
                <a:gd name="connsiteX273" fmla="*/ 1918048 w 2192143"/>
                <a:gd name="connsiteY273" fmla="*/ 102512 h 1723066"/>
                <a:gd name="connsiteX274" fmla="*/ 1949363 w 2192143"/>
                <a:gd name="connsiteY274" fmla="*/ 98597 h 1723066"/>
                <a:gd name="connsiteX275" fmla="*/ 1925877 w 2192143"/>
                <a:gd name="connsiteY275" fmla="*/ 133827 h 1723066"/>
                <a:gd name="connsiteX276" fmla="*/ 1843675 w 2192143"/>
                <a:gd name="connsiteY276" fmla="*/ 157313 h 1723066"/>
                <a:gd name="connsiteX277" fmla="*/ 1843675 w 2192143"/>
                <a:gd name="connsiteY277" fmla="*/ 94683 h 1723066"/>
                <a:gd name="connsiteX278" fmla="*/ 1773216 w 2192143"/>
                <a:gd name="connsiteY278" fmla="*/ 125998 h 1723066"/>
                <a:gd name="connsiteX279" fmla="*/ 1659699 w 2192143"/>
                <a:gd name="connsiteY279" fmla="*/ 122084 h 1723066"/>
                <a:gd name="connsiteX280" fmla="*/ 1679271 w 2192143"/>
                <a:gd name="connsiteY280" fmla="*/ 149484 h 1723066"/>
                <a:gd name="connsiteX281" fmla="*/ 1702757 w 2192143"/>
                <a:gd name="connsiteY281" fmla="*/ 141655 h 1723066"/>
                <a:gd name="connsiteX282" fmla="*/ 1753644 w 2192143"/>
                <a:gd name="connsiteY282" fmla="*/ 200371 h 1723066"/>
                <a:gd name="connsiteX283" fmla="*/ 1679271 w 2192143"/>
                <a:gd name="connsiteY283" fmla="*/ 219943 h 1723066"/>
                <a:gd name="connsiteX284" fmla="*/ 1612726 w 2192143"/>
                <a:gd name="connsiteY284" fmla="*/ 235601 h 1723066"/>
                <a:gd name="connsiteX285" fmla="*/ 1573582 w 2192143"/>
                <a:gd name="connsiteY285" fmla="*/ 235601 h 1723066"/>
                <a:gd name="connsiteX286" fmla="*/ 1534438 w 2192143"/>
                <a:gd name="connsiteY286" fmla="*/ 243429 h 1723066"/>
                <a:gd name="connsiteX287" fmla="*/ 1534438 w 2192143"/>
                <a:gd name="connsiteY287" fmla="*/ 212114 h 1723066"/>
                <a:gd name="connsiteX288" fmla="*/ 1487466 w 2192143"/>
                <a:gd name="connsiteY288" fmla="*/ 196457 h 1723066"/>
                <a:gd name="connsiteX289" fmla="*/ 1510952 w 2192143"/>
                <a:gd name="connsiteY289" fmla="*/ 282573 h 1723066"/>
                <a:gd name="connsiteX290" fmla="*/ 1557925 w 2192143"/>
                <a:gd name="connsiteY290" fmla="*/ 290402 h 1723066"/>
                <a:gd name="connsiteX291" fmla="*/ 1495295 w 2192143"/>
                <a:gd name="connsiteY291" fmla="*/ 290402 h 1723066"/>
                <a:gd name="connsiteX292" fmla="*/ 1483551 w 2192143"/>
                <a:gd name="connsiteY292" fmla="*/ 243429 h 1723066"/>
                <a:gd name="connsiteX293" fmla="*/ 1463979 w 2192143"/>
                <a:gd name="connsiteY293" fmla="*/ 247344 h 1723066"/>
                <a:gd name="connsiteX294" fmla="*/ 1479637 w 2192143"/>
                <a:gd name="connsiteY294" fmla="*/ 227772 h 1723066"/>
                <a:gd name="connsiteX295" fmla="*/ 1463979 w 2192143"/>
                <a:gd name="connsiteY295" fmla="*/ 196457 h 1723066"/>
                <a:gd name="connsiteX296" fmla="*/ 1393521 w 2192143"/>
                <a:gd name="connsiteY296" fmla="*/ 208200 h 1723066"/>
                <a:gd name="connsiteX297" fmla="*/ 1420921 w 2192143"/>
                <a:gd name="connsiteY297" fmla="*/ 212114 h 1723066"/>
                <a:gd name="connsiteX298" fmla="*/ 1424836 w 2192143"/>
                <a:gd name="connsiteY298" fmla="*/ 259087 h 1723066"/>
                <a:gd name="connsiteX299" fmla="*/ 1456151 w 2192143"/>
                <a:gd name="connsiteY299" fmla="*/ 263001 h 1723066"/>
                <a:gd name="connsiteX300" fmla="*/ 1448322 w 2192143"/>
                <a:gd name="connsiteY300" fmla="*/ 290402 h 1723066"/>
                <a:gd name="connsiteX301" fmla="*/ 1448322 w 2192143"/>
                <a:gd name="connsiteY301" fmla="*/ 313888 h 1723066"/>
                <a:gd name="connsiteX302" fmla="*/ 1448322 w 2192143"/>
                <a:gd name="connsiteY302" fmla="*/ 345203 h 1723066"/>
                <a:gd name="connsiteX303" fmla="*/ 1424836 w 2192143"/>
                <a:gd name="connsiteY303" fmla="*/ 345203 h 1723066"/>
                <a:gd name="connsiteX304" fmla="*/ 1424836 w 2192143"/>
                <a:gd name="connsiteY304" fmla="*/ 400005 h 1723066"/>
                <a:gd name="connsiteX305" fmla="*/ 1377863 w 2192143"/>
                <a:gd name="connsiteY305" fmla="*/ 454806 h 1723066"/>
                <a:gd name="connsiteX306" fmla="*/ 1338719 w 2192143"/>
                <a:gd name="connsiteY306" fmla="*/ 454806 h 1723066"/>
                <a:gd name="connsiteX307" fmla="*/ 1330890 w 2192143"/>
                <a:gd name="connsiteY307" fmla="*/ 384347 h 1723066"/>
                <a:gd name="connsiteX308" fmla="*/ 1354377 w 2192143"/>
                <a:gd name="connsiteY308" fmla="*/ 380433 h 1723066"/>
                <a:gd name="connsiteX309" fmla="*/ 1334805 w 2192143"/>
                <a:gd name="connsiteY309" fmla="*/ 360861 h 1723066"/>
                <a:gd name="connsiteX310" fmla="*/ 1315233 w 2192143"/>
                <a:gd name="connsiteY310" fmla="*/ 380433 h 1723066"/>
                <a:gd name="connsiteX311" fmla="*/ 1268260 w 2192143"/>
                <a:gd name="connsiteY311" fmla="*/ 388262 h 1723066"/>
                <a:gd name="connsiteX312" fmla="*/ 1315233 w 2192143"/>
                <a:gd name="connsiteY312" fmla="*/ 411748 h 1723066"/>
                <a:gd name="connsiteX313" fmla="*/ 1330890 w 2192143"/>
                <a:gd name="connsiteY313" fmla="*/ 470464 h 1723066"/>
                <a:gd name="connsiteX314" fmla="*/ 1323062 w 2192143"/>
                <a:gd name="connsiteY314" fmla="*/ 482207 h 1723066"/>
                <a:gd name="connsiteX315" fmla="*/ 1362206 w 2192143"/>
                <a:gd name="connsiteY315" fmla="*/ 497864 h 1723066"/>
                <a:gd name="connsiteX316" fmla="*/ 1362206 w 2192143"/>
                <a:gd name="connsiteY316" fmla="*/ 521351 h 1723066"/>
                <a:gd name="connsiteX317" fmla="*/ 1448322 w 2192143"/>
                <a:gd name="connsiteY317" fmla="*/ 544837 h 1723066"/>
                <a:gd name="connsiteX318" fmla="*/ 1444408 w 2192143"/>
                <a:gd name="connsiteY318" fmla="*/ 564409 h 1723066"/>
                <a:gd name="connsiteX319" fmla="*/ 1479637 w 2192143"/>
                <a:gd name="connsiteY319" fmla="*/ 576152 h 1723066"/>
                <a:gd name="connsiteX320" fmla="*/ 1417007 w 2192143"/>
                <a:gd name="connsiteY320" fmla="*/ 658354 h 1723066"/>
                <a:gd name="connsiteX321" fmla="*/ 1377863 w 2192143"/>
                <a:gd name="connsiteY321" fmla="*/ 666183 h 1723066"/>
                <a:gd name="connsiteX322" fmla="*/ 1373949 w 2192143"/>
                <a:gd name="connsiteY322" fmla="*/ 634868 h 1723066"/>
                <a:gd name="connsiteX323" fmla="*/ 1354377 w 2192143"/>
                <a:gd name="connsiteY323" fmla="*/ 627039 h 1723066"/>
                <a:gd name="connsiteX324" fmla="*/ 1366120 w 2192143"/>
                <a:gd name="connsiteY324" fmla="*/ 627039 h 1723066"/>
                <a:gd name="connsiteX325" fmla="*/ 1358291 w 2192143"/>
                <a:gd name="connsiteY325" fmla="*/ 572238 h 1723066"/>
                <a:gd name="connsiteX326" fmla="*/ 1354377 w 2192143"/>
                <a:gd name="connsiteY326" fmla="*/ 603553 h 1723066"/>
                <a:gd name="connsiteX327" fmla="*/ 1342634 w 2192143"/>
                <a:gd name="connsiteY327" fmla="*/ 595724 h 1723066"/>
                <a:gd name="connsiteX328" fmla="*/ 1319147 w 2192143"/>
                <a:gd name="connsiteY328" fmla="*/ 619210 h 1723066"/>
                <a:gd name="connsiteX329" fmla="*/ 1291747 w 2192143"/>
                <a:gd name="connsiteY329" fmla="*/ 642697 h 1723066"/>
                <a:gd name="connsiteX330" fmla="*/ 1260432 w 2192143"/>
                <a:gd name="connsiteY330" fmla="*/ 650525 h 1723066"/>
                <a:gd name="connsiteX331" fmla="*/ 1299575 w 2192143"/>
                <a:gd name="connsiteY331" fmla="*/ 705327 h 1723066"/>
                <a:gd name="connsiteX332" fmla="*/ 1268260 w 2192143"/>
                <a:gd name="connsiteY332" fmla="*/ 713155 h 1723066"/>
                <a:gd name="connsiteX333" fmla="*/ 1229116 w 2192143"/>
                <a:gd name="connsiteY333" fmla="*/ 611381 h 1723066"/>
                <a:gd name="connsiteX334" fmla="*/ 1244774 w 2192143"/>
                <a:gd name="connsiteY334" fmla="*/ 572238 h 1723066"/>
                <a:gd name="connsiteX335" fmla="*/ 1221288 w 2192143"/>
                <a:gd name="connsiteY335" fmla="*/ 572238 h 1723066"/>
                <a:gd name="connsiteX336" fmla="*/ 1221288 w 2192143"/>
                <a:gd name="connsiteY336" fmla="*/ 540923 h 1723066"/>
                <a:gd name="connsiteX337" fmla="*/ 1166486 w 2192143"/>
                <a:gd name="connsiteY337" fmla="*/ 525265 h 1723066"/>
                <a:gd name="connsiteX338" fmla="*/ 1111685 w 2192143"/>
                <a:gd name="connsiteY338" fmla="*/ 529179 h 1723066"/>
                <a:gd name="connsiteX339" fmla="*/ 1103856 w 2192143"/>
                <a:gd name="connsiteY339" fmla="*/ 493950 h 1723066"/>
                <a:gd name="connsiteX340" fmla="*/ 1072541 w 2192143"/>
                <a:gd name="connsiteY340" fmla="*/ 576152 h 1723066"/>
                <a:gd name="connsiteX341" fmla="*/ 1013825 w 2192143"/>
                <a:gd name="connsiteY341" fmla="*/ 548751 h 1723066"/>
                <a:gd name="connsiteX342" fmla="*/ 1017740 w 2192143"/>
                <a:gd name="connsiteY342" fmla="*/ 587895 h 1723066"/>
                <a:gd name="connsiteX343" fmla="*/ 986425 w 2192143"/>
                <a:gd name="connsiteY343" fmla="*/ 580066 h 1723066"/>
                <a:gd name="connsiteX344" fmla="*/ 970767 w 2192143"/>
                <a:gd name="connsiteY344" fmla="*/ 591810 h 1723066"/>
                <a:gd name="connsiteX345" fmla="*/ 1002082 w 2192143"/>
                <a:gd name="connsiteY345" fmla="*/ 634868 h 1723066"/>
                <a:gd name="connsiteX346" fmla="*/ 1017740 w 2192143"/>
                <a:gd name="connsiteY346" fmla="*/ 642697 h 1723066"/>
                <a:gd name="connsiteX347" fmla="*/ 1060798 w 2192143"/>
                <a:gd name="connsiteY347" fmla="*/ 634868 h 1723066"/>
                <a:gd name="connsiteX348" fmla="*/ 1052969 w 2192143"/>
                <a:gd name="connsiteY348" fmla="*/ 603553 h 1723066"/>
                <a:gd name="connsiteX349" fmla="*/ 1096027 w 2192143"/>
                <a:gd name="connsiteY349" fmla="*/ 619210 h 1723066"/>
                <a:gd name="connsiteX350" fmla="*/ 1064712 w 2192143"/>
                <a:gd name="connsiteY350" fmla="*/ 646611 h 1723066"/>
                <a:gd name="connsiteX351" fmla="*/ 1064712 w 2192143"/>
                <a:gd name="connsiteY351" fmla="*/ 666183 h 1723066"/>
                <a:gd name="connsiteX352" fmla="*/ 1033397 w 2192143"/>
                <a:gd name="connsiteY352" fmla="*/ 666183 h 1723066"/>
                <a:gd name="connsiteX353" fmla="*/ 1041226 w 2192143"/>
                <a:gd name="connsiteY353" fmla="*/ 677926 h 1723066"/>
                <a:gd name="connsiteX354" fmla="*/ 1002082 w 2192143"/>
                <a:gd name="connsiteY354" fmla="*/ 701412 h 1723066"/>
                <a:gd name="connsiteX355" fmla="*/ 1029483 w 2192143"/>
                <a:gd name="connsiteY355" fmla="*/ 752299 h 1723066"/>
                <a:gd name="connsiteX356" fmla="*/ 1072541 w 2192143"/>
                <a:gd name="connsiteY356" fmla="*/ 740556 h 1723066"/>
                <a:gd name="connsiteX357" fmla="*/ 1088199 w 2192143"/>
                <a:gd name="connsiteY357" fmla="*/ 713155 h 1723066"/>
                <a:gd name="connsiteX358" fmla="*/ 1080370 w 2192143"/>
                <a:gd name="connsiteY358" fmla="*/ 752299 h 1723066"/>
                <a:gd name="connsiteX359" fmla="*/ 1166486 w 2192143"/>
                <a:gd name="connsiteY359" fmla="*/ 799272 h 1723066"/>
                <a:gd name="connsiteX360" fmla="*/ 1189973 w 2192143"/>
                <a:gd name="connsiteY360" fmla="*/ 799272 h 1723066"/>
                <a:gd name="connsiteX361" fmla="*/ 1103856 w 2192143"/>
                <a:gd name="connsiteY361" fmla="*/ 814929 h 1723066"/>
                <a:gd name="connsiteX362" fmla="*/ 1103856 w 2192143"/>
                <a:gd name="connsiteY362" fmla="*/ 791443 h 1723066"/>
                <a:gd name="connsiteX363" fmla="*/ 1096027 w 2192143"/>
                <a:gd name="connsiteY363" fmla="*/ 807101 h 1723066"/>
                <a:gd name="connsiteX364" fmla="*/ 1072541 w 2192143"/>
                <a:gd name="connsiteY364" fmla="*/ 818844 h 1723066"/>
                <a:gd name="connsiteX365" fmla="*/ 1189973 w 2192143"/>
                <a:gd name="connsiteY365" fmla="*/ 818844 h 1723066"/>
                <a:gd name="connsiteX366" fmla="*/ 1221288 w 2192143"/>
                <a:gd name="connsiteY366" fmla="*/ 807101 h 1723066"/>
                <a:gd name="connsiteX367" fmla="*/ 1276089 w 2192143"/>
                <a:gd name="connsiteY367" fmla="*/ 803186 h 1723066"/>
                <a:gd name="connsiteX368" fmla="*/ 1236945 w 2192143"/>
                <a:gd name="connsiteY368" fmla="*/ 818844 h 1723066"/>
                <a:gd name="connsiteX369" fmla="*/ 1354377 w 2192143"/>
                <a:gd name="connsiteY369" fmla="*/ 822758 h 1723066"/>
                <a:gd name="connsiteX370" fmla="*/ 1354377 w 2192143"/>
                <a:gd name="connsiteY370" fmla="*/ 791443 h 1723066"/>
                <a:gd name="connsiteX371" fmla="*/ 1471808 w 2192143"/>
                <a:gd name="connsiteY371" fmla="*/ 795358 h 1723066"/>
                <a:gd name="connsiteX372" fmla="*/ 1448322 w 2192143"/>
                <a:gd name="connsiteY372" fmla="*/ 838416 h 17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</a:cxnLst>
              <a:rect l="l" t="t" r="r" b="b"/>
              <a:pathLst>
                <a:path w="2192143" h="1723066">
                  <a:moveTo>
                    <a:pt x="1448322" y="838416"/>
                  </a:moveTo>
                  <a:cubicBezTo>
                    <a:pt x="1289116" y="837108"/>
                    <a:pt x="1129934" y="838416"/>
                    <a:pt x="970767" y="842330"/>
                  </a:cubicBezTo>
                  <a:cubicBezTo>
                    <a:pt x="900199" y="865934"/>
                    <a:pt x="857140" y="914214"/>
                    <a:pt x="841592" y="987162"/>
                  </a:cubicBezTo>
                  <a:cubicBezTo>
                    <a:pt x="827767" y="1233729"/>
                    <a:pt x="813417" y="1479028"/>
                    <a:pt x="798534" y="1723066"/>
                  </a:cubicBezTo>
                  <a:cubicBezTo>
                    <a:pt x="797133" y="1657031"/>
                    <a:pt x="794518" y="1590486"/>
                    <a:pt x="790705" y="1523433"/>
                  </a:cubicBezTo>
                  <a:cubicBezTo>
                    <a:pt x="803913" y="1508456"/>
                    <a:pt x="807827" y="1491492"/>
                    <a:pt x="802449" y="1472546"/>
                  </a:cubicBezTo>
                  <a:cubicBezTo>
                    <a:pt x="790361" y="1494185"/>
                    <a:pt x="781225" y="1492877"/>
                    <a:pt x="775048" y="1468632"/>
                  </a:cubicBezTo>
                  <a:cubicBezTo>
                    <a:pt x="782470" y="1464850"/>
                    <a:pt x="790298" y="1463551"/>
                    <a:pt x="798534" y="1464717"/>
                  </a:cubicBezTo>
                  <a:cubicBezTo>
                    <a:pt x="793453" y="1449240"/>
                    <a:pt x="793453" y="1434890"/>
                    <a:pt x="798534" y="1421659"/>
                  </a:cubicBezTo>
                  <a:cubicBezTo>
                    <a:pt x="789563" y="1415717"/>
                    <a:pt x="781734" y="1410495"/>
                    <a:pt x="775048" y="1406001"/>
                  </a:cubicBezTo>
                  <a:cubicBezTo>
                    <a:pt x="793884" y="1386343"/>
                    <a:pt x="806927" y="1362857"/>
                    <a:pt x="814192" y="1335542"/>
                  </a:cubicBezTo>
                  <a:cubicBezTo>
                    <a:pt x="810027" y="1319728"/>
                    <a:pt x="799591" y="1313207"/>
                    <a:pt x="782877" y="1315971"/>
                  </a:cubicBezTo>
                  <a:cubicBezTo>
                    <a:pt x="782877" y="1305535"/>
                    <a:pt x="782877" y="1295091"/>
                    <a:pt x="782877" y="1284655"/>
                  </a:cubicBezTo>
                  <a:cubicBezTo>
                    <a:pt x="790705" y="1284655"/>
                    <a:pt x="798534" y="1284655"/>
                    <a:pt x="806363" y="1284655"/>
                  </a:cubicBezTo>
                  <a:cubicBezTo>
                    <a:pt x="805854" y="1267463"/>
                    <a:pt x="800632" y="1251806"/>
                    <a:pt x="790705" y="1237683"/>
                  </a:cubicBezTo>
                  <a:cubicBezTo>
                    <a:pt x="778837" y="1247891"/>
                    <a:pt x="773623" y="1243977"/>
                    <a:pt x="775048" y="1225940"/>
                  </a:cubicBezTo>
                  <a:cubicBezTo>
                    <a:pt x="776207" y="1201381"/>
                    <a:pt x="787950" y="1184416"/>
                    <a:pt x="810277" y="1175053"/>
                  </a:cubicBezTo>
                  <a:cubicBezTo>
                    <a:pt x="812884" y="1180274"/>
                    <a:pt x="815499" y="1185489"/>
                    <a:pt x="818106" y="1190710"/>
                  </a:cubicBezTo>
                  <a:cubicBezTo>
                    <a:pt x="823328" y="1177660"/>
                    <a:pt x="823328" y="1164617"/>
                    <a:pt x="818106" y="1151566"/>
                  </a:cubicBezTo>
                  <a:cubicBezTo>
                    <a:pt x="789210" y="1142368"/>
                    <a:pt x="785296" y="1128018"/>
                    <a:pt x="806363" y="1108508"/>
                  </a:cubicBezTo>
                  <a:cubicBezTo>
                    <a:pt x="784552" y="1097133"/>
                    <a:pt x="762365" y="1098440"/>
                    <a:pt x="739819" y="1112423"/>
                  </a:cubicBezTo>
                  <a:cubicBezTo>
                    <a:pt x="734401" y="1108313"/>
                    <a:pt x="730487" y="1103091"/>
                    <a:pt x="728075" y="1096765"/>
                  </a:cubicBezTo>
                  <a:cubicBezTo>
                    <a:pt x="752556" y="1091402"/>
                    <a:pt x="776042" y="1083574"/>
                    <a:pt x="798534" y="1073279"/>
                  </a:cubicBezTo>
                  <a:cubicBezTo>
                    <a:pt x="792475" y="1063798"/>
                    <a:pt x="785953" y="1063798"/>
                    <a:pt x="778962" y="1073279"/>
                  </a:cubicBezTo>
                  <a:cubicBezTo>
                    <a:pt x="775126" y="1063156"/>
                    <a:pt x="773819" y="1052712"/>
                    <a:pt x="775048" y="1041964"/>
                  </a:cubicBezTo>
                  <a:cubicBezTo>
                    <a:pt x="793767" y="1034855"/>
                    <a:pt x="812031" y="1033556"/>
                    <a:pt x="829849" y="1038049"/>
                  </a:cubicBezTo>
                  <a:cubicBezTo>
                    <a:pt x="829701" y="1014806"/>
                    <a:pt x="828393" y="990020"/>
                    <a:pt x="825935" y="963676"/>
                  </a:cubicBezTo>
                  <a:cubicBezTo>
                    <a:pt x="797227" y="969626"/>
                    <a:pt x="793312" y="981369"/>
                    <a:pt x="814192" y="998905"/>
                  </a:cubicBezTo>
                  <a:cubicBezTo>
                    <a:pt x="811585" y="1001512"/>
                    <a:pt x="808970" y="1004127"/>
                    <a:pt x="806363" y="1006734"/>
                  </a:cubicBezTo>
                  <a:cubicBezTo>
                    <a:pt x="791590" y="1003423"/>
                    <a:pt x="775933" y="1004730"/>
                    <a:pt x="759390" y="1010649"/>
                  </a:cubicBezTo>
                  <a:cubicBezTo>
                    <a:pt x="759390" y="1021084"/>
                    <a:pt x="759390" y="1031528"/>
                    <a:pt x="759390" y="1041964"/>
                  </a:cubicBezTo>
                  <a:cubicBezTo>
                    <a:pt x="751562" y="1041964"/>
                    <a:pt x="743733" y="1041964"/>
                    <a:pt x="735904" y="1041964"/>
                  </a:cubicBezTo>
                  <a:cubicBezTo>
                    <a:pt x="735748" y="1029101"/>
                    <a:pt x="740969" y="1018665"/>
                    <a:pt x="751562" y="1010649"/>
                  </a:cubicBezTo>
                  <a:cubicBezTo>
                    <a:pt x="734933" y="1002264"/>
                    <a:pt x="727105" y="1008793"/>
                    <a:pt x="728075" y="1030221"/>
                  </a:cubicBezTo>
                  <a:cubicBezTo>
                    <a:pt x="728741" y="1038887"/>
                    <a:pt x="731356" y="1046716"/>
                    <a:pt x="735904" y="1053707"/>
                  </a:cubicBezTo>
                  <a:cubicBezTo>
                    <a:pt x="717640" y="1058929"/>
                    <a:pt x="699367" y="1058929"/>
                    <a:pt x="681103" y="1053707"/>
                  </a:cubicBezTo>
                  <a:cubicBezTo>
                    <a:pt x="687655" y="1045792"/>
                    <a:pt x="690262" y="1036656"/>
                    <a:pt x="688932" y="1026306"/>
                  </a:cubicBezTo>
                  <a:cubicBezTo>
                    <a:pt x="679733" y="1028021"/>
                    <a:pt x="671904" y="1025414"/>
                    <a:pt x="665445" y="1018477"/>
                  </a:cubicBezTo>
                  <a:cubicBezTo>
                    <a:pt x="668733" y="1004182"/>
                    <a:pt x="668733" y="988525"/>
                    <a:pt x="665445" y="971505"/>
                  </a:cubicBezTo>
                  <a:cubicBezTo>
                    <a:pt x="699767" y="968953"/>
                    <a:pt x="733689" y="971567"/>
                    <a:pt x="767219" y="979334"/>
                  </a:cubicBezTo>
                  <a:cubicBezTo>
                    <a:pt x="746340" y="987162"/>
                    <a:pt x="746340" y="994991"/>
                    <a:pt x="767219" y="1002820"/>
                  </a:cubicBezTo>
                  <a:cubicBezTo>
                    <a:pt x="778031" y="998905"/>
                    <a:pt x="783245" y="991077"/>
                    <a:pt x="782877" y="979334"/>
                  </a:cubicBezTo>
                  <a:cubicBezTo>
                    <a:pt x="778602" y="966533"/>
                    <a:pt x="775987" y="953491"/>
                    <a:pt x="775048" y="940190"/>
                  </a:cubicBezTo>
                  <a:cubicBezTo>
                    <a:pt x="809142" y="958345"/>
                    <a:pt x="824800" y="947909"/>
                    <a:pt x="822021" y="908875"/>
                  </a:cubicBezTo>
                  <a:cubicBezTo>
                    <a:pt x="835345" y="904373"/>
                    <a:pt x="848396" y="897852"/>
                    <a:pt x="861164" y="889303"/>
                  </a:cubicBezTo>
                  <a:cubicBezTo>
                    <a:pt x="854682" y="882139"/>
                    <a:pt x="846853" y="876925"/>
                    <a:pt x="837678" y="873645"/>
                  </a:cubicBezTo>
                  <a:cubicBezTo>
                    <a:pt x="852717" y="870827"/>
                    <a:pt x="865768" y="864298"/>
                    <a:pt x="876822" y="854073"/>
                  </a:cubicBezTo>
                  <a:cubicBezTo>
                    <a:pt x="889528" y="861714"/>
                    <a:pt x="899972" y="857800"/>
                    <a:pt x="908137" y="842330"/>
                  </a:cubicBezTo>
                  <a:cubicBezTo>
                    <a:pt x="896785" y="841414"/>
                    <a:pt x="885042" y="842721"/>
                    <a:pt x="872908" y="846244"/>
                  </a:cubicBezTo>
                  <a:cubicBezTo>
                    <a:pt x="862527" y="844248"/>
                    <a:pt x="854698" y="839026"/>
                    <a:pt x="849421" y="830587"/>
                  </a:cubicBezTo>
                  <a:cubicBezTo>
                    <a:pt x="836762" y="838698"/>
                    <a:pt x="835455" y="847834"/>
                    <a:pt x="845507" y="857988"/>
                  </a:cubicBezTo>
                  <a:cubicBezTo>
                    <a:pt x="836535" y="863037"/>
                    <a:pt x="828706" y="869559"/>
                    <a:pt x="822021" y="877560"/>
                  </a:cubicBezTo>
                  <a:cubicBezTo>
                    <a:pt x="804930" y="852625"/>
                    <a:pt x="781444" y="842189"/>
                    <a:pt x="751562" y="846244"/>
                  </a:cubicBezTo>
                  <a:cubicBezTo>
                    <a:pt x="751170" y="829882"/>
                    <a:pt x="758999" y="819447"/>
                    <a:pt x="775048" y="814929"/>
                  </a:cubicBezTo>
                  <a:cubicBezTo>
                    <a:pt x="784411" y="817638"/>
                    <a:pt x="784411" y="821553"/>
                    <a:pt x="775048" y="826673"/>
                  </a:cubicBezTo>
                  <a:cubicBezTo>
                    <a:pt x="811710" y="836474"/>
                    <a:pt x="840410" y="826038"/>
                    <a:pt x="861164" y="795358"/>
                  </a:cubicBezTo>
                  <a:cubicBezTo>
                    <a:pt x="876611" y="791482"/>
                    <a:pt x="892268" y="790175"/>
                    <a:pt x="908137" y="791443"/>
                  </a:cubicBezTo>
                  <a:cubicBezTo>
                    <a:pt x="909538" y="807930"/>
                    <a:pt x="917367" y="820973"/>
                    <a:pt x="931623" y="830587"/>
                  </a:cubicBezTo>
                  <a:cubicBezTo>
                    <a:pt x="947281" y="820151"/>
                    <a:pt x="962938" y="820151"/>
                    <a:pt x="978596" y="830587"/>
                  </a:cubicBezTo>
                  <a:cubicBezTo>
                    <a:pt x="990362" y="822054"/>
                    <a:pt x="992969" y="812918"/>
                    <a:pt x="986425" y="803186"/>
                  </a:cubicBezTo>
                  <a:cubicBezTo>
                    <a:pt x="1000900" y="794630"/>
                    <a:pt x="1013951" y="784194"/>
                    <a:pt x="1025568" y="771871"/>
                  </a:cubicBezTo>
                  <a:cubicBezTo>
                    <a:pt x="1003883" y="777375"/>
                    <a:pt x="981704" y="783904"/>
                    <a:pt x="959024" y="791443"/>
                  </a:cubicBezTo>
                  <a:cubicBezTo>
                    <a:pt x="927318" y="780044"/>
                    <a:pt x="894695" y="774823"/>
                    <a:pt x="861164" y="775786"/>
                  </a:cubicBezTo>
                  <a:cubicBezTo>
                    <a:pt x="859935" y="765037"/>
                    <a:pt x="861243" y="754593"/>
                    <a:pt x="865079" y="744471"/>
                  </a:cubicBezTo>
                  <a:cubicBezTo>
                    <a:pt x="895173" y="780506"/>
                    <a:pt x="910830" y="775285"/>
                    <a:pt x="912051" y="728813"/>
                  </a:cubicBezTo>
                  <a:cubicBezTo>
                    <a:pt x="917923" y="723912"/>
                    <a:pt x="924452" y="719998"/>
                    <a:pt x="931623" y="717070"/>
                  </a:cubicBezTo>
                  <a:cubicBezTo>
                    <a:pt x="894092" y="709186"/>
                    <a:pt x="878435" y="710494"/>
                    <a:pt x="884651" y="720984"/>
                  </a:cubicBezTo>
                  <a:cubicBezTo>
                    <a:pt x="885817" y="729220"/>
                    <a:pt x="884518" y="737049"/>
                    <a:pt x="880736" y="744471"/>
                  </a:cubicBezTo>
                  <a:cubicBezTo>
                    <a:pt x="861399" y="728915"/>
                    <a:pt x="839220" y="725000"/>
                    <a:pt x="814192" y="732727"/>
                  </a:cubicBezTo>
                  <a:cubicBezTo>
                    <a:pt x="834586" y="732931"/>
                    <a:pt x="843714" y="742067"/>
                    <a:pt x="841592" y="760128"/>
                  </a:cubicBezTo>
                  <a:cubicBezTo>
                    <a:pt x="822169" y="745927"/>
                    <a:pt x="799983" y="740713"/>
                    <a:pt x="775048" y="744471"/>
                  </a:cubicBezTo>
                  <a:cubicBezTo>
                    <a:pt x="776426" y="773374"/>
                    <a:pt x="763375" y="789032"/>
                    <a:pt x="735904" y="791443"/>
                  </a:cubicBezTo>
                  <a:cubicBezTo>
                    <a:pt x="751656" y="775261"/>
                    <a:pt x="754270" y="756997"/>
                    <a:pt x="743733" y="736642"/>
                  </a:cubicBezTo>
                  <a:cubicBezTo>
                    <a:pt x="723613" y="726872"/>
                    <a:pt x="702734" y="719043"/>
                    <a:pt x="681103" y="713155"/>
                  </a:cubicBezTo>
                  <a:cubicBezTo>
                    <a:pt x="684681" y="706908"/>
                    <a:pt x="689902" y="704301"/>
                    <a:pt x="696760" y="705327"/>
                  </a:cubicBezTo>
                  <a:cubicBezTo>
                    <a:pt x="716528" y="709617"/>
                    <a:pt x="734800" y="717446"/>
                    <a:pt x="751562" y="728813"/>
                  </a:cubicBezTo>
                  <a:cubicBezTo>
                    <a:pt x="773146" y="716381"/>
                    <a:pt x="779667" y="698116"/>
                    <a:pt x="771134" y="674012"/>
                  </a:cubicBezTo>
                  <a:cubicBezTo>
                    <a:pt x="757832" y="666919"/>
                    <a:pt x="743474" y="664312"/>
                    <a:pt x="728075" y="666183"/>
                  </a:cubicBezTo>
                  <a:cubicBezTo>
                    <a:pt x="725844" y="652185"/>
                    <a:pt x="728451" y="639135"/>
                    <a:pt x="735904" y="627039"/>
                  </a:cubicBezTo>
                  <a:cubicBezTo>
                    <a:pt x="741784" y="633897"/>
                    <a:pt x="745698" y="641726"/>
                    <a:pt x="747647" y="650525"/>
                  </a:cubicBezTo>
                  <a:cubicBezTo>
                    <a:pt x="750466" y="635486"/>
                    <a:pt x="756995" y="622436"/>
                    <a:pt x="767219" y="611381"/>
                  </a:cubicBezTo>
                  <a:cubicBezTo>
                    <a:pt x="794737" y="627994"/>
                    <a:pt x="823438" y="630601"/>
                    <a:pt x="853336" y="619210"/>
                  </a:cubicBezTo>
                  <a:cubicBezTo>
                    <a:pt x="855943" y="621817"/>
                    <a:pt x="858557" y="624432"/>
                    <a:pt x="861164" y="627039"/>
                  </a:cubicBezTo>
                  <a:cubicBezTo>
                    <a:pt x="853163" y="633725"/>
                    <a:pt x="846642" y="641554"/>
                    <a:pt x="841592" y="650525"/>
                  </a:cubicBezTo>
                  <a:cubicBezTo>
                    <a:pt x="828291" y="643432"/>
                    <a:pt x="813933" y="640825"/>
                    <a:pt x="798534" y="642697"/>
                  </a:cubicBezTo>
                  <a:cubicBezTo>
                    <a:pt x="796820" y="651895"/>
                    <a:pt x="799427" y="659724"/>
                    <a:pt x="806363" y="666183"/>
                  </a:cubicBezTo>
                  <a:cubicBezTo>
                    <a:pt x="822709" y="660867"/>
                    <a:pt x="838367" y="658260"/>
                    <a:pt x="853336" y="658354"/>
                  </a:cubicBezTo>
                  <a:cubicBezTo>
                    <a:pt x="867200" y="662543"/>
                    <a:pt x="869807" y="669072"/>
                    <a:pt x="861164" y="677926"/>
                  </a:cubicBezTo>
                  <a:cubicBezTo>
                    <a:pt x="866386" y="679233"/>
                    <a:pt x="871600" y="680533"/>
                    <a:pt x="876822" y="681840"/>
                  </a:cubicBezTo>
                  <a:cubicBezTo>
                    <a:pt x="891109" y="672829"/>
                    <a:pt x="906767" y="667608"/>
                    <a:pt x="923795" y="666183"/>
                  </a:cubicBezTo>
                  <a:cubicBezTo>
                    <a:pt x="924961" y="657947"/>
                    <a:pt x="923661" y="650118"/>
                    <a:pt x="919880" y="642697"/>
                  </a:cubicBezTo>
                  <a:cubicBezTo>
                    <a:pt x="903964" y="646736"/>
                    <a:pt x="903964" y="641522"/>
                    <a:pt x="919880" y="627039"/>
                  </a:cubicBezTo>
                  <a:cubicBezTo>
                    <a:pt x="923771" y="608955"/>
                    <a:pt x="925071" y="590690"/>
                    <a:pt x="923795" y="572238"/>
                  </a:cubicBezTo>
                  <a:cubicBezTo>
                    <a:pt x="947343" y="624017"/>
                    <a:pt x="964301" y="678819"/>
                    <a:pt x="974682" y="736642"/>
                  </a:cubicBezTo>
                  <a:cubicBezTo>
                    <a:pt x="980765" y="687916"/>
                    <a:pt x="974243" y="640943"/>
                    <a:pt x="955110" y="595724"/>
                  </a:cubicBezTo>
                  <a:cubicBezTo>
                    <a:pt x="966007" y="575956"/>
                    <a:pt x="963393" y="558991"/>
                    <a:pt x="947281" y="544837"/>
                  </a:cubicBezTo>
                  <a:cubicBezTo>
                    <a:pt x="954702" y="541056"/>
                    <a:pt x="962531" y="539756"/>
                    <a:pt x="970767" y="540923"/>
                  </a:cubicBezTo>
                  <a:cubicBezTo>
                    <a:pt x="970767" y="530487"/>
                    <a:pt x="970767" y="520043"/>
                    <a:pt x="970767" y="509607"/>
                  </a:cubicBezTo>
                  <a:cubicBezTo>
                    <a:pt x="950718" y="510022"/>
                    <a:pt x="935060" y="502194"/>
                    <a:pt x="923795" y="486121"/>
                  </a:cubicBezTo>
                  <a:cubicBezTo>
                    <a:pt x="926402" y="483514"/>
                    <a:pt x="929016" y="480899"/>
                    <a:pt x="931623" y="478292"/>
                  </a:cubicBezTo>
                  <a:cubicBezTo>
                    <a:pt x="942192" y="489644"/>
                    <a:pt x="955235" y="494866"/>
                    <a:pt x="970767" y="493950"/>
                  </a:cubicBezTo>
                  <a:cubicBezTo>
                    <a:pt x="970767" y="483514"/>
                    <a:pt x="970767" y="473071"/>
                    <a:pt x="970767" y="462635"/>
                  </a:cubicBezTo>
                  <a:cubicBezTo>
                    <a:pt x="989353" y="468225"/>
                    <a:pt x="1005010" y="478668"/>
                    <a:pt x="1017740" y="493950"/>
                  </a:cubicBezTo>
                  <a:cubicBezTo>
                    <a:pt x="1029765" y="488086"/>
                    <a:pt x="1040200" y="480258"/>
                    <a:pt x="1049055" y="470464"/>
                  </a:cubicBezTo>
                  <a:cubicBezTo>
                    <a:pt x="1057619" y="481174"/>
                    <a:pt x="1055005" y="490310"/>
                    <a:pt x="1041226" y="497864"/>
                  </a:cubicBezTo>
                  <a:cubicBezTo>
                    <a:pt x="1050863" y="507126"/>
                    <a:pt x="1050863" y="516254"/>
                    <a:pt x="1041226" y="525265"/>
                  </a:cubicBezTo>
                  <a:cubicBezTo>
                    <a:pt x="1034916" y="502859"/>
                    <a:pt x="1024480" y="498945"/>
                    <a:pt x="1009911" y="513522"/>
                  </a:cubicBezTo>
                  <a:cubicBezTo>
                    <a:pt x="1018898" y="526431"/>
                    <a:pt x="1029334" y="538175"/>
                    <a:pt x="1041226" y="548751"/>
                  </a:cubicBezTo>
                  <a:cubicBezTo>
                    <a:pt x="1053008" y="528154"/>
                    <a:pt x="1058222" y="530769"/>
                    <a:pt x="1056884" y="556580"/>
                  </a:cubicBezTo>
                  <a:cubicBezTo>
                    <a:pt x="1048648" y="555414"/>
                    <a:pt x="1040819" y="556713"/>
                    <a:pt x="1033397" y="560494"/>
                  </a:cubicBezTo>
                  <a:cubicBezTo>
                    <a:pt x="1046189" y="564362"/>
                    <a:pt x="1059240" y="565662"/>
                    <a:pt x="1072541" y="564409"/>
                  </a:cubicBezTo>
                  <a:cubicBezTo>
                    <a:pt x="1067030" y="516238"/>
                    <a:pt x="1064415" y="470573"/>
                    <a:pt x="1064712" y="427405"/>
                  </a:cubicBezTo>
                  <a:cubicBezTo>
                    <a:pt x="1067319" y="423491"/>
                    <a:pt x="1069934" y="419577"/>
                    <a:pt x="1072541" y="415662"/>
                  </a:cubicBezTo>
                  <a:cubicBezTo>
                    <a:pt x="1093326" y="427562"/>
                    <a:pt x="1098548" y="423648"/>
                    <a:pt x="1088199" y="403919"/>
                  </a:cubicBezTo>
                  <a:cubicBezTo>
                    <a:pt x="1098830" y="390696"/>
                    <a:pt x="1111881" y="380261"/>
                    <a:pt x="1127342" y="372604"/>
                  </a:cubicBezTo>
                  <a:cubicBezTo>
                    <a:pt x="1116343" y="362669"/>
                    <a:pt x="1103300" y="358755"/>
                    <a:pt x="1088199" y="360861"/>
                  </a:cubicBezTo>
                  <a:cubicBezTo>
                    <a:pt x="1088199" y="350425"/>
                    <a:pt x="1088199" y="339982"/>
                    <a:pt x="1088199" y="329546"/>
                  </a:cubicBezTo>
                  <a:cubicBezTo>
                    <a:pt x="1101249" y="329546"/>
                    <a:pt x="1114292" y="329546"/>
                    <a:pt x="1127342" y="329546"/>
                  </a:cubicBezTo>
                  <a:cubicBezTo>
                    <a:pt x="1127342" y="319110"/>
                    <a:pt x="1127342" y="308667"/>
                    <a:pt x="1127342" y="298231"/>
                  </a:cubicBezTo>
                  <a:cubicBezTo>
                    <a:pt x="1119107" y="299397"/>
                    <a:pt x="1111278" y="298098"/>
                    <a:pt x="1103856" y="294316"/>
                  </a:cubicBezTo>
                  <a:cubicBezTo>
                    <a:pt x="1121941" y="290425"/>
                    <a:pt x="1140205" y="289126"/>
                    <a:pt x="1158658" y="290402"/>
                  </a:cubicBezTo>
                  <a:cubicBezTo>
                    <a:pt x="1159989" y="280052"/>
                    <a:pt x="1157382" y="270916"/>
                    <a:pt x="1150829" y="263001"/>
                  </a:cubicBezTo>
                  <a:cubicBezTo>
                    <a:pt x="1160951" y="259165"/>
                    <a:pt x="1171395" y="257858"/>
                    <a:pt x="1182144" y="259087"/>
                  </a:cubicBezTo>
                  <a:cubicBezTo>
                    <a:pt x="1180007" y="243813"/>
                    <a:pt x="1185221" y="232070"/>
                    <a:pt x="1197801" y="223857"/>
                  </a:cubicBezTo>
                  <a:cubicBezTo>
                    <a:pt x="1195194" y="221250"/>
                    <a:pt x="1192580" y="218636"/>
                    <a:pt x="1189973" y="216029"/>
                  </a:cubicBezTo>
                  <a:cubicBezTo>
                    <a:pt x="1202553" y="215128"/>
                    <a:pt x="1214297" y="219043"/>
                    <a:pt x="1225202" y="227772"/>
                  </a:cubicBezTo>
                  <a:cubicBezTo>
                    <a:pt x="1236428" y="224406"/>
                    <a:pt x="1245565" y="217876"/>
                    <a:pt x="1252603" y="208200"/>
                  </a:cubicBezTo>
                  <a:cubicBezTo>
                    <a:pt x="1248688" y="206893"/>
                    <a:pt x="1244774" y="205593"/>
                    <a:pt x="1240860" y="204286"/>
                  </a:cubicBezTo>
                  <a:cubicBezTo>
                    <a:pt x="1197473" y="200082"/>
                    <a:pt x="1154414" y="205303"/>
                    <a:pt x="1111685" y="219943"/>
                  </a:cubicBezTo>
                  <a:cubicBezTo>
                    <a:pt x="1109078" y="225165"/>
                    <a:pt x="1106463" y="230379"/>
                    <a:pt x="1103856" y="235601"/>
                  </a:cubicBezTo>
                  <a:cubicBezTo>
                    <a:pt x="1116484" y="242858"/>
                    <a:pt x="1129527" y="249387"/>
                    <a:pt x="1143000" y="255173"/>
                  </a:cubicBezTo>
                  <a:cubicBezTo>
                    <a:pt x="1122497" y="256355"/>
                    <a:pt x="1104224" y="262884"/>
                    <a:pt x="1088199" y="274744"/>
                  </a:cubicBezTo>
                  <a:cubicBezTo>
                    <a:pt x="1088199" y="256480"/>
                    <a:pt x="1088199" y="238208"/>
                    <a:pt x="1088199" y="219943"/>
                  </a:cubicBezTo>
                  <a:cubicBezTo>
                    <a:pt x="1071359" y="229017"/>
                    <a:pt x="1055701" y="226410"/>
                    <a:pt x="1041226" y="212114"/>
                  </a:cubicBezTo>
                  <a:cubicBezTo>
                    <a:pt x="1017411" y="221078"/>
                    <a:pt x="1001753" y="236736"/>
                    <a:pt x="994253" y="259087"/>
                  </a:cubicBezTo>
                  <a:cubicBezTo>
                    <a:pt x="1056884" y="264309"/>
                    <a:pt x="1056884" y="269523"/>
                    <a:pt x="994253" y="274744"/>
                  </a:cubicBezTo>
                  <a:cubicBezTo>
                    <a:pt x="992922" y="285094"/>
                    <a:pt x="995529" y="294230"/>
                    <a:pt x="1002082" y="302145"/>
                  </a:cubicBezTo>
                  <a:cubicBezTo>
                    <a:pt x="985125" y="321991"/>
                    <a:pt x="964246" y="329820"/>
                    <a:pt x="939452" y="325631"/>
                  </a:cubicBezTo>
                  <a:cubicBezTo>
                    <a:pt x="955650" y="323095"/>
                    <a:pt x="958257" y="316566"/>
                    <a:pt x="947281" y="306060"/>
                  </a:cubicBezTo>
                  <a:cubicBezTo>
                    <a:pt x="938160" y="297573"/>
                    <a:pt x="927725" y="291052"/>
                    <a:pt x="915966" y="286488"/>
                  </a:cubicBezTo>
                  <a:cubicBezTo>
                    <a:pt x="935647" y="272733"/>
                    <a:pt x="956527" y="260989"/>
                    <a:pt x="978596" y="251258"/>
                  </a:cubicBezTo>
                  <a:cubicBezTo>
                    <a:pt x="974682" y="248651"/>
                    <a:pt x="970767" y="246036"/>
                    <a:pt x="966853" y="243429"/>
                  </a:cubicBezTo>
                  <a:cubicBezTo>
                    <a:pt x="950639" y="253771"/>
                    <a:pt x="934982" y="261600"/>
                    <a:pt x="919880" y="266916"/>
                  </a:cubicBezTo>
                  <a:cubicBezTo>
                    <a:pt x="917273" y="264309"/>
                    <a:pt x="914658" y="261694"/>
                    <a:pt x="912051" y="259087"/>
                  </a:cubicBezTo>
                  <a:cubicBezTo>
                    <a:pt x="907104" y="274987"/>
                    <a:pt x="897967" y="288038"/>
                    <a:pt x="884651" y="298231"/>
                  </a:cubicBezTo>
                  <a:cubicBezTo>
                    <a:pt x="875342" y="257670"/>
                    <a:pt x="875342" y="213304"/>
                    <a:pt x="884651" y="165142"/>
                  </a:cubicBezTo>
                  <a:cubicBezTo>
                    <a:pt x="871600" y="165142"/>
                    <a:pt x="858557" y="165142"/>
                    <a:pt x="845507" y="165142"/>
                  </a:cubicBezTo>
                  <a:cubicBezTo>
                    <a:pt x="847675" y="142063"/>
                    <a:pt x="845068" y="119884"/>
                    <a:pt x="837678" y="98597"/>
                  </a:cubicBezTo>
                  <a:cubicBezTo>
                    <a:pt x="860945" y="96343"/>
                    <a:pt x="881825" y="102864"/>
                    <a:pt x="900308" y="118169"/>
                  </a:cubicBezTo>
                  <a:cubicBezTo>
                    <a:pt x="939123" y="122499"/>
                    <a:pt x="976967" y="130327"/>
                    <a:pt x="1013825" y="141655"/>
                  </a:cubicBezTo>
                  <a:cubicBezTo>
                    <a:pt x="1124540" y="120009"/>
                    <a:pt x="1235450" y="99137"/>
                    <a:pt x="1346548" y="79025"/>
                  </a:cubicBezTo>
                  <a:cubicBezTo>
                    <a:pt x="1378842" y="97031"/>
                    <a:pt x="1412764" y="99646"/>
                    <a:pt x="1448322" y="86854"/>
                  </a:cubicBezTo>
                  <a:cubicBezTo>
                    <a:pt x="1448322" y="94683"/>
                    <a:pt x="1448322" y="102512"/>
                    <a:pt x="1448322" y="110340"/>
                  </a:cubicBezTo>
                  <a:cubicBezTo>
                    <a:pt x="1461623" y="109088"/>
                    <a:pt x="1474674" y="110387"/>
                    <a:pt x="1487466" y="114255"/>
                  </a:cubicBezTo>
                  <a:cubicBezTo>
                    <a:pt x="1468966" y="118866"/>
                    <a:pt x="1461138" y="130609"/>
                    <a:pt x="1463979" y="149484"/>
                  </a:cubicBezTo>
                  <a:cubicBezTo>
                    <a:pt x="1479637" y="149484"/>
                    <a:pt x="1495295" y="149484"/>
                    <a:pt x="1510952" y="149484"/>
                  </a:cubicBezTo>
                  <a:cubicBezTo>
                    <a:pt x="1510952" y="141655"/>
                    <a:pt x="1510952" y="133827"/>
                    <a:pt x="1510952" y="125998"/>
                  </a:cubicBezTo>
                  <a:cubicBezTo>
                    <a:pt x="1539464" y="130538"/>
                    <a:pt x="1568172" y="134453"/>
                    <a:pt x="1597069" y="137741"/>
                  </a:cubicBezTo>
                  <a:cubicBezTo>
                    <a:pt x="1583204" y="141929"/>
                    <a:pt x="1580597" y="148459"/>
                    <a:pt x="1589240" y="157313"/>
                  </a:cubicBezTo>
                  <a:cubicBezTo>
                    <a:pt x="1598791" y="154283"/>
                    <a:pt x="1604013" y="147762"/>
                    <a:pt x="1604897" y="137741"/>
                  </a:cubicBezTo>
                  <a:cubicBezTo>
                    <a:pt x="1599159" y="123916"/>
                    <a:pt x="1596544" y="109565"/>
                    <a:pt x="1597069" y="94683"/>
                  </a:cubicBezTo>
                  <a:cubicBezTo>
                    <a:pt x="1581200" y="95951"/>
                    <a:pt x="1565542" y="94644"/>
                    <a:pt x="1550096" y="90768"/>
                  </a:cubicBezTo>
                  <a:cubicBezTo>
                    <a:pt x="1556296" y="72480"/>
                    <a:pt x="1566732" y="68566"/>
                    <a:pt x="1581411" y="79025"/>
                  </a:cubicBezTo>
                  <a:cubicBezTo>
                    <a:pt x="1608037" y="64746"/>
                    <a:pt x="1636745" y="56917"/>
                    <a:pt x="1667527" y="55539"/>
                  </a:cubicBezTo>
                  <a:cubicBezTo>
                    <a:pt x="1670338" y="73279"/>
                    <a:pt x="1665116" y="87629"/>
                    <a:pt x="1651870" y="98597"/>
                  </a:cubicBezTo>
                  <a:cubicBezTo>
                    <a:pt x="1668576" y="99592"/>
                    <a:pt x="1685541" y="98292"/>
                    <a:pt x="1702757" y="94683"/>
                  </a:cubicBezTo>
                  <a:cubicBezTo>
                    <a:pt x="1725914" y="105322"/>
                    <a:pt x="1750700" y="110544"/>
                    <a:pt x="1777130" y="110340"/>
                  </a:cubicBezTo>
                  <a:cubicBezTo>
                    <a:pt x="1786705" y="95372"/>
                    <a:pt x="1794533" y="74500"/>
                    <a:pt x="1800616" y="47710"/>
                  </a:cubicBezTo>
                  <a:cubicBezTo>
                    <a:pt x="1785343" y="45573"/>
                    <a:pt x="1773599" y="50787"/>
                    <a:pt x="1765387" y="63368"/>
                  </a:cubicBezTo>
                  <a:cubicBezTo>
                    <a:pt x="1746316" y="63008"/>
                    <a:pt x="1726744" y="60401"/>
                    <a:pt x="1706671" y="55539"/>
                  </a:cubicBezTo>
                  <a:cubicBezTo>
                    <a:pt x="1724411" y="49166"/>
                    <a:pt x="1742684" y="45252"/>
                    <a:pt x="1761473" y="43796"/>
                  </a:cubicBezTo>
                  <a:cubicBezTo>
                    <a:pt x="1770953" y="36805"/>
                    <a:pt x="1770953" y="30283"/>
                    <a:pt x="1761473" y="24224"/>
                  </a:cubicBezTo>
                  <a:cubicBezTo>
                    <a:pt x="1718211" y="39506"/>
                    <a:pt x="1673845" y="46027"/>
                    <a:pt x="1628384" y="43796"/>
                  </a:cubicBezTo>
                  <a:cubicBezTo>
                    <a:pt x="1647173" y="42340"/>
                    <a:pt x="1665445" y="38425"/>
                    <a:pt x="1683185" y="32053"/>
                  </a:cubicBezTo>
                  <a:cubicBezTo>
                    <a:pt x="1651760" y="19550"/>
                    <a:pt x="1624360" y="24772"/>
                    <a:pt x="1600983" y="47710"/>
                  </a:cubicBezTo>
                  <a:cubicBezTo>
                    <a:pt x="1552899" y="43373"/>
                    <a:pt x="1504626" y="42073"/>
                    <a:pt x="1456151" y="43796"/>
                  </a:cubicBezTo>
                  <a:cubicBezTo>
                    <a:pt x="1468238" y="41525"/>
                    <a:pt x="1478674" y="36312"/>
                    <a:pt x="1487466" y="28138"/>
                  </a:cubicBezTo>
                  <a:cubicBezTo>
                    <a:pt x="1466391" y="24772"/>
                    <a:pt x="1445511" y="26079"/>
                    <a:pt x="1424836" y="32053"/>
                  </a:cubicBezTo>
                  <a:cubicBezTo>
                    <a:pt x="1423739" y="44767"/>
                    <a:pt x="1428961" y="53895"/>
                    <a:pt x="1440493" y="59453"/>
                  </a:cubicBezTo>
                  <a:cubicBezTo>
                    <a:pt x="1419778" y="63344"/>
                    <a:pt x="1398899" y="64652"/>
                    <a:pt x="1377863" y="63368"/>
                  </a:cubicBezTo>
                  <a:cubicBezTo>
                    <a:pt x="1380407" y="39694"/>
                    <a:pt x="1369972" y="26643"/>
                    <a:pt x="1346548" y="24224"/>
                  </a:cubicBezTo>
                  <a:cubicBezTo>
                    <a:pt x="1316853" y="43545"/>
                    <a:pt x="1284239" y="56588"/>
                    <a:pt x="1248688" y="63368"/>
                  </a:cubicBezTo>
                  <a:cubicBezTo>
                    <a:pt x="1224889" y="59563"/>
                    <a:pt x="1200095" y="58255"/>
                    <a:pt x="1174315" y="59453"/>
                  </a:cubicBezTo>
                  <a:cubicBezTo>
                    <a:pt x="1187593" y="36108"/>
                    <a:pt x="1208472" y="25664"/>
                    <a:pt x="1236945" y="28138"/>
                  </a:cubicBezTo>
                  <a:cubicBezTo>
                    <a:pt x="1203211" y="18759"/>
                    <a:pt x="1174503" y="26588"/>
                    <a:pt x="1150829" y="51625"/>
                  </a:cubicBezTo>
                  <a:cubicBezTo>
                    <a:pt x="1153436" y="54232"/>
                    <a:pt x="1156051" y="56846"/>
                    <a:pt x="1158658" y="59453"/>
                  </a:cubicBezTo>
                  <a:cubicBezTo>
                    <a:pt x="1140432" y="65951"/>
                    <a:pt x="1122160" y="72473"/>
                    <a:pt x="1103856" y="79025"/>
                  </a:cubicBezTo>
                  <a:cubicBezTo>
                    <a:pt x="1096027" y="76418"/>
                    <a:pt x="1088199" y="73804"/>
                    <a:pt x="1080370" y="71197"/>
                  </a:cubicBezTo>
                  <a:cubicBezTo>
                    <a:pt x="1093201" y="60111"/>
                    <a:pt x="1099730" y="47060"/>
                    <a:pt x="1099942" y="32053"/>
                  </a:cubicBezTo>
                  <a:cubicBezTo>
                    <a:pt x="1088269" y="43827"/>
                    <a:pt x="1073919" y="50349"/>
                    <a:pt x="1056884" y="51625"/>
                  </a:cubicBezTo>
                  <a:cubicBezTo>
                    <a:pt x="1069300" y="80575"/>
                    <a:pt x="1061471" y="89711"/>
                    <a:pt x="1033397" y="79025"/>
                  </a:cubicBezTo>
                  <a:cubicBezTo>
                    <a:pt x="1014718" y="93970"/>
                    <a:pt x="995146" y="96585"/>
                    <a:pt x="974682" y="86854"/>
                  </a:cubicBezTo>
                  <a:cubicBezTo>
                    <a:pt x="970900" y="79432"/>
                    <a:pt x="969601" y="71604"/>
                    <a:pt x="970767" y="63368"/>
                  </a:cubicBezTo>
                  <a:cubicBezTo>
                    <a:pt x="986166" y="61497"/>
                    <a:pt x="1000524" y="64104"/>
                    <a:pt x="1013825" y="71197"/>
                  </a:cubicBezTo>
                  <a:cubicBezTo>
                    <a:pt x="1020018" y="54725"/>
                    <a:pt x="1031761" y="44289"/>
                    <a:pt x="1049055" y="39881"/>
                  </a:cubicBezTo>
                  <a:cubicBezTo>
                    <a:pt x="1042573" y="32718"/>
                    <a:pt x="1034744" y="27504"/>
                    <a:pt x="1025568" y="24224"/>
                  </a:cubicBezTo>
                  <a:cubicBezTo>
                    <a:pt x="1023721" y="30072"/>
                    <a:pt x="1021106" y="36593"/>
                    <a:pt x="1017740" y="43796"/>
                  </a:cubicBezTo>
                  <a:cubicBezTo>
                    <a:pt x="989627" y="49973"/>
                    <a:pt x="962226" y="48665"/>
                    <a:pt x="935538" y="39881"/>
                  </a:cubicBezTo>
                  <a:cubicBezTo>
                    <a:pt x="931756" y="47303"/>
                    <a:pt x="930457" y="55132"/>
                    <a:pt x="931623" y="63368"/>
                  </a:cubicBezTo>
                  <a:cubicBezTo>
                    <a:pt x="943194" y="61317"/>
                    <a:pt x="953630" y="63924"/>
                    <a:pt x="962938" y="71197"/>
                  </a:cubicBezTo>
                  <a:cubicBezTo>
                    <a:pt x="957717" y="73804"/>
                    <a:pt x="952503" y="76418"/>
                    <a:pt x="947281" y="79025"/>
                  </a:cubicBezTo>
                  <a:cubicBezTo>
                    <a:pt x="893693" y="67110"/>
                    <a:pt x="840199" y="54067"/>
                    <a:pt x="786791" y="39881"/>
                  </a:cubicBezTo>
                  <a:cubicBezTo>
                    <a:pt x="747522" y="52603"/>
                    <a:pt x="710993" y="47381"/>
                    <a:pt x="677188" y="24224"/>
                  </a:cubicBezTo>
                  <a:cubicBezTo>
                    <a:pt x="658525" y="33767"/>
                    <a:pt x="640260" y="33767"/>
                    <a:pt x="622387" y="24224"/>
                  </a:cubicBezTo>
                  <a:cubicBezTo>
                    <a:pt x="612953" y="28694"/>
                    <a:pt x="603817" y="33916"/>
                    <a:pt x="594986" y="39881"/>
                  </a:cubicBezTo>
                  <a:cubicBezTo>
                    <a:pt x="612171" y="49816"/>
                    <a:pt x="629128" y="49816"/>
                    <a:pt x="645873" y="39881"/>
                  </a:cubicBezTo>
                  <a:cubicBezTo>
                    <a:pt x="642906" y="52212"/>
                    <a:pt x="644214" y="63955"/>
                    <a:pt x="649788" y="75111"/>
                  </a:cubicBezTo>
                  <a:cubicBezTo>
                    <a:pt x="639352" y="80333"/>
                    <a:pt x="628908" y="80333"/>
                    <a:pt x="618473" y="75111"/>
                  </a:cubicBezTo>
                  <a:cubicBezTo>
                    <a:pt x="625918" y="69490"/>
                    <a:pt x="627217" y="62969"/>
                    <a:pt x="622387" y="55539"/>
                  </a:cubicBezTo>
                  <a:cubicBezTo>
                    <a:pt x="609336" y="60761"/>
                    <a:pt x="596294" y="65975"/>
                    <a:pt x="583243" y="71197"/>
                  </a:cubicBezTo>
                  <a:cubicBezTo>
                    <a:pt x="578413" y="63767"/>
                    <a:pt x="579712" y="57246"/>
                    <a:pt x="587158" y="51625"/>
                  </a:cubicBezTo>
                  <a:cubicBezTo>
                    <a:pt x="540694" y="33274"/>
                    <a:pt x="501550" y="43710"/>
                    <a:pt x="469726" y="82940"/>
                  </a:cubicBezTo>
                  <a:cubicBezTo>
                    <a:pt x="490738" y="97384"/>
                    <a:pt x="488131" y="106520"/>
                    <a:pt x="461897" y="110340"/>
                  </a:cubicBezTo>
                  <a:cubicBezTo>
                    <a:pt x="446373" y="102746"/>
                    <a:pt x="430715" y="94918"/>
                    <a:pt x="414925" y="86854"/>
                  </a:cubicBezTo>
                  <a:cubicBezTo>
                    <a:pt x="425360" y="81632"/>
                    <a:pt x="435804" y="76418"/>
                    <a:pt x="446240" y="71197"/>
                  </a:cubicBezTo>
                  <a:cubicBezTo>
                    <a:pt x="438239" y="64511"/>
                    <a:pt x="431717" y="56682"/>
                    <a:pt x="426668" y="47710"/>
                  </a:cubicBezTo>
                  <a:cubicBezTo>
                    <a:pt x="417242" y="55312"/>
                    <a:pt x="413328" y="63141"/>
                    <a:pt x="414925" y="71197"/>
                  </a:cubicBezTo>
                  <a:cubicBezTo>
                    <a:pt x="403166" y="66632"/>
                    <a:pt x="392730" y="60111"/>
                    <a:pt x="383610" y="51625"/>
                  </a:cubicBezTo>
                  <a:cubicBezTo>
                    <a:pt x="333827" y="50301"/>
                    <a:pt x="284239" y="46387"/>
                    <a:pt x="234863" y="39881"/>
                  </a:cubicBezTo>
                  <a:cubicBezTo>
                    <a:pt x="242739" y="32867"/>
                    <a:pt x="242739" y="27653"/>
                    <a:pt x="234863" y="24224"/>
                  </a:cubicBezTo>
                  <a:cubicBezTo>
                    <a:pt x="212903" y="45244"/>
                    <a:pt x="218125" y="58295"/>
                    <a:pt x="250521" y="63368"/>
                  </a:cubicBezTo>
                  <a:cubicBezTo>
                    <a:pt x="249213" y="65975"/>
                    <a:pt x="247914" y="68589"/>
                    <a:pt x="246606" y="71197"/>
                  </a:cubicBezTo>
                  <a:cubicBezTo>
                    <a:pt x="213600" y="63211"/>
                    <a:pt x="175756" y="55382"/>
                    <a:pt x="133089" y="47710"/>
                  </a:cubicBezTo>
                  <a:cubicBezTo>
                    <a:pt x="98807" y="55633"/>
                    <a:pt x="64877" y="62154"/>
                    <a:pt x="31315" y="67282"/>
                  </a:cubicBezTo>
                  <a:cubicBezTo>
                    <a:pt x="36537" y="64675"/>
                    <a:pt x="41751" y="62060"/>
                    <a:pt x="46973" y="59453"/>
                  </a:cubicBezTo>
                  <a:cubicBezTo>
                    <a:pt x="30133" y="57958"/>
                    <a:pt x="14475" y="48822"/>
                    <a:pt x="0" y="32053"/>
                  </a:cubicBezTo>
                  <a:cubicBezTo>
                    <a:pt x="2607" y="26831"/>
                    <a:pt x="5222" y="21617"/>
                    <a:pt x="7829" y="16395"/>
                  </a:cubicBezTo>
                  <a:cubicBezTo>
                    <a:pt x="34862" y="10273"/>
                    <a:pt x="60955" y="7658"/>
                    <a:pt x="86116" y="8566"/>
                  </a:cubicBezTo>
                  <a:cubicBezTo>
                    <a:pt x="101899" y="38911"/>
                    <a:pt x="108421" y="38911"/>
                    <a:pt x="105688" y="8566"/>
                  </a:cubicBezTo>
                  <a:cubicBezTo>
                    <a:pt x="124728" y="14775"/>
                    <a:pt x="143000" y="17382"/>
                    <a:pt x="160490" y="16395"/>
                  </a:cubicBezTo>
                  <a:cubicBezTo>
                    <a:pt x="162901" y="10069"/>
                    <a:pt x="166815" y="4848"/>
                    <a:pt x="172233" y="738"/>
                  </a:cubicBezTo>
                  <a:cubicBezTo>
                    <a:pt x="184438" y="8151"/>
                    <a:pt x="197488" y="13365"/>
                    <a:pt x="211377" y="16395"/>
                  </a:cubicBezTo>
                  <a:cubicBezTo>
                    <a:pt x="238026" y="12066"/>
                    <a:pt x="265427" y="12066"/>
                    <a:pt x="293579" y="16395"/>
                  </a:cubicBezTo>
                  <a:cubicBezTo>
                    <a:pt x="331893" y="-7091"/>
                    <a:pt x="364507" y="-1877"/>
                    <a:pt x="391438" y="32053"/>
                  </a:cubicBezTo>
                  <a:cubicBezTo>
                    <a:pt x="411190" y="-797"/>
                    <a:pt x="435984" y="-6011"/>
                    <a:pt x="465812" y="16395"/>
                  </a:cubicBezTo>
                  <a:cubicBezTo>
                    <a:pt x="479246" y="14454"/>
                    <a:pt x="490989" y="9232"/>
                    <a:pt x="501041" y="738"/>
                  </a:cubicBezTo>
                  <a:cubicBezTo>
                    <a:pt x="518296" y="7486"/>
                    <a:pt x="539175" y="12708"/>
                    <a:pt x="563671" y="16395"/>
                  </a:cubicBezTo>
                  <a:cubicBezTo>
                    <a:pt x="582867" y="14125"/>
                    <a:pt x="601132" y="8911"/>
                    <a:pt x="618473" y="738"/>
                  </a:cubicBezTo>
                  <a:cubicBezTo>
                    <a:pt x="627648" y="4018"/>
                    <a:pt x="635477" y="9232"/>
                    <a:pt x="641959" y="16395"/>
                  </a:cubicBezTo>
                  <a:cubicBezTo>
                    <a:pt x="647376" y="12285"/>
                    <a:pt x="651291" y="7063"/>
                    <a:pt x="653702" y="738"/>
                  </a:cubicBezTo>
                  <a:cubicBezTo>
                    <a:pt x="669360" y="11173"/>
                    <a:pt x="685017" y="11173"/>
                    <a:pt x="700675" y="738"/>
                  </a:cubicBezTo>
                  <a:cubicBezTo>
                    <a:pt x="708159" y="11651"/>
                    <a:pt x="718595" y="16873"/>
                    <a:pt x="731990" y="16395"/>
                  </a:cubicBezTo>
                  <a:cubicBezTo>
                    <a:pt x="838101" y="9013"/>
                    <a:pt x="943789" y="9013"/>
                    <a:pt x="1049055" y="16395"/>
                  </a:cubicBezTo>
                  <a:cubicBezTo>
                    <a:pt x="1058230" y="13115"/>
                    <a:pt x="1066059" y="7901"/>
                    <a:pt x="1072541" y="738"/>
                  </a:cubicBezTo>
                  <a:cubicBezTo>
                    <a:pt x="1089898" y="17796"/>
                    <a:pt x="1105555" y="17796"/>
                    <a:pt x="1119514" y="738"/>
                  </a:cubicBezTo>
                  <a:cubicBezTo>
                    <a:pt x="1136753" y="10758"/>
                    <a:pt x="1153710" y="10758"/>
                    <a:pt x="1170401" y="738"/>
                  </a:cubicBezTo>
                  <a:cubicBezTo>
                    <a:pt x="1173008" y="5959"/>
                    <a:pt x="1175622" y="11173"/>
                    <a:pt x="1178229" y="16395"/>
                  </a:cubicBezTo>
                  <a:cubicBezTo>
                    <a:pt x="1241948" y="11784"/>
                    <a:pt x="1304578" y="11784"/>
                    <a:pt x="1366120" y="16395"/>
                  </a:cubicBezTo>
                  <a:cubicBezTo>
                    <a:pt x="1376501" y="14399"/>
                    <a:pt x="1384330" y="9177"/>
                    <a:pt x="1389606" y="738"/>
                  </a:cubicBezTo>
                  <a:cubicBezTo>
                    <a:pt x="1397435" y="11173"/>
                    <a:pt x="1405264" y="11173"/>
                    <a:pt x="1413092" y="738"/>
                  </a:cubicBezTo>
                  <a:cubicBezTo>
                    <a:pt x="1417993" y="20239"/>
                    <a:pt x="1424515" y="20239"/>
                    <a:pt x="1432664" y="738"/>
                  </a:cubicBezTo>
                  <a:cubicBezTo>
                    <a:pt x="1447312" y="10657"/>
                    <a:pt x="1461662" y="10657"/>
                    <a:pt x="1475723" y="738"/>
                  </a:cubicBezTo>
                  <a:cubicBezTo>
                    <a:pt x="1485970" y="19456"/>
                    <a:pt x="1493799" y="19456"/>
                    <a:pt x="1499209" y="738"/>
                  </a:cubicBezTo>
                  <a:cubicBezTo>
                    <a:pt x="1516957" y="3548"/>
                    <a:pt x="1536529" y="8770"/>
                    <a:pt x="1557925" y="16395"/>
                  </a:cubicBezTo>
                  <a:cubicBezTo>
                    <a:pt x="1583713" y="14634"/>
                    <a:pt x="1608506" y="9412"/>
                    <a:pt x="1632298" y="738"/>
                  </a:cubicBezTo>
                  <a:cubicBezTo>
                    <a:pt x="1640127" y="21617"/>
                    <a:pt x="1647955" y="21617"/>
                    <a:pt x="1655784" y="738"/>
                  </a:cubicBezTo>
                  <a:cubicBezTo>
                    <a:pt x="1663613" y="11173"/>
                    <a:pt x="1671442" y="11173"/>
                    <a:pt x="1679271" y="738"/>
                  </a:cubicBezTo>
                  <a:cubicBezTo>
                    <a:pt x="1681878" y="5959"/>
                    <a:pt x="1684492" y="11173"/>
                    <a:pt x="1687099" y="16395"/>
                  </a:cubicBezTo>
                  <a:cubicBezTo>
                    <a:pt x="1766295" y="14289"/>
                    <a:pt x="1847190" y="14289"/>
                    <a:pt x="1929791" y="16395"/>
                  </a:cubicBezTo>
                  <a:cubicBezTo>
                    <a:pt x="1932398" y="11173"/>
                    <a:pt x="1935013" y="5959"/>
                    <a:pt x="1937620" y="738"/>
                  </a:cubicBezTo>
                  <a:cubicBezTo>
                    <a:pt x="2007805" y="12888"/>
                    <a:pt x="2078264" y="18110"/>
                    <a:pt x="2148997" y="16395"/>
                  </a:cubicBezTo>
                  <a:cubicBezTo>
                    <a:pt x="2159965" y="3149"/>
                    <a:pt x="2174315" y="-2073"/>
                    <a:pt x="2192055" y="738"/>
                  </a:cubicBezTo>
                  <a:cubicBezTo>
                    <a:pt x="2193081" y="22885"/>
                    <a:pt x="2185252" y="33321"/>
                    <a:pt x="2168569" y="32053"/>
                  </a:cubicBezTo>
                  <a:cubicBezTo>
                    <a:pt x="2170205" y="36640"/>
                    <a:pt x="2172820" y="40555"/>
                    <a:pt x="2176397" y="43796"/>
                  </a:cubicBezTo>
                  <a:cubicBezTo>
                    <a:pt x="2160951" y="47671"/>
                    <a:pt x="2145294" y="48978"/>
                    <a:pt x="2129425" y="47710"/>
                  </a:cubicBezTo>
                  <a:cubicBezTo>
                    <a:pt x="2129425" y="60761"/>
                    <a:pt x="2129425" y="73804"/>
                    <a:pt x="2129425" y="86854"/>
                  </a:cubicBezTo>
                  <a:cubicBezTo>
                    <a:pt x="2106455" y="88686"/>
                    <a:pt x="2082969" y="89993"/>
                    <a:pt x="2058966" y="90768"/>
                  </a:cubicBezTo>
                  <a:cubicBezTo>
                    <a:pt x="2079274" y="28992"/>
                    <a:pt x="2058394" y="12027"/>
                    <a:pt x="1996336" y="39881"/>
                  </a:cubicBezTo>
                  <a:cubicBezTo>
                    <a:pt x="2004164" y="45103"/>
                    <a:pt x="2011993" y="50317"/>
                    <a:pt x="2019822" y="55539"/>
                  </a:cubicBezTo>
                  <a:cubicBezTo>
                    <a:pt x="2014600" y="58146"/>
                    <a:pt x="2009386" y="60761"/>
                    <a:pt x="2004164" y="63368"/>
                  </a:cubicBezTo>
                  <a:cubicBezTo>
                    <a:pt x="1972990" y="54404"/>
                    <a:pt x="1944290" y="41353"/>
                    <a:pt x="1918048" y="24224"/>
                  </a:cubicBezTo>
                  <a:cubicBezTo>
                    <a:pt x="1893004" y="34394"/>
                    <a:pt x="1868218" y="34394"/>
                    <a:pt x="1843675" y="24224"/>
                  </a:cubicBezTo>
                  <a:cubicBezTo>
                    <a:pt x="1846109" y="35458"/>
                    <a:pt x="1844810" y="45894"/>
                    <a:pt x="1839760" y="55539"/>
                  </a:cubicBezTo>
                  <a:cubicBezTo>
                    <a:pt x="1865157" y="72668"/>
                    <a:pt x="1891258" y="88326"/>
                    <a:pt x="1918048" y="102512"/>
                  </a:cubicBezTo>
                  <a:cubicBezTo>
                    <a:pt x="1927975" y="95246"/>
                    <a:pt x="1938411" y="93939"/>
                    <a:pt x="1949363" y="98597"/>
                  </a:cubicBezTo>
                  <a:cubicBezTo>
                    <a:pt x="1936845" y="106943"/>
                    <a:pt x="1929016" y="118686"/>
                    <a:pt x="1925877" y="133827"/>
                  </a:cubicBezTo>
                  <a:cubicBezTo>
                    <a:pt x="1896903" y="144208"/>
                    <a:pt x="1869502" y="152036"/>
                    <a:pt x="1843675" y="157313"/>
                  </a:cubicBezTo>
                  <a:cubicBezTo>
                    <a:pt x="1847159" y="134688"/>
                    <a:pt x="1847159" y="113808"/>
                    <a:pt x="1843675" y="94683"/>
                  </a:cubicBezTo>
                  <a:cubicBezTo>
                    <a:pt x="1824228" y="112987"/>
                    <a:pt x="1800742" y="123422"/>
                    <a:pt x="1773216" y="125998"/>
                  </a:cubicBezTo>
                  <a:cubicBezTo>
                    <a:pt x="1737297" y="120400"/>
                    <a:pt x="1699461" y="119093"/>
                    <a:pt x="1659699" y="122084"/>
                  </a:cubicBezTo>
                  <a:cubicBezTo>
                    <a:pt x="1665265" y="131909"/>
                    <a:pt x="1671786" y="141037"/>
                    <a:pt x="1679271" y="149484"/>
                  </a:cubicBezTo>
                  <a:cubicBezTo>
                    <a:pt x="1687099" y="146877"/>
                    <a:pt x="1694928" y="144262"/>
                    <a:pt x="1702757" y="141655"/>
                  </a:cubicBezTo>
                  <a:cubicBezTo>
                    <a:pt x="1716794" y="163537"/>
                    <a:pt x="1733759" y="183109"/>
                    <a:pt x="1753644" y="200371"/>
                  </a:cubicBezTo>
                  <a:cubicBezTo>
                    <a:pt x="1724278" y="189121"/>
                    <a:pt x="1699484" y="195643"/>
                    <a:pt x="1679271" y="219943"/>
                  </a:cubicBezTo>
                  <a:cubicBezTo>
                    <a:pt x="1652207" y="206384"/>
                    <a:pt x="1630020" y="211598"/>
                    <a:pt x="1612726" y="235601"/>
                  </a:cubicBezTo>
                  <a:cubicBezTo>
                    <a:pt x="1598384" y="216365"/>
                    <a:pt x="1585333" y="216365"/>
                    <a:pt x="1573582" y="235601"/>
                  </a:cubicBezTo>
                  <a:cubicBezTo>
                    <a:pt x="1561487" y="243054"/>
                    <a:pt x="1548436" y="245661"/>
                    <a:pt x="1534438" y="243429"/>
                  </a:cubicBezTo>
                  <a:cubicBezTo>
                    <a:pt x="1534438" y="232994"/>
                    <a:pt x="1534438" y="222550"/>
                    <a:pt x="1534438" y="212114"/>
                  </a:cubicBezTo>
                  <a:cubicBezTo>
                    <a:pt x="1518781" y="206893"/>
                    <a:pt x="1503123" y="201679"/>
                    <a:pt x="1487466" y="196457"/>
                  </a:cubicBezTo>
                  <a:cubicBezTo>
                    <a:pt x="1499506" y="224100"/>
                    <a:pt x="1507335" y="252800"/>
                    <a:pt x="1510952" y="282573"/>
                  </a:cubicBezTo>
                  <a:cubicBezTo>
                    <a:pt x="1527424" y="280232"/>
                    <a:pt x="1543081" y="282839"/>
                    <a:pt x="1557925" y="290402"/>
                  </a:cubicBezTo>
                  <a:cubicBezTo>
                    <a:pt x="1537038" y="300094"/>
                    <a:pt x="1516166" y="300094"/>
                    <a:pt x="1495295" y="290402"/>
                  </a:cubicBezTo>
                  <a:cubicBezTo>
                    <a:pt x="1498176" y="274697"/>
                    <a:pt x="1494261" y="259040"/>
                    <a:pt x="1483551" y="243429"/>
                  </a:cubicBezTo>
                  <a:cubicBezTo>
                    <a:pt x="1477735" y="260222"/>
                    <a:pt x="1471213" y="261522"/>
                    <a:pt x="1463979" y="247344"/>
                  </a:cubicBezTo>
                  <a:cubicBezTo>
                    <a:pt x="1468066" y="239906"/>
                    <a:pt x="1473288" y="233377"/>
                    <a:pt x="1479637" y="227772"/>
                  </a:cubicBezTo>
                  <a:cubicBezTo>
                    <a:pt x="1469045" y="219755"/>
                    <a:pt x="1463823" y="209320"/>
                    <a:pt x="1463979" y="196457"/>
                  </a:cubicBezTo>
                  <a:cubicBezTo>
                    <a:pt x="1438755" y="193388"/>
                    <a:pt x="1415269" y="197302"/>
                    <a:pt x="1393521" y="208200"/>
                  </a:cubicBezTo>
                  <a:cubicBezTo>
                    <a:pt x="1403894" y="207041"/>
                    <a:pt x="1413030" y="208341"/>
                    <a:pt x="1420921" y="212114"/>
                  </a:cubicBezTo>
                  <a:cubicBezTo>
                    <a:pt x="1424796" y="227560"/>
                    <a:pt x="1426104" y="243218"/>
                    <a:pt x="1424836" y="259087"/>
                  </a:cubicBezTo>
                  <a:cubicBezTo>
                    <a:pt x="1435584" y="257858"/>
                    <a:pt x="1446028" y="259165"/>
                    <a:pt x="1456151" y="263001"/>
                  </a:cubicBezTo>
                  <a:cubicBezTo>
                    <a:pt x="1449598" y="270916"/>
                    <a:pt x="1446991" y="280052"/>
                    <a:pt x="1448322" y="290402"/>
                  </a:cubicBezTo>
                  <a:cubicBezTo>
                    <a:pt x="1510341" y="298826"/>
                    <a:pt x="1510341" y="306654"/>
                    <a:pt x="1448322" y="313888"/>
                  </a:cubicBezTo>
                  <a:cubicBezTo>
                    <a:pt x="1448322" y="324324"/>
                    <a:pt x="1448322" y="334768"/>
                    <a:pt x="1448322" y="345203"/>
                  </a:cubicBezTo>
                  <a:cubicBezTo>
                    <a:pt x="1440493" y="345203"/>
                    <a:pt x="1432664" y="345203"/>
                    <a:pt x="1424836" y="345203"/>
                  </a:cubicBezTo>
                  <a:cubicBezTo>
                    <a:pt x="1424836" y="363468"/>
                    <a:pt x="1424836" y="381740"/>
                    <a:pt x="1424836" y="400005"/>
                  </a:cubicBezTo>
                  <a:cubicBezTo>
                    <a:pt x="1393427" y="405172"/>
                    <a:pt x="1377769" y="423444"/>
                    <a:pt x="1377863" y="454806"/>
                  </a:cubicBezTo>
                  <a:cubicBezTo>
                    <a:pt x="1364813" y="454806"/>
                    <a:pt x="1351770" y="454806"/>
                    <a:pt x="1338719" y="454806"/>
                  </a:cubicBezTo>
                  <a:cubicBezTo>
                    <a:pt x="1335094" y="431461"/>
                    <a:pt x="1332488" y="407974"/>
                    <a:pt x="1330890" y="384347"/>
                  </a:cubicBezTo>
                  <a:cubicBezTo>
                    <a:pt x="1339126" y="385514"/>
                    <a:pt x="1346955" y="384214"/>
                    <a:pt x="1354377" y="380433"/>
                  </a:cubicBezTo>
                  <a:cubicBezTo>
                    <a:pt x="1345241" y="376518"/>
                    <a:pt x="1338719" y="369997"/>
                    <a:pt x="1334805" y="360861"/>
                  </a:cubicBezTo>
                  <a:cubicBezTo>
                    <a:pt x="1330890" y="369997"/>
                    <a:pt x="1324369" y="376518"/>
                    <a:pt x="1315233" y="380433"/>
                  </a:cubicBezTo>
                  <a:cubicBezTo>
                    <a:pt x="1299575" y="383040"/>
                    <a:pt x="1283918" y="385655"/>
                    <a:pt x="1268260" y="388262"/>
                  </a:cubicBezTo>
                  <a:cubicBezTo>
                    <a:pt x="1287895" y="389162"/>
                    <a:pt x="1303552" y="396991"/>
                    <a:pt x="1315233" y="411748"/>
                  </a:cubicBezTo>
                  <a:cubicBezTo>
                    <a:pt x="1319962" y="431508"/>
                    <a:pt x="1325183" y="451080"/>
                    <a:pt x="1330890" y="470464"/>
                  </a:cubicBezTo>
                  <a:cubicBezTo>
                    <a:pt x="1329254" y="475051"/>
                    <a:pt x="1326639" y="478966"/>
                    <a:pt x="1323062" y="482207"/>
                  </a:cubicBezTo>
                  <a:cubicBezTo>
                    <a:pt x="1335486" y="488955"/>
                    <a:pt x="1348536" y="494177"/>
                    <a:pt x="1362206" y="497864"/>
                  </a:cubicBezTo>
                  <a:cubicBezTo>
                    <a:pt x="1351770" y="505693"/>
                    <a:pt x="1351770" y="513522"/>
                    <a:pt x="1362206" y="521351"/>
                  </a:cubicBezTo>
                  <a:cubicBezTo>
                    <a:pt x="1390467" y="530769"/>
                    <a:pt x="1419168" y="538597"/>
                    <a:pt x="1448322" y="544837"/>
                  </a:cubicBezTo>
                  <a:cubicBezTo>
                    <a:pt x="1440877" y="550458"/>
                    <a:pt x="1439577" y="556979"/>
                    <a:pt x="1444408" y="564409"/>
                  </a:cubicBezTo>
                  <a:cubicBezTo>
                    <a:pt x="1461944" y="543530"/>
                    <a:pt x="1473687" y="547444"/>
                    <a:pt x="1479637" y="576152"/>
                  </a:cubicBezTo>
                  <a:cubicBezTo>
                    <a:pt x="1459736" y="604179"/>
                    <a:pt x="1438857" y="631580"/>
                    <a:pt x="1417007" y="658354"/>
                  </a:cubicBezTo>
                  <a:cubicBezTo>
                    <a:pt x="1404911" y="665807"/>
                    <a:pt x="1391861" y="668414"/>
                    <a:pt x="1377863" y="666183"/>
                  </a:cubicBezTo>
                  <a:cubicBezTo>
                    <a:pt x="1379092" y="655434"/>
                    <a:pt x="1377785" y="644990"/>
                    <a:pt x="1373949" y="634868"/>
                  </a:cubicBezTo>
                  <a:cubicBezTo>
                    <a:pt x="1365094" y="643511"/>
                    <a:pt x="1358565" y="640904"/>
                    <a:pt x="1354377" y="627039"/>
                  </a:cubicBezTo>
                  <a:cubicBezTo>
                    <a:pt x="1357086" y="617676"/>
                    <a:pt x="1361000" y="617676"/>
                    <a:pt x="1366120" y="627039"/>
                  </a:cubicBezTo>
                  <a:cubicBezTo>
                    <a:pt x="1384150" y="605150"/>
                    <a:pt x="1381535" y="586885"/>
                    <a:pt x="1358291" y="572238"/>
                  </a:cubicBezTo>
                  <a:cubicBezTo>
                    <a:pt x="1360350" y="583597"/>
                    <a:pt x="1359043" y="594033"/>
                    <a:pt x="1354377" y="603553"/>
                  </a:cubicBezTo>
                  <a:cubicBezTo>
                    <a:pt x="1349789" y="601916"/>
                    <a:pt x="1345875" y="599302"/>
                    <a:pt x="1342634" y="595724"/>
                  </a:cubicBezTo>
                  <a:cubicBezTo>
                    <a:pt x="1334805" y="603553"/>
                    <a:pt x="1326976" y="611381"/>
                    <a:pt x="1319147" y="619210"/>
                  </a:cubicBezTo>
                  <a:cubicBezTo>
                    <a:pt x="1294377" y="598503"/>
                    <a:pt x="1285241" y="606332"/>
                    <a:pt x="1291747" y="642697"/>
                  </a:cubicBezTo>
                  <a:cubicBezTo>
                    <a:pt x="1280176" y="640645"/>
                    <a:pt x="1269740" y="643253"/>
                    <a:pt x="1260432" y="650525"/>
                  </a:cubicBezTo>
                  <a:cubicBezTo>
                    <a:pt x="1270139" y="671632"/>
                    <a:pt x="1283190" y="689904"/>
                    <a:pt x="1299575" y="705327"/>
                  </a:cubicBezTo>
                  <a:cubicBezTo>
                    <a:pt x="1290267" y="712600"/>
                    <a:pt x="1279831" y="715207"/>
                    <a:pt x="1268260" y="713155"/>
                  </a:cubicBezTo>
                  <a:cubicBezTo>
                    <a:pt x="1254043" y="679883"/>
                    <a:pt x="1241001" y="645953"/>
                    <a:pt x="1229116" y="611381"/>
                  </a:cubicBezTo>
                  <a:cubicBezTo>
                    <a:pt x="1237313" y="599200"/>
                    <a:pt x="1242535" y="586149"/>
                    <a:pt x="1244774" y="572238"/>
                  </a:cubicBezTo>
                  <a:cubicBezTo>
                    <a:pt x="1236945" y="572238"/>
                    <a:pt x="1229116" y="572238"/>
                    <a:pt x="1221288" y="572238"/>
                  </a:cubicBezTo>
                  <a:cubicBezTo>
                    <a:pt x="1221288" y="561802"/>
                    <a:pt x="1221288" y="551358"/>
                    <a:pt x="1221288" y="540923"/>
                  </a:cubicBezTo>
                  <a:cubicBezTo>
                    <a:pt x="1201551" y="541392"/>
                    <a:pt x="1183287" y="536178"/>
                    <a:pt x="1166486" y="525265"/>
                  </a:cubicBezTo>
                  <a:cubicBezTo>
                    <a:pt x="1149302" y="544187"/>
                    <a:pt x="1131038" y="545495"/>
                    <a:pt x="1111685" y="529179"/>
                  </a:cubicBezTo>
                  <a:cubicBezTo>
                    <a:pt x="1145114" y="509146"/>
                    <a:pt x="1142499" y="497403"/>
                    <a:pt x="1103856" y="493950"/>
                  </a:cubicBezTo>
                  <a:cubicBezTo>
                    <a:pt x="1087338" y="520216"/>
                    <a:pt x="1076902" y="547616"/>
                    <a:pt x="1072541" y="576152"/>
                  </a:cubicBezTo>
                  <a:cubicBezTo>
                    <a:pt x="1043363" y="586079"/>
                    <a:pt x="1023791" y="576950"/>
                    <a:pt x="1013825" y="548751"/>
                  </a:cubicBezTo>
                  <a:cubicBezTo>
                    <a:pt x="998050" y="564197"/>
                    <a:pt x="999358" y="577248"/>
                    <a:pt x="1017740" y="587895"/>
                  </a:cubicBezTo>
                  <a:cubicBezTo>
                    <a:pt x="1005652" y="596679"/>
                    <a:pt x="995216" y="594072"/>
                    <a:pt x="986425" y="580066"/>
                  </a:cubicBezTo>
                  <a:cubicBezTo>
                    <a:pt x="980099" y="582478"/>
                    <a:pt x="974877" y="586392"/>
                    <a:pt x="970767" y="591810"/>
                  </a:cubicBezTo>
                  <a:cubicBezTo>
                    <a:pt x="982322" y="605220"/>
                    <a:pt x="992766" y="619578"/>
                    <a:pt x="1002082" y="634868"/>
                  </a:cubicBezTo>
                  <a:cubicBezTo>
                    <a:pt x="1020386" y="623039"/>
                    <a:pt x="1025600" y="625653"/>
                    <a:pt x="1017740" y="642697"/>
                  </a:cubicBezTo>
                  <a:cubicBezTo>
                    <a:pt x="1033202" y="651136"/>
                    <a:pt x="1047552" y="648529"/>
                    <a:pt x="1060798" y="634868"/>
                  </a:cubicBezTo>
                  <a:cubicBezTo>
                    <a:pt x="1058191" y="624432"/>
                    <a:pt x="1055576" y="613989"/>
                    <a:pt x="1052969" y="603553"/>
                  </a:cubicBezTo>
                  <a:cubicBezTo>
                    <a:pt x="1067257" y="608273"/>
                    <a:pt x="1081615" y="613495"/>
                    <a:pt x="1096027" y="619210"/>
                  </a:cubicBezTo>
                  <a:cubicBezTo>
                    <a:pt x="1084433" y="626883"/>
                    <a:pt x="1073989" y="636019"/>
                    <a:pt x="1064712" y="646611"/>
                  </a:cubicBezTo>
                  <a:cubicBezTo>
                    <a:pt x="1074193" y="653602"/>
                    <a:pt x="1074193" y="660123"/>
                    <a:pt x="1064712" y="666183"/>
                  </a:cubicBezTo>
                  <a:cubicBezTo>
                    <a:pt x="1053823" y="657219"/>
                    <a:pt x="1043387" y="657219"/>
                    <a:pt x="1033397" y="666183"/>
                  </a:cubicBezTo>
                  <a:cubicBezTo>
                    <a:pt x="1035034" y="670770"/>
                    <a:pt x="1037648" y="674685"/>
                    <a:pt x="1041226" y="677926"/>
                  </a:cubicBezTo>
                  <a:cubicBezTo>
                    <a:pt x="1029686" y="688229"/>
                    <a:pt x="1016636" y="696058"/>
                    <a:pt x="1002082" y="701412"/>
                  </a:cubicBezTo>
                  <a:cubicBezTo>
                    <a:pt x="1016307" y="715504"/>
                    <a:pt x="1025443" y="732461"/>
                    <a:pt x="1029483" y="752299"/>
                  </a:cubicBezTo>
                  <a:cubicBezTo>
                    <a:pt x="1043058" y="746436"/>
                    <a:pt x="1057408" y="742521"/>
                    <a:pt x="1072541" y="740556"/>
                  </a:cubicBezTo>
                  <a:cubicBezTo>
                    <a:pt x="1048718" y="717492"/>
                    <a:pt x="1053940" y="708364"/>
                    <a:pt x="1088199" y="713155"/>
                  </a:cubicBezTo>
                  <a:cubicBezTo>
                    <a:pt x="1089318" y="726950"/>
                    <a:pt x="1086703" y="740000"/>
                    <a:pt x="1080370" y="752299"/>
                  </a:cubicBezTo>
                  <a:cubicBezTo>
                    <a:pt x="1112671" y="761060"/>
                    <a:pt x="1141379" y="776717"/>
                    <a:pt x="1166486" y="799272"/>
                  </a:cubicBezTo>
                  <a:cubicBezTo>
                    <a:pt x="1175169" y="790739"/>
                    <a:pt x="1182997" y="790739"/>
                    <a:pt x="1189973" y="799272"/>
                  </a:cubicBezTo>
                  <a:cubicBezTo>
                    <a:pt x="1162008" y="808713"/>
                    <a:pt x="1133308" y="813935"/>
                    <a:pt x="1103856" y="814929"/>
                  </a:cubicBezTo>
                  <a:cubicBezTo>
                    <a:pt x="1103856" y="807101"/>
                    <a:pt x="1103856" y="799272"/>
                    <a:pt x="1103856" y="791443"/>
                  </a:cubicBezTo>
                  <a:cubicBezTo>
                    <a:pt x="1078045" y="790104"/>
                    <a:pt x="1075430" y="795318"/>
                    <a:pt x="1096027" y="807101"/>
                  </a:cubicBezTo>
                  <a:cubicBezTo>
                    <a:pt x="1089169" y="812980"/>
                    <a:pt x="1081341" y="816895"/>
                    <a:pt x="1072541" y="818844"/>
                  </a:cubicBezTo>
                  <a:cubicBezTo>
                    <a:pt x="1111685" y="824066"/>
                    <a:pt x="1150829" y="824066"/>
                    <a:pt x="1189973" y="818844"/>
                  </a:cubicBezTo>
                  <a:cubicBezTo>
                    <a:pt x="1198138" y="803374"/>
                    <a:pt x="1208582" y="799460"/>
                    <a:pt x="1221288" y="807101"/>
                  </a:cubicBezTo>
                  <a:cubicBezTo>
                    <a:pt x="1237407" y="789987"/>
                    <a:pt x="1255672" y="788687"/>
                    <a:pt x="1276089" y="803186"/>
                  </a:cubicBezTo>
                  <a:cubicBezTo>
                    <a:pt x="1264745" y="811931"/>
                    <a:pt x="1251695" y="817153"/>
                    <a:pt x="1236945" y="818844"/>
                  </a:cubicBezTo>
                  <a:cubicBezTo>
                    <a:pt x="1276003" y="822750"/>
                    <a:pt x="1315147" y="824058"/>
                    <a:pt x="1354377" y="822758"/>
                  </a:cubicBezTo>
                  <a:cubicBezTo>
                    <a:pt x="1354377" y="812322"/>
                    <a:pt x="1354377" y="801879"/>
                    <a:pt x="1354377" y="791443"/>
                  </a:cubicBezTo>
                  <a:cubicBezTo>
                    <a:pt x="1393607" y="790144"/>
                    <a:pt x="1432750" y="791451"/>
                    <a:pt x="1471808" y="795358"/>
                  </a:cubicBezTo>
                  <a:cubicBezTo>
                    <a:pt x="1492617" y="822868"/>
                    <a:pt x="1484788" y="837218"/>
                    <a:pt x="1448322" y="838416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91A8F79-6A54-4D17-8431-D31607F0E38D}"/>
                </a:ext>
              </a:extLst>
            </p:cNvPr>
            <p:cNvSpPr/>
            <p:nvPr/>
          </p:nvSpPr>
          <p:spPr>
            <a:xfrm>
              <a:off x="5690167" y="2321578"/>
              <a:ext cx="787920" cy="578979"/>
            </a:xfrm>
            <a:custGeom>
              <a:avLst/>
              <a:gdLst>
                <a:gd name="connsiteX0" fmla="*/ 782877 w 787920"/>
                <a:gd name="connsiteY0" fmla="*/ 344117 h 578979"/>
                <a:gd name="connsiteX1" fmla="*/ 778962 w 787920"/>
                <a:gd name="connsiteY1" fmla="*/ 406747 h 578979"/>
                <a:gd name="connsiteX2" fmla="*/ 708503 w 787920"/>
                <a:gd name="connsiteY2" fmla="*/ 359774 h 578979"/>
                <a:gd name="connsiteX3" fmla="*/ 649788 w 787920"/>
                <a:gd name="connsiteY3" fmla="*/ 391090 h 578979"/>
                <a:gd name="connsiteX4" fmla="*/ 649788 w 787920"/>
                <a:gd name="connsiteY4" fmla="*/ 422405 h 578979"/>
                <a:gd name="connsiteX5" fmla="*/ 688932 w 787920"/>
                <a:gd name="connsiteY5" fmla="*/ 434148 h 578979"/>
                <a:gd name="connsiteX6" fmla="*/ 641959 w 787920"/>
                <a:gd name="connsiteY6" fmla="*/ 500692 h 578979"/>
                <a:gd name="connsiteX7" fmla="*/ 579329 w 787920"/>
                <a:gd name="connsiteY7" fmla="*/ 500692 h 578979"/>
                <a:gd name="connsiteX8" fmla="*/ 579329 w 787920"/>
                <a:gd name="connsiteY8" fmla="*/ 445891 h 578979"/>
                <a:gd name="connsiteX9" fmla="*/ 602815 w 787920"/>
                <a:gd name="connsiteY9" fmla="*/ 438062 h 578979"/>
                <a:gd name="connsiteX10" fmla="*/ 591072 w 787920"/>
                <a:gd name="connsiteY10" fmla="*/ 430233 h 578979"/>
                <a:gd name="connsiteX11" fmla="*/ 516699 w 787920"/>
                <a:gd name="connsiteY11" fmla="*/ 438062 h 578979"/>
                <a:gd name="connsiteX12" fmla="*/ 532356 w 787920"/>
                <a:gd name="connsiteY12" fmla="*/ 578980 h 578979"/>
                <a:gd name="connsiteX13" fmla="*/ 493212 w 787920"/>
                <a:gd name="connsiteY13" fmla="*/ 578980 h 578979"/>
                <a:gd name="connsiteX14" fmla="*/ 493212 w 787920"/>
                <a:gd name="connsiteY14" fmla="*/ 516350 h 578979"/>
                <a:gd name="connsiteX15" fmla="*/ 426668 w 787920"/>
                <a:gd name="connsiteY15" fmla="*/ 532007 h 578979"/>
                <a:gd name="connsiteX16" fmla="*/ 336637 w 787920"/>
                <a:gd name="connsiteY16" fmla="*/ 500692 h 578979"/>
                <a:gd name="connsiteX17" fmla="*/ 297493 w 787920"/>
                <a:gd name="connsiteY17" fmla="*/ 496778 h 578979"/>
                <a:gd name="connsiteX18" fmla="*/ 301408 w 787920"/>
                <a:gd name="connsiteY18" fmla="*/ 516350 h 578979"/>
                <a:gd name="connsiteX19" fmla="*/ 250521 w 787920"/>
                <a:gd name="connsiteY19" fmla="*/ 496778 h 578979"/>
                <a:gd name="connsiteX20" fmla="*/ 281836 w 787920"/>
                <a:gd name="connsiteY20" fmla="*/ 461548 h 578979"/>
                <a:gd name="connsiteX21" fmla="*/ 250521 w 787920"/>
                <a:gd name="connsiteY21" fmla="*/ 445891 h 578979"/>
                <a:gd name="connsiteX22" fmla="*/ 234863 w 787920"/>
                <a:gd name="connsiteY22" fmla="*/ 438062 h 578979"/>
                <a:gd name="connsiteX23" fmla="*/ 242692 w 787920"/>
                <a:gd name="connsiteY23" fmla="*/ 422405 h 578979"/>
                <a:gd name="connsiteX24" fmla="*/ 219205 w 787920"/>
                <a:gd name="connsiteY24" fmla="*/ 371518 h 578979"/>
                <a:gd name="connsiteX25" fmla="*/ 274007 w 787920"/>
                <a:gd name="connsiteY25" fmla="*/ 359774 h 578979"/>
                <a:gd name="connsiteX26" fmla="*/ 274007 w 787920"/>
                <a:gd name="connsiteY26" fmla="*/ 328459 h 578979"/>
                <a:gd name="connsiteX27" fmla="*/ 227034 w 787920"/>
                <a:gd name="connsiteY27" fmla="*/ 289316 h 578979"/>
                <a:gd name="connsiteX28" fmla="*/ 297493 w 787920"/>
                <a:gd name="connsiteY28" fmla="*/ 250172 h 578979"/>
                <a:gd name="connsiteX29" fmla="*/ 242692 w 787920"/>
                <a:gd name="connsiteY29" fmla="*/ 269744 h 578979"/>
                <a:gd name="connsiteX30" fmla="*/ 140918 w 787920"/>
                <a:gd name="connsiteY30" fmla="*/ 281487 h 578979"/>
                <a:gd name="connsiteX31" fmla="*/ 78288 w 787920"/>
                <a:gd name="connsiteY31" fmla="*/ 281487 h 578979"/>
                <a:gd name="connsiteX32" fmla="*/ 15658 w 787920"/>
                <a:gd name="connsiteY32" fmla="*/ 254086 h 578979"/>
                <a:gd name="connsiteX33" fmla="*/ 7829 w 787920"/>
                <a:gd name="connsiteY33" fmla="*/ 246257 h 578979"/>
                <a:gd name="connsiteX34" fmla="*/ 0 w 787920"/>
                <a:gd name="connsiteY34" fmla="*/ 214942 h 578979"/>
                <a:gd name="connsiteX35" fmla="*/ 11743 w 787920"/>
                <a:gd name="connsiteY35" fmla="*/ 203199 h 578979"/>
                <a:gd name="connsiteX36" fmla="*/ 46973 w 787920"/>
                <a:gd name="connsiteY36" fmla="*/ 234514 h 578979"/>
                <a:gd name="connsiteX37" fmla="*/ 39144 w 787920"/>
                <a:gd name="connsiteY37" fmla="*/ 246257 h 578979"/>
                <a:gd name="connsiteX38" fmla="*/ 93945 w 787920"/>
                <a:gd name="connsiteY38" fmla="*/ 226685 h 578979"/>
                <a:gd name="connsiteX39" fmla="*/ 101774 w 787920"/>
                <a:gd name="connsiteY39" fmla="*/ 230600 h 578979"/>
                <a:gd name="connsiteX40" fmla="*/ 78288 w 787920"/>
                <a:gd name="connsiteY40" fmla="*/ 254086 h 578979"/>
                <a:gd name="connsiteX41" fmla="*/ 125260 w 787920"/>
                <a:gd name="connsiteY41" fmla="*/ 265829 h 578979"/>
                <a:gd name="connsiteX42" fmla="*/ 133089 w 787920"/>
                <a:gd name="connsiteY42" fmla="*/ 195370 h 578979"/>
                <a:gd name="connsiteX43" fmla="*/ 86116 w 787920"/>
                <a:gd name="connsiteY43" fmla="*/ 199285 h 578979"/>
                <a:gd name="connsiteX44" fmla="*/ 93945 w 787920"/>
                <a:gd name="connsiteY44" fmla="*/ 160141 h 578979"/>
                <a:gd name="connsiteX45" fmla="*/ 109603 w 787920"/>
                <a:gd name="connsiteY45" fmla="*/ 124911 h 578979"/>
                <a:gd name="connsiteX46" fmla="*/ 148747 w 787920"/>
                <a:gd name="connsiteY46" fmla="*/ 144483 h 578979"/>
                <a:gd name="connsiteX47" fmla="*/ 140918 w 787920"/>
                <a:gd name="connsiteY47" fmla="*/ 179713 h 578979"/>
                <a:gd name="connsiteX48" fmla="*/ 168318 w 787920"/>
                <a:gd name="connsiteY48" fmla="*/ 156227 h 578979"/>
                <a:gd name="connsiteX49" fmla="*/ 266178 w 787920"/>
                <a:gd name="connsiteY49" fmla="*/ 175798 h 578979"/>
                <a:gd name="connsiteX50" fmla="*/ 266178 w 787920"/>
                <a:gd name="connsiteY50" fmla="*/ 152312 h 578979"/>
                <a:gd name="connsiteX51" fmla="*/ 227034 w 787920"/>
                <a:gd name="connsiteY51" fmla="*/ 156227 h 578979"/>
                <a:gd name="connsiteX52" fmla="*/ 227034 w 787920"/>
                <a:gd name="connsiteY52" fmla="*/ 144483 h 578979"/>
                <a:gd name="connsiteX53" fmla="*/ 324894 w 787920"/>
                <a:gd name="connsiteY53" fmla="*/ 156227 h 578979"/>
                <a:gd name="connsiteX54" fmla="*/ 336637 w 787920"/>
                <a:gd name="connsiteY54" fmla="*/ 148398 h 578979"/>
                <a:gd name="connsiteX55" fmla="*/ 313151 w 787920"/>
                <a:gd name="connsiteY55" fmla="*/ 132740 h 578979"/>
                <a:gd name="connsiteX56" fmla="*/ 320979 w 787920"/>
                <a:gd name="connsiteY56" fmla="*/ 124911 h 578979"/>
                <a:gd name="connsiteX57" fmla="*/ 360123 w 787920"/>
                <a:gd name="connsiteY57" fmla="*/ 132740 h 578979"/>
                <a:gd name="connsiteX58" fmla="*/ 375781 w 787920"/>
                <a:gd name="connsiteY58" fmla="*/ 101425 h 578979"/>
                <a:gd name="connsiteX59" fmla="*/ 403182 w 787920"/>
                <a:gd name="connsiteY59" fmla="*/ 132740 h 578979"/>
                <a:gd name="connsiteX60" fmla="*/ 430582 w 787920"/>
                <a:gd name="connsiteY60" fmla="*/ 132740 h 578979"/>
                <a:gd name="connsiteX61" fmla="*/ 430582 w 787920"/>
                <a:gd name="connsiteY61" fmla="*/ 160141 h 578979"/>
                <a:gd name="connsiteX62" fmla="*/ 414925 w 787920"/>
                <a:gd name="connsiteY62" fmla="*/ 199285 h 578979"/>
                <a:gd name="connsiteX63" fmla="*/ 469726 w 787920"/>
                <a:gd name="connsiteY63" fmla="*/ 195370 h 578979"/>
                <a:gd name="connsiteX64" fmla="*/ 469726 w 787920"/>
                <a:gd name="connsiteY64" fmla="*/ 160141 h 578979"/>
                <a:gd name="connsiteX65" fmla="*/ 540185 w 787920"/>
                <a:gd name="connsiteY65" fmla="*/ 132740 h 578979"/>
                <a:gd name="connsiteX66" fmla="*/ 532356 w 787920"/>
                <a:gd name="connsiteY66" fmla="*/ 46624 h 578979"/>
                <a:gd name="connsiteX67" fmla="*/ 516699 w 787920"/>
                <a:gd name="connsiteY67" fmla="*/ 23137 h 578979"/>
                <a:gd name="connsiteX68" fmla="*/ 532356 w 787920"/>
                <a:gd name="connsiteY68" fmla="*/ 3566 h 578979"/>
                <a:gd name="connsiteX69" fmla="*/ 524527 w 787920"/>
                <a:gd name="connsiteY69" fmla="*/ 11394 h 578979"/>
                <a:gd name="connsiteX70" fmla="*/ 544099 w 787920"/>
                <a:gd name="connsiteY70" fmla="*/ 54453 h 578979"/>
                <a:gd name="connsiteX71" fmla="*/ 563671 w 787920"/>
                <a:gd name="connsiteY71" fmla="*/ 50538 h 578979"/>
                <a:gd name="connsiteX72" fmla="*/ 559757 w 787920"/>
                <a:gd name="connsiteY72" fmla="*/ 101425 h 578979"/>
                <a:gd name="connsiteX73" fmla="*/ 563671 w 787920"/>
                <a:gd name="connsiteY73" fmla="*/ 81853 h 578979"/>
                <a:gd name="connsiteX74" fmla="*/ 598901 w 787920"/>
                <a:gd name="connsiteY74" fmla="*/ 70110 h 578979"/>
                <a:gd name="connsiteX75" fmla="*/ 602815 w 787920"/>
                <a:gd name="connsiteY75" fmla="*/ 101425 h 578979"/>
                <a:gd name="connsiteX76" fmla="*/ 579329 w 787920"/>
                <a:gd name="connsiteY76" fmla="*/ 105340 h 578979"/>
                <a:gd name="connsiteX77" fmla="*/ 618473 w 787920"/>
                <a:gd name="connsiteY77" fmla="*/ 105340 h 578979"/>
                <a:gd name="connsiteX78" fmla="*/ 610644 w 787920"/>
                <a:gd name="connsiteY78" fmla="*/ 77939 h 578979"/>
                <a:gd name="connsiteX79" fmla="*/ 641959 w 787920"/>
                <a:gd name="connsiteY79" fmla="*/ 85768 h 578979"/>
                <a:gd name="connsiteX80" fmla="*/ 641959 w 787920"/>
                <a:gd name="connsiteY80" fmla="*/ 105340 h 578979"/>
                <a:gd name="connsiteX81" fmla="*/ 622387 w 787920"/>
                <a:gd name="connsiteY81" fmla="*/ 148398 h 578979"/>
                <a:gd name="connsiteX82" fmla="*/ 602815 w 787920"/>
                <a:gd name="connsiteY82" fmla="*/ 160141 h 578979"/>
                <a:gd name="connsiteX83" fmla="*/ 649788 w 787920"/>
                <a:gd name="connsiteY83" fmla="*/ 164055 h 578979"/>
                <a:gd name="connsiteX84" fmla="*/ 665445 w 787920"/>
                <a:gd name="connsiteY84" fmla="*/ 164055 h 578979"/>
                <a:gd name="connsiteX85" fmla="*/ 645873 w 787920"/>
                <a:gd name="connsiteY85" fmla="*/ 140569 h 578979"/>
                <a:gd name="connsiteX86" fmla="*/ 657616 w 787920"/>
                <a:gd name="connsiteY86" fmla="*/ 124911 h 578979"/>
                <a:gd name="connsiteX87" fmla="*/ 688932 w 787920"/>
                <a:gd name="connsiteY87" fmla="*/ 109254 h 578979"/>
                <a:gd name="connsiteX88" fmla="*/ 735904 w 787920"/>
                <a:gd name="connsiteY88" fmla="*/ 128826 h 578979"/>
                <a:gd name="connsiteX89" fmla="*/ 712418 w 787920"/>
                <a:gd name="connsiteY89" fmla="*/ 132740 h 578979"/>
                <a:gd name="connsiteX90" fmla="*/ 712418 w 787920"/>
                <a:gd name="connsiteY90" fmla="*/ 179713 h 578979"/>
                <a:gd name="connsiteX91" fmla="*/ 649788 w 787920"/>
                <a:gd name="connsiteY91" fmla="*/ 195370 h 578979"/>
                <a:gd name="connsiteX92" fmla="*/ 649788 w 787920"/>
                <a:gd name="connsiteY92" fmla="*/ 226685 h 578979"/>
                <a:gd name="connsiteX93" fmla="*/ 688932 w 787920"/>
                <a:gd name="connsiteY93" fmla="*/ 226685 h 578979"/>
                <a:gd name="connsiteX94" fmla="*/ 696760 w 787920"/>
                <a:gd name="connsiteY94" fmla="*/ 297144 h 578979"/>
                <a:gd name="connsiteX95" fmla="*/ 728075 w 787920"/>
                <a:gd name="connsiteY95" fmla="*/ 281487 h 578979"/>
                <a:gd name="connsiteX96" fmla="*/ 747647 w 787920"/>
                <a:gd name="connsiteY96" fmla="*/ 367603 h 578979"/>
                <a:gd name="connsiteX97" fmla="*/ 782877 w 787920"/>
                <a:gd name="connsiteY97" fmla="*/ 344117 h 57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787920" h="578979">
                  <a:moveTo>
                    <a:pt x="782877" y="344117"/>
                  </a:moveTo>
                  <a:cubicBezTo>
                    <a:pt x="790721" y="364550"/>
                    <a:pt x="789414" y="385422"/>
                    <a:pt x="778962" y="406747"/>
                  </a:cubicBezTo>
                  <a:cubicBezTo>
                    <a:pt x="758733" y="386298"/>
                    <a:pt x="735247" y="370641"/>
                    <a:pt x="708503" y="359774"/>
                  </a:cubicBezTo>
                  <a:cubicBezTo>
                    <a:pt x="689621" y="372293"/>
                    <a:pt x="670049" y="382728"/>
                    <a:pt x="649788" y="391090"/>
                  </a:cubicBezTo>
                  <a:cubicBezTo>
                    <a:pt x="649788" y="401525"/>
                    <a:pt x="649788" y="411969"/>
                    <a:pt x="649788" y="422405"/>
                  </a:cubicBezTo>
                  <a:cubicBezTo>
                    <a:pt x="663942" y="422334"/>
                    <a:pt x="676992" y="426249"/>
                    <a:pt x="688932" y="434148"/>
                  </a:cubicBezTo>
                  <a:cubicBezTo>
                    <a:pt x="662415" y="448881"/>
                    <a:pt x="646758" y="471060"/>
                    <a:pt x="641959" y="500692"/>
                  </a:cubicBezTo>
                  <a:cubicBezTo>
                    <a:pt x="621080" y="500692"/>
                    <a:pt x="600208" y="500692"/>
                    <a:pt x="579329" y="500692"/>
                  </a:cubicBezTo>
                  <a:cubicBezTo>
                    <a:pt x="579329" y="482428"/>
                    <a:pt x="579329" y="464155"/>
                    <a:pt x="579329" y="445891"/>
                  </a:cubicBezTo>
                  <a:cubicBezTo>
                    <a:pt x="588527" y="447605"/>
                    <a:pt x="596356" y="444998"/>
                    <a:pt x="602815" y="438062"/>
                  </a:cubicBezTo>
                  <a:cubicBezTo>
                    <a:pt x="598901" y="435455"/>
                    <a:pt x="594986" y="432840"/>
                    <a:pt x="591072" y="430233"/>
                  </a:cubicBezTo>
                  <a:cubicBezTo>
                    <a:pt x="565347" y="437107"/>
                    <a:pt x="540553" y="439714"/>
                    <a:pt x="516699" y="438062"/>
                  </a:cubicBezTo>
                  <a:cubicBezTo>
                    <a:pt x="531534" y="483281"/>
                    <a:pt x="536748" y="530254"/>
                    <a:pt x="532356" y="578980"/>
                  </a:cubicBezTo>
                  <a:cubicBezTo>
                    <a:pt x="519306" y="578980"/>
                    <a:pt x="506263" y="578980"/>
                    <a:pt x="493212" y="578980"/>
                  </a:cubicBezTo>
                  <a:cubicBezTo>
                    <a:pt x="493212" y="558101"/>
                    <a:pt x="493212" y="537229"/>
                    <a:pt x="493212" y="516350"/>
                  </a:cubicBezTo>
                  <a:cubicBezTo>
                    <a:pt x="469820" y="515872"/>
                    <a:pt x="447641" y="521086"/>
                    <a:pt x="426668" y="532007"/>
                  </a:cubicBezTo>
                  <a:cubicBezTo>
                    <a:pt x="398336" y="515097"/>
                    <a:pt x="368328" y="504654"/>
                    <a:pt x="336637" y="500692"/>
                  </a:cubicBezTo>
                  <a:cubicBezTo>
                    <a:pt x="330883" y="473855"/>
                    <a:pt x="317832" y="472556"/>
                    <a:pt x="297493" y="496778"/>
                  </a:cubicBezTo>
                  <a:cubicBezTo>
                    <a:pt x="312336" y="505116"/>
                    <a:pt x="313644" y="511637"/>
                    <a:pt x="301408" y="516350"/>
                  </a:cubicBezTo>
                  <a:cubicBezTo>
                    <a:pt x="283832" y="511363"/>
                    <a:pt x="266867" y="504842"/>
                    <a:pt x="250521" y="496778"/>
                  </a:cubicBezTo>
                  <a:cubicBezTo>
                    <a:pt x="263642" y="487563"/>
                    <a:pt x="274077" y="475820"/>
                    <a:pt x="281836" y="461548"/>
                  </a:cubicBezTo>
                  <a:cubicBezTo>
                    <a:pt x="275416" y="448936"/>
                    <a:pt x="264973" y="443714"/>
                    <a:pt x="250521" y="445891"/>
                  </a:cubicBezTo>
                  <a:cubicBezTo>
                    <a:pt x="245299" y="443284"/>
                    <a:pt x="240085" y="440669"/>
                    <a:pt x="234863" y="438062"/>
                  </a:cubicBezTo>
                  <a:cubicBezTo>
                    <a:pt x="237243" y="432973"/>
                    <a:pt x="239850" y="427752"/>
                    <a:pt x="242692" y="422405"/>
                  </a:cubicBezTo>
                  <a:cubicBezTo>
                    <a:pt x="235607" y="405667"/>
                    <a:pt x="227778" y="388702"/>
                    <a:pt x="219205" y="371518"/>
                  </a:cubicBezTo>
                  <a:cubicBezTo>
                    <a:pt x="236742" y="363869"/>
                    <a:pt x="255006" y="359955"/>
                    <a:pt x="274007" y="359774"/>
                  </a:cubicBezTo>
                  <a:cubicBezTo>
                    <a:pt x="274007" y="349339"/>
                    <a:pt x="274007" y="338895"/>
                    <a:pt x="274007" y="328459"/>
                  </a:cubicBezTo>
                  <a:cubicBezTo>
                    <a:pt x="242222" y="333564"/>
                    <a:pt x="226565" y="320513"/>
                    <a:pt x="227034" y="289316"/>
                  </a:cubicBezTo>
                  <a:cubicBezTo>
                    <a:pt x="255766" y="286881"/>
                    <a:pt x="279252" y="273830"/>
                    <a:pt x="297493" y="250172"/>
                  </a:cubicBezTo>
                  <a:cubicBezTo>
                    <a:pt x="275549" y="242734"/>
                    <a:pt x="257285" y="249264"/>
                    <a:pt x="242692" y="269744"/>
                  </a:cubicBezTo>
                  <a:cubicBezTo>
                    <a:pt x="207635" y="260811"/>
                    <a:pt x="173712" y="264725"/>
                    <a:pt x="140918" y="281487"/>
                  </a:cubicBezTo>
                  <a:cubicBezTo>
                    <a:pt x="120915" y="278003"/>
                    <a:pt x="100036" y="278003"/>
                    <a:pt x="78288" y="281487"/>
                  </a:cubicBezTo>
                  <a:cubicBezTo>
                    <a:pt x="62043" y="263246"/>
                    <a:pt x="41164" y="254110"/>
                    <a:pt x="15658" y="254086"/>
                  </a:cubicBezTo>
                  <a:cubicBezTo>
                    <a:pt x="13050" y="251479"/>
                    <a:pt x="10436" y="248864"/>
                    <a:pt x="7829" y="246257"/>
                  </a:cubicBezTo>
                  <a:cubicBezTo>
                    <a:pt x="34501" y="237434"/>
                    <a:pt x="31894" y="226999"/>
                    <a:pt x="0" y="214942"/>
                  </a:cubicBezTo>
                  <a:cubicBezTo>
                    <a:pt x="3914" y="211028"/>
                    <a:pt x="7829" y="207114"/>
                    <a:pt x="11743" y="203199"/>
                  </a:cubicBezTo>
                  <a:cubicBezTo>
                    <a:pt x="22320" y="215091"/>
                    <a:pt x="34063" y="225527"/>
                    <a:pt x="46973" y="234514"/>
                  </a:cubicBezTo>
                  <a:cubicBezTo>
                    <a:pt x="45336" y="239102"/>
                    <a:pt x="42722" y="243016"/>
                    <a:pt x="39144" y="246257"/>
                  </a:cubicBezTo>
                  <a:cubicBezTo>
                    <a:pt x="59373" y="246899"/>
                    <a:pt x="77638" y="240378"/>
                    <a:pt x="93945" y="226685"/>
                  </a:cubicBezTo>
                  <a:cubicBezTo>
                    <a:pt x="96552" y="227993"/>
                    <a:pt x="99167" y="229292"/>
                    <a:pt x="101774" y="230600"/>
                  </a:cubicBezTo>
                  <a:cubicBezTo>
                    <a:pt x="93945" y="238429"/>
                    <a:pt x="86116" y="246257"/>
                    <a:pt x="78288" y="254086"/>
                  </a:cubicBezTo>
                  <a:cubicBezTo>
                    <a:pt x="94384" y="256521"/>
                    <a:pt x="110041" y="260435"/>
                    <a:pt x="125260" y="265829"/>
                  </a:cubicBezTo>
                  <a:cubicBezTo>
                    <a:pt x="128157" y="244981"/>
                    <a:pt x="130764" y="221495"/>
                    <a:pt x="133089" y="195370"/>
                  </a:cubicBezTo>
                  <a:cubicBezTo>
                    <a:pt x="116844" y="196920"/>
                    <a:pt x="101187" y="198228"/>
                    <a:pt x="86116" y="199285"/>
                  </a:cubicBezTo>
                  <a:cubicBezTo>
                    <a:pt x="112108" y="189413"/>
                    <a:pt x="114723" y="176362"/>
                    <a:pt x="93945" y="160141"/>
                  </a:cubicBezTo>
                  <a:cubicBezTo>
                    <a:pt x="105978" y="151451"/>
                    <a:pt x="111192" y="139708"/>
                    <a:pt x="109603" y="124911"/>
                  </a:cubicBezTo>
                  <a:cubicBezTo>
                    <a:pt x="124736" y="126704"/>
                    <a:pt x="137786" y="133226"/>
                    <a:pt x="148747" y="144483"/>
                  </a:cubicBezTo>
                  <a:cubicBezTo>
                    <a:pt x="101649" y="150699"/>
                    <a:pt x="99042" y="162443"/>
                    <a:pt x="140918" y="179713"/>
                  </a:cubicBezTo>
                  <a:cubicBezTo>
                    <a:pt x="153350" y="175720"/>
                    <a:pt x="162486" y="167891"/>
                    <a:pt x="168318" y="156227"/>
                  </a:cubicBezTo>
                  <a:cubicBezTo>
                    <a:pt x="197457" y="177709"/>
                    <a:pt x="230072" y="184238"/>
                    <a:pt x="266178" y="175798"/>
                  </a:cubicBezTo>
                  <a:cubicBezTo>
                    <a:pt x="276614" y="167970"/>
                    <a:pt x="276614" y="160141"/>
                    <a:pt x="266178" y="152312"/>
                  </a:cubicBezTo>
                  <a:cubicBezTo>
                    <a:pt x="252595" y="147216"/>
                    <a:pt x="239545" y="148515"/>
                    <a:pt x="227034" y="156227"/>
                  </a:cubicBezTo>
                  <a:cubicBezTo>
                    <a:pt x="217671" y="153518"/>
                    <a:pt x="217671" y="149603"/>
                    <a:pt x="227034" y="144483"/>
                  </a:cubicBezTo>
                  <a:cubicBezTo>
                    <a:pt x="260307" y="141203"/>
                    <a:pt x="292929" y="145117"/>
                    <a:pt x="324894" y="156227"/>
                  </a:cubicBezTo>
                  <a:cubicBezTo>
                    <a:pt x="328808" y="153619"/>
                    <a:pt x="332723" y="151005"/>
                    <a:pt x="336637" y="148398"/>
                  </a:cubicBezTo>
                  <a:cubicBezTo>
                    <a:pt x="328808" y="143176"/>
                    <a:pt x="320979" y="137962"/>
                    <a:pt x="313151" y="132740"/>
                  </a:cubicBezTo>
                  <a:cubicBezTo>
                    <a:pt x="315758" y="130133"/>
                    <a:pt x="318372" y="127518"/>
                    <a:pt x="320979" y="124911"/>
                  </a:cubicBezTo>
                  <a:cubicBezTo>
                    <a:pt x="333279" y="131245"/>
                    <a:pt x="346329" y="133860"/>
                    <a:pt x="360123" y="132740"/>
                  </a:cubicBezTo>
                  <a:cubicBezTo>
                    <a:pt x="357947" y="118288"/>
                    <a:pt x="363169" y="107845"/>
                    <a:pt x="375781" y="101425"/>
                  </a:cubicBezTo>
                  <a:cubicBezTo>
                    <a:pt x="375178" y="115595"/>
                    <a:pt x="384314" y="126039"/>
                    <a:pt x="403182" y="132740"/>
                  </a:cubicBezTo>
                  <a:cubicBezTo>
                    <a:pt x="412443" y="123103"/>
                    <a:pt x="421571" y="123103"/>
                    <a:pt x="430582" y="132740"/>
                  </a:cubicBezTo>
                  <a:cubicBezTo>
                    <a:pt x="421102" y="142291"/>
                    <a:pt x="421102" y="151427"/>
                    <a:pt x="430582" y="160141"/>
                  </a:cubicBezTo>
                  <a:cubicBezTo>
                    <a:pt x="425360" y="173191"/>
                    <a:pt x="420146" y="186234"/>
                    <a:pt x="414925" y="199285"/>
                  </a:cubicBezTo>
                  <a:cubicBezTo>
                    <a:pt x="432907" y="199426"/>
                    <a:pt x="451180" y="198118"/>
                    <a:pt x="469726" y="195370"/>
                  </a:cubicBezTo>
                  <a:cubicBezTo>
                    <a:pt x="473374" y="182054"/>
                    <a:pt x="473374" y="170311"/>
                    <a:pt x="469726" y="160141"/>
                  </a:cubicBezTo>
                  <a:cubicBezTo>
                    <a:pt x="494199" y="152391"/>
                    <a:pt x="517685" y="143262"/>
                    <a:pt x="540185" y="132740"/>
                  </a:cubicBezTo>
                  <a:cubicBezTo>
                    <a:pt x="536725" y="104134"/>
                    <a:pt x="534110" y="75426"/>
                    <a:pt x="532356" y="46624"/>
                  </a:cubicBezTo>
                  <a:cubicBezTo>
                    <a:pt x="511179" y="47563"/>
                    <a:pt x="505957" y="39734"/>
                    <a:pt x="516699" y="23137"/>
                  </a:cubicBezTo>
                  <a:cubicBezTo>
                    <a:pt x="476796" y="1655"/>
                    <a:pt x="482009" y="-4866"/>
                    <a:pt x="532356" y="3566"/>
                  </a:cubicBezTo>
                  <a:cubicBezTo>
                    <a:pt x="529749" y="6173"/>
                    <a:pt x="527134" y="8787"/>
                    <a:pt x="524527" y="11394"/>
                  </a:cubicBezTo>
                  <a:cubicBezTo>
                    <a:pt x="536302" y="23067"/>
                    <a:pt x="542823" y="37417"/>
                    <a:pt x="544099" y="54453"/>
                  </a:cubicBezTo>
                  <a:cubicBezTo>
                    <a:pt x="549721" y="47007"/>
                    <a:pt x="556242" y="45708"/>
                    <a:pt x="563671" y="50538"/>
                  </a:cubicBezTo>
                  <a:cubicBezTo>
                    <a:pt x="555130" y="66697"/>
                    <a:pt x="553823" y="83662"/>
                    <a:pt x="559757" y="101425"/>
                  </a:cubicBezTo>
                  <a:cubicBezTo>
                    <a:pt x="571398" y="95530"/>
                    <a:pt x="572706" y="89009"/>
                    <a:pt x="563671" y="81853"/>
                  </a:cubicBezTo>
                  <a:cubicBezTo>
                    <a:pt x="576205" y="79716"/>
                    <a:pt x="587948" y="75802"/>
                    <a:pt x="598901" y="70110"/>
                  </a:cubicBezTo>
                  <a:cubicBezTo>
                    <a:pt x="602737" y="80233"/>
                    <a:pt x="604044" y="90676"/>
                    <a:pt x="602815" y="101425"/>
                  </a:cubicBezTo>
                  <a:cubicBezTo>
                    <a:pt x="594579" y="100259"/>
                    <a:pt x="586750" y="101558"/>
                    <a:pt x="579329" y="105340"/>
                  </a:cubicBezTo>
                  <a:cubicBezTo>
                    <a:pt x="592379" y="110561"/>
                    <a:pt x="605422" y="110561"/>
                    <a:pt x="618473" y="105340"/>
                  </a:cubicBezTo>
                  <a:cubicBezTo>
                    <a:pt x="611920" y="97425"/>
                    <a:pt x="609313" y="88288"/>
                    <a:pt x="610644" y="77939"/>
                  </a:cubicBezTo>
                  <a:cubicBezTo>
                    <a:pt x="622215" y="75888"/>
                    <a:pt x="632650" y="78495"/>
                    <a:pt x="641959" y="85768"/>
                  </a:cubicBezTo>
                  <a:cubicBezTo>
                    <a:pt x="633026" y="93009"/>
                    <a:pt x="633026" y="99538"/>
                    <a:pt x="641959" y="105340"/>
                  </a:cubicBezTo>
                  <a:cubicBezTo>
                    <a:pt x="629855" y="116613"/>
                    <a:pt x="623334" y="130963"/>
                    <a:pt x="622387" y="148398"/>
                  </a:cubicBezTo>
                  <a:cubicBezTo>
                    <a:pt x="616515" y="153299"/>
                    <a:pt x="609986" y="157213"/>
                    <a:pt x="602815" y="160141"/>
                  </a:cubicBezTo>
                  <a:cubicBezTo>
                    <a:pt x="618261" y="164016"/>
                    <a:pt x="633919" y="165323"/>
                    <a:pt x="649788" y="164055"/>
                  </a:cubicBezTo>
                  <a:cubicBezTo>
                    <a:pt x="651447" y="193922"/>
                    <a:pt x="656661" y="193922"/>
                    <a:pt x="665445" y="164055"/>
                  </a:cubicBezTo>
                  <a:cubicBezTo>
                    <a:pt x="662564" y="153017"/>
                    <a:pt x="656043" y="145188"/>
                    <a:pt x="645873" y="140569"/>
                  </a:cubicBezTo>
                  <a:cubicBezTo>
                    <a:pt x="639093" y="121811"/>
                    <a:pt x="643008" y="116590"/>
                    <a:pt x="657616" y="124911"/>
                  </a:cubicBezTo>
                  <a:cubicBezTo>
                    <a:pt x="666408" y="116738"/>
                    <a:pt x="676844" y="111524"/>
                    <a:pt x="688932" y="109254"/>
                  </a:cubicBezTo>
                  <a:cubicBezTo>
                    <a:pt x="705489" y="113787"/>
                    <a:pt x="721147" y="120308"/>
                    <a:pt x="735904" y="128826"/>
                  </a:cubicBezTo>
                  <a:cubicBezTo>
                    <a:pt x="728482" y="132607"/>
                    <a:pt x="720654" y="133907"/>
                    <a:pt x="712418" y="132740"/>
                  </a:cubicBezTo>
                  <a:cubicBezTo>
                    <a:pt x="712418" y="148398"/>
                    <a:pt x="712418" y="164055"/>
                    <a:pt x="712418" y="179713"/>
                  </a:cubicBezTo>
                  <a:cubicBezTo>
                    <a:pt x="686340" y="180323"/>
                    <a:pt x="665461" y="185545"/>
                    <a:pt x="649788" y="195370"/>
                  </a:cubicBezTo>
                  <a:cubicBezTo>
                    <a:pt x="649788" y="205806"/>
                    <a:pt x="649788" y="216250"/>
                    <a:pt x="649788" y="226685"/>
                  </a:cubicBezTo>
                  <a:cubicBezTo>
                    <a:pt x="662838" y="226685"/>
                    <a:pt x="675881" y="226685"/>
                    <a:pt x="688932" y="226685"/>
                  </a:cubicBezTo>
                  <a:cubicBezTo>
                    <a:pt x="686450" y="250735"/>
                    <a:pt x="689057" y="274222"/>
                    <a:pt x="696760" y="297144"/>
                  </a:cubicBezTo>
                  <a:cubicBezTo>
                    <a:pt x="702241" y="277455"/>
                    <a:pt x="712676" y="272233"/>
                    <a:pt x="728075" y="281487"/>
                  </a:cubicBezTo>
                  <a:cubicBezTo>
                    <a:pt x="733963" y="310391"/>
                    <a:pt x="740492" y="339091"/>
                    <a:pt x="747647" y="367603"/>
                  </a:cubicBezTo>
                  <a:cubicBezTo>
                    <a:pt x="749424" y="340704"/>
                    <a:pt x="761167" y="332875"/>
                    <a:pt x="782877" y="344117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3787E4B-152E-4908-9BFB-0269FD70E97E}"/>
                </a:ext>
              </a:extLst>
            </p:cNvPr>
            <p:cNvSpPr/>
            <p:nvPr/>
          </p:nvSpPr>
          <p:spPr>
            <a:xfrm>
              <a:off x="2534786" y="144933"/>
              <a:ext cx="3969572" cy="4438809"/>
            </a:xfrm>
            <a:custGeom>
              <a:avLst/>
              <a:gdLst>
                <a:gd name="connsiteX0" fmla="*/ 3891285 w 3969572"/>
                <a:gd name="connsiteY0" fmla="*/ 1189871 h 4438809"/>
                <a:gd name="connsiteX1" fmla="*/ 3871713 w 3969572"/>
                <a:gd name="connsiteY1" fmla="*/ 1166385 h 4438809"/>
                <a:gd name="connsiteX2" fmla="*/ 3836483 w 3969572"/>
                <a:gd name="connsiteY2" fmla="*/ 1229015 h 4438809"/>
                <a:gd name="connsiteX3" fmla="*/ 3773853 w 3969572"/>
                <a:gd name="connsiteY3" fmla="*/ 1260330 h 4438809"/>
                <a:gd name="connsiteX4" fmla="*/ 3758196 w 3969572"/>
                <a:gd name="connsiteY4" fmla="*/ 1213358 h 4438809"/>
                <a:gd name="connsiteX5" fmla="*/ 3734709 w 3969572"/>
                <a:gd name="connsiteY5" fmla="*/ 1205529 h 4438809"/>
                <a:gd name="connsiteX6" fmla="*/ 3750367 w 3969572"/>
                <a:gd name="connsiteY6" fmla="*/ 1174214 h 4438809"/>
                <a:gd name="connsiteX7" fmla="*/ 3766024 w 3969572"/>
                <a:gd name="connsiteY7" fmla="*/ 1170299 h 4438809"/>
                <a:gd name="connsiteX8" fmla="*/ 3797339 w 3969572"/>
                <a:gd name="connsiteY8" fmla="*/ 1178128 h 4438809"/>
                <a:gd name="connsiteX9" fmla="*/ 3797339 w 3969572"/>
                <a:gd name="connsiteY9" fmla="*/ 1197700 h 4438809"/>
                <a:gd name="connsiteX10" fmla="*/ 3828654 w 3969572"/>
                <a:gd name="connsiteY10" fmla="*/ 1201614 h 4438809"/>
                <a:gd name="connsiteX11" fmla="*/ 3812997 w 3969572"/>
                <a:gd name="connsiteY11" fmla="*/ 1150727 h 4438809"/>
                <a:gd name="connsiteX12" fmla="*/ 3805168 w 3969572"/>
                <a:gd name="connsiteY12" fmla="*/ 1131155 h 4438809"/>
                <a:gd name="connsiteX13" fmla="*/ 3820826 w 3969572"/>
                <a:gd name="connsiteY13" fmla="*/ 1103755 h 4438809"/>
                <a:gd name="connsiteX14" fmla="*/ 3852141 w 3969572"/>
                <a:gd name="connsiteY14" fmla="*/ 1092012 h 4438809"/>
                <a:gd name="connsiteX15" fmla="*/ 3805168 w 3969572"/>
                <a:gd name="connsiteY15" fmla="*/ 1056782 h 4438809"/>
                <a:gd name="connsiteX16" fmla="*/ 3781682 w 3969572"/>
                <a:gd name="connsiteY16" fmla="*/ 1135070 h 4438809"/>
                <a:gd name="connsiteX17" fmla="*/ 3726880 w 3969572"/>
                <a:gd name="connsiteY17" fmla="*/ 1166385 h 4438809"/>
                <a:gd name="connsiteX18" fmla="*/ 3695565 w 3969572"/>
                <a:gd name="connsiteY18" fmla="*/ 1150727 h 4438809"/>
                <a:gd name="connsiteX19" fmla="*/ 3750367 w 3969572"/>
                <a:gd name="connsiteY19" fmla="*/ 1127241 h 4438809"/>
                <a:gd name="connsiteX20" fmla="*/ 3742538 w 3969572"/>
                <a:gd name="connsiteY20" fmla="*/ 1084183 h 4438809"/>
                <a:gd name="connsiteX21" fmla="*/ 3773853 w 3969572"/>
                <a:gd name="connsiteY21" fmla="*/ 1076354 h 4438809"/>
                <a:gd name="connsiteX22" fmla="*/ 3758196 w 3969572"/>
                <a:gd name="connsiteY22" fmla="*/ 1064611 h 4438809"/>
                <a:gd name="connsiteX23" fmla="*/ 3793425 w 3969572"/>
                <a:gd name="connsiteY23" fmla="*/ 1072440 h 4438809"/>
                <a:gd name="connsiteX24" fmla="*/ 3828654 w 3969572"/>
                <a:gd name="connsiteY24" fmla="*/ 1025467 h 4438809"/>
                <a:gd name="connsiteX25" fmla="*/ 3816911 w 3969572"/>
                <a:gd name="connsiteY25" fmla="*/ 1025467 h 4438809"/>
                <a:gd name="connsiteX26" fmla="*/ 3816911 w 3969572"/>
                <a:gd name="connsiteY26" fmla="*/ 994152 h 4438809"/>
                <a:gd name="connsiteX27" fmla="*/ 3809083 w 3969572"/>
                <a:gd name="connsiteY27" fmla="*/ 1001981 h 4438809"/>
                <a:gd name="connsiteX28" fmla="*/ 3773853 w 3969572"/>
                <a:gd name="connsiteY28" fmla="*/ 939351 h 4438809"/>
                <a:gd name="connsiteX29" fmla="*/ 3695565 w 3969572"/>
                <a:gd name="connsiteY29" fmla="*/ 962837 h 4438809"/>
                <a:gd name="connsiteX30" fmla="*/ 3719052 w 3969572"/>
                <a:gd name="connsiteY30" fmla="*/ 908036 h 4438809"/>
                <a:gd name="connsiteX31" fmla="*/ 3773853 w 3969572"/>
                <a:gd name="connsiteY31" fmla="*/ 911950 h 4438809"/>
                <a:gd name="connsiteX32" fmla="*/ 3683822 w 3969572"/>
                <a:gd name="connsiteY32" fmla="*/ 900207 h 4438809"/>
                <a:gd name="connsiteX33" fmla="*/ 3648593 w 3969572"/>
                <a:gd name="connsiteY33" fmla="*/ 892378 h 4438809"/>
                <a:gd name="connsiteX34" fmla="*/ 3664250 w 3969572"/>
                <a:gd name="connsiteY34" fmla="*/ 947179 h 4438809"/>
                <a:gd name="connsiteX35" fmla="*/ 3632935 w 3969572"/>
                <a:gd name="connsiteY35" fmla="*/ 943265 h 4438809"/>
                <a:gd name="connsiteX36" fmla="*/ 3597706 w 3969572"/>
                <a:gd name="connsiteY36" fmla="*/ 892378 h 4438809"/>
                <a:gd name="connsiteX37" fmla="*/ 3585963 w 3969572"/>
                <a:gd name="connsiteY37" fmla="*/ 904121 h 4438809"/>
                <a:gd name="connsiteX38" fmla="*/ 3601620 w 3969572"/>
                <a:gd name="connsiteY38" fmla="*/ 978494 h 4438809"/>
                <a:gd name="connsiteX39" fmla="*/ 3538990 w 3969572"/>
                <a:gd name="connsiteY39" fmla="*/ 947179 h 4438809"/>
                <a:gd name="connsiteX40" fmla="*/ 3574220 w 3969572"/>
                <a:gd name="connsiteY40" fmla="*/ 939351 h 4438809"/>
                <a:gd name="connsiteX41" fmla="*/ 3585963 w 3969572"/>
                <a:gd name="connsiteY41" fmla="*/ 837577 h 4438809"/>
                <a:gd name="connsiteX42" fmla="*/ 3605535 w 3969572"/>
                <a:gd name="connsiteY42" fmla="*/ 821919 h 4438809"/>
                <a:gd name="connsiteX43" fmla="*/ 3609449 w 3969572"/>
                <a:gd name="connsiteY43" fmla="*/ 829748 h 4438809"/>
                <a:gd name="connsiteX44" fmla="*/ 3629021 w 3969572"/>
                <a:gd name="connsiteY44" fmla="*/ 845405 h 4438809"/>
                <a:gd name="connsiteX45" fmla="*/ 3679908 w 3969572"/>
                <a:gd name="connsiteY45" fmla="*/ 861063 h 4438809"/>
                <a:gd name="connsiteX46" fmla="*/ 3695565 w 3969572"/>
                <a:gd name="connsiteY46" fmla="*/ 837577 h 4438809"/>
                <a:gd name="connsiteX47" fmla="*/ 3715137 w 3969572"/>
                <a:gd name="connsiteY47" fmla="*/ 837577 h 4438809"/>
                <a:gd name="connsiteX48" fmla="*/ 3734709 w 3969572"/>
                <a:gd name="connsiteY48" fmla="*/ 810176 h 4438809"/>
                <a:gd name="connsiteX49" fmla="*/ 3691651 w 3969572"/>
                <a:gd name="connsiteY49" fmla="*/ 782775 h 4438809"/>
                <a:gd name="connsiteX50" fmla="*/ 3675993 w 3969572"/>
                <a:gd name="connsiteY50" fmla="*/ 798433 h 4438809"/>
                <a:gd name="connsiteX51" fmla="*/ 3660336 w 3969572"/>
                <a:gd name="connsiteY51" fmla="*/ 767118 h 4438809"/>
                <a:gd name="connsiteX52" fmla="*/ 3652507 w 3969572"/>
                <a:gd name="connsiteY52" fmla="*/ 759289 h 4438809"/>
                <a:gd name="connsiteX53" fmla="*/ 3695565 w 3969572"/>
                <a:gd name="connsiteY53" fmla="*/ 759289 h 4438809"/>
                <a:gd name="connsiteX54" fmla="*/ 3648593 w 3969572"/>
                <a:gd name="connsiteY54" fmla="*/ 727974 h 4438809"/>
                <a:gd name="connsiteX55" fmla="*/ 3617278 w 3969572"/>
                <a:gd name="connsiteY55" fmla="*/ 751460 h 4438809"/>
                <a:gd name="connsiteX56" fmla="*/ 3570305 w 3969572"/>
                <a:gd name="connsiteY56" fmla="*/ 767118 h 4438809"/>
                <a:gd name="connsiteX57" fmla="*/ 3578134 w 3969572"/>
                <a:gd name="connsiteY57" fmla="*/ 798433 h 4438809"/>
                <a:gd name="connsiteX58" fmla="*/ 3554648 w 3969572"/>
                <a:gd name="connsiteY58" fmla="*/ 798433 h 4438809"/>
                <a:gd name="connsiteX59" fmla="*/ 3562476 w 3969572"/>
                <a:gd name="connsiteY59" fmla="*/ 743631 h 4438809"/>
                <a:gd name="connsiteX60" fmla="*/ 3538990 w 3969572"/>
                <a:gd name="connsiteY60" fmla="*/ 708402 h 4438809"/>
                <a:gd name="connsiteX61" fmla="*/ 3625107 w 3969572"/>
                <a:gd name="connsiteY61" fmla="*/ 673173 h 4438809"/>
                <a:gd name="connsiteX62" fmla="*/ 3609449 w 3969572"/>
                <a:gd name="connsiteY62" fmla="*/ 630114 h 4438809"/>
                <a:gd name="connsiteX63" fmla="*/ 3617278 w 3969572"/>
                <a:gd name="connsiteY63" fmla="*/ 622286 h 4438809"/>
                <a:gd name="connsiteX64" fmla="*/ 3593791 w 3969572"/>
                <a:gd name="connsiteY64" fmla="*/ 610542 h 4438809"/>
                <a:gd name="connsiteX65" fmla="*/ 3546819 w 3969572"/>
                <a:gd name="connsiteY65" fmla="*/ 571399 h 4438809"/>
                <a:gd name="connsiteX66" fmla="*/ 3511589 w 3969572"/>
                <a:gd name="connsiteY66" fmla="*/ 508768 h 4438809"/>
                <a:gd name="connsiteX67" fmla="*/ 3437216 w 3969572"/>
                <a:gd name="connsiteY67" fmla="*/ 555741 h 4438809"/>
                <a:gd name="connsiteX68" fmla="*/ 3452874 w 3969572"/>
                <a:gd name="connsiteY68" fmla="*/ 579227 h 4438809"/>
                <a:gd name="connsiteX69" fmla="*/ 3464617 w 3969572"/>
                <a:gd name="connsiteY69" fmla="*/ 602714 h 4438809"/>
                <a:gd name="connsiteX70" fmla="*/ 3515504 w 3969572"/>
                <a:gd name="connsiteY70" fmla="*/ 571399 h 4438809"/>
                <a:gd name="connsiteX71" fmla="*/ 3499846 w 3969572"/>
                <a:gd name="connsiteY71" fmla="*/ 587056 h 4438809"/>
                <a:gd name="connsiteX72" fmla="*/ 3484189 w 3969572"/>
                <a:gd name="connsiteY72" fmla="*/ 622286 h 4438809"/>
                <a:gd name="connsiteX73" fmla="*/ 3484189 w 3969572"/>
                <a:gd name="connsiteY73" fmla="*/ 649686 h 4438809"/>
                <a:gd name="connsiteX74" fmla="*/ 3515504 w 3969572"/>
                <a:gd name="connsiteY74" fmla="*/ 657515 h 4438809"/>
                <a:gd name="connsiteX75" fmla="*/ 3511589 w 3969572"/>
                <a:gd name="connsiteY75" fmla="*/ 712316 h 4438809"/>
                <a:gd name="connsiteX76" fmla="*/ 3484189 w 3969572"/>
                <a:gd name="connsiteY76" fmla="*/ 724060 h 4438809"/>
                <a:gd name="connsiteX77" fmla="*/ 3503761 w 3969572"/>
                <a:gd name="connsiteY77" fmla="*/ 743631 h 4438809"/>
                <a:gd name="connsiteX78" fmla="*/ 3546819 w 3969572"/>
                <a:gd name="connsiteY78" fmla="*/ 751460 h 4438809"/>
                <a:gd name="connsiteX79" fmla="*/ 3499846 w 3969572"/>
                <a:gd name="connsiteY79" fmla="*/ 751460 h 4438809"/>
                <a:gd name="connsiteX80" fmla="*/ 3503761 w 3969572"/>
                <a:gd name="connsiteY80" fmla="*/ 814090 h 4438809"/>
                <a:gd name="connsiteX81" fmla="*/ 3515504 w 3969572"/>
                <a:gd name="connsiteY81" fmla="*/ 814090 h 4438809"/>
                <a:gd name="connsiteX82" fmla="*/ 3515504 w 3969572"/>
                <a:gd name="connsiteY82" fmla="*/ 888464 h 4438809"/>
                <a:gd name="connsiteX83" fmla="*/ 3499846 w 3969572"/>
                <a:gd name="connsiteY83" fmla="*/ 951094 h 4438809"/>
                <a:gd name="connsiteX84" fmla="*/ 3503761 w 3969572"/>
                <a:gd name="connsiteY84" fmla="*/ 1009810 h 4438809"/>
                <a:gd name="connsiteX85" fmla="*/ 3511589 w 3969572"/>
                <a:gd name="connsiteY85" fmla="*/ 1001981 h 4438809"/>
                <a:gd name="connsiteX86" fmla="*/ 3499846 w 3969572"/>
                <a:gd name="connsiteY86" fmla="*/ 1048953 h 4438809"/>
                <a:gd name="connsiteX87" fmla="*/ 3499846 w 3969572"/>
                <a:gd name="connsiteY87" fmla="*/ 1095926 h 4438809"/>
                <a:gd name="connsiteX88" fmla="*/ 3511589 w 3969572"/>
                <a:gd name="connsiteY88" fmla="*/ 1095926 h 4438809"/>
                <a:gd name="connsiteX89" fmla="*/ 3515504 w 3969572"/>
                <a:gd name="connsiteY89" fmla="*/ 1115498 h 4438809"/>
                <a:gd name="connsiteX90" fmla="*/ 3515504 w 3969572"/>
                <a:gd name="connsiteY90" fmla="*/ 1221186 h 4438809"/>
                <a:gd name="connsiteX91" fmla="*/ 3499846 w 3969572"/>
                <a:gd name="connsiteY91" fmla="*/ 1369933 h 4438809"/>
                <a:gd name="connsiteX92" fmla="*/ 3515504 w 3969572"/>
                <a:gd name="connsiteY92" fmla="*/ 1499108 h 4438809"/>
                <a:gd name="connsiteX93" fmla="*/ 3515504 w 3969572"/>
                <a:gd name="connsiteY93" fmla="*/ 1514765 h 4438809"/>
                <a:gd name="connsiteX94" fmla="*/ 3515504 w 3969572"/>
                <a:gd name="connsiteY94" fmla="*/ 1569566 h 4438809"/>
                <a:gd name="connsiteX95" fmla="*/ 3492017 w 3969572"/>
                <a:gd name="connsiteY95" fmla="*/ 1757457 h 4438809"/>
                <a:gd name="connsiteX96" fmla="*/ 3492017 w 3969572"/>
                <a:gd name="connsiteY96" fmla="*/ 1773114 h 4438809"/>
                <a:gd name="connsiteX97" fmla="*/ 3523333 w 3969572"/>
                <a:gd name="connsiteY97" fmla="*/ 1792686 h 4438809"/>
                <a:gd name="connsiteX98" fmla="*/ 3538990 w 3969572"/>
                <a:gd name="connsiteY98" fmla="*/ 1800515 h 4438809"/>
                <a:gd name="connsiteX99" fmla="*/ 3519418 w 3969572"/>
                <a:gd name="connsiteY99" fmla="*/ 1800515 h 4438809"/>
                <a:gd name="connsiteX100" fmla="*/ 3511589 w 3969572"/>
                <a:gd name="connsiteY100" fmla="*/ 1878803 h 4438809"/>
                <a:gd name="connsiteX101" fmla="*/ 3578134 w 3969572"/>
                <a:gd name="connsiteY101" fmla="*/ 1886632 h 4438809"/>
                <a:gd name="connsiteX102" fmla="*/ 3578134 w 3969572"/>
                <a:gd name="connsiteY102" fmla="*/ 1917947 h 4438809"/>
                <a:gd name="connsiteX103" fmla="*/ 3601620 w 3969572"/>
                <a:gd name="connsiteY103" fmla="*/ 1917947 h 4438809"/>
                <a:gd name="connsiteX104" fmla="*/ 3601620 w 3969572"/>
                <a:gd name="connsiteY104" fmla="*/ 1972748 h 4438809"/>
                <a:gd name="connsiteX105" fmla="*/ 3562476 w 3969572"/>
                <a:gd name="connsiteY105" fmla="*/ 1980577 h 4438809"/>
                <a:gd name="connsiteX106" fmla="*/ 3550733 w 3969572"/>
                <a:gd name="connsiteY106" fmla="*/ 2027549 h 4438809"/>
                <a:gd name="connsiteX107" fmla="*/ 3527247 w 3969572"/>
                <a:gd name="connsiteY107" fmla="*/ 2027549 h 4438809"/>
                <a:gd name="connsiteX108" fmla="*/ 3523333 w 3969572"/>
                <a:gd name="connsiteY108" fmla="*/ 1976662 h 4438809"/>
                <a:gd name="connsiteX109" fmla="*/ 3531161 w 3969572"/>
                <a:gd name="connsiteY109" fmla="*/ 2011892 h 4438809"/>
                <a:gd name="connsiteX110" fmla="*/ 3538990 w 3969572"/>
                <a:gd name="connsiteY110" fmla="*/ 1964919 h 4438809"/>
                <a:gd name="connsiteX111" fmla="*/ 3468531 w 3969572"/>
                <a:gd name="connsiteY111" fmla="*/ 1949262 h 4438809"/>
                <a:gd name="connsiteX112" fmla="*/ 3452874 w 3969572"/>
                <a:gd name="connsiteY112" fmla="*/ 1921861 h 4438809"/>
                <a:gd name="connsiteX113" fmla="*/ 3499846 w 3969572"/>
                <a:gd name="connsiteY113" fmla="*/ 1914032 h 4438809"/>
                <a:gd name="connsiteX114" fmla="*/ 3429387 w 3969572"/>
                <a:gd name="connsiteY114" fmla="*/ 1886632 h 4438809"/>
                <a:gd name="connsiteX115" fmla="*/ 3390243 w 3969572"/>
                <a:gd name="connsiteY115" fmla="*/ 1945347 h 4438809"/>
                <a:gd name="connsiteX116" fmla="*/ 3429387 w 3969572"/>
                <a:gd name="connsiteY116" fmla="*/ 1933604 h 4438809"/>
                <a:gd name="connsiteX117" fmla="*/ 3468531 w 3969572"/>
                <a:gd name="connsiteY117" fmla="*/ 1957090 h 4438809"/>
                <a:gd name="connsiteX118" fmla="*/ 3445045 w 3969572"/>
                <a:gd name="connsiteY118" fmla="*/ 1996234 h 4438809"/>
                <a:gd name="connsiteX119" fmla="*/ 3492017 w 3969572"/>
                <a:gd name="connsiteY119" fmla="*/ 2035378 h 4438809"/>
                <a:gd name="connsiteX120" fmla="*/ 3468531 w 3969572"/>
                <a:gd name="connsiteY120" fmla="*/ 2058864 h 4438809"/>
                <a:gd name="connsiteX121" fmla="*/ 3507675 w 3969572"/>
                <a:gd name="connsiteY121" fmla="*/ 2058864 h 4438809"/>
                <a:gd name="connsiteX122" fmla="*/ 3511589 w 3969572"/>
                <a:gd name="connsiteY122" fmla="*/ 2027549 h 4438809"/>
                <a:gd name="connsiteX123" fmla="*/ 3507675 w 3969572"/>
                <a:gd name="connsiteY123" fmla="*/ 2086265 h 4438809"/>
                <a:gd name="connsiteX124" fmla="*/ 3538990 w 3969572"/>
                <a:gd name="connsiteY124" fmla="*/ 2090179 h 4438809"/>
                <a:gd name="connsiteX125" fmla="*/ 3531161 w 3969572"/>
                <a:gd name="connsiteY125" fmla="*/ 2164553 h 4438809"/>
                <a:gd name="connsiteX126" fmla="*/ 3550733 w 3969572"/>
                <a:gd name="connsiteY126" fmla="*/ 2191953 h 4438809"/>
                <a:gd name="connsiteX127" fmla="*/ 3585963 w 3969572"/>
                <a:gd name="connsiteY127" fmla="*/ 2172382 h 4438809"/>
                <a:gd name="connsiteX128" fmla="*/ 3578134 w 3969572"/>
                <a:gd name="connsiteY128" fmla="*/ 2144981 h 4438809"/>
                <a:gd name="connsiteX129" fmla="*/ 3546819 w 3969572"/>
                <a:gd name="connsiteY129" fmla="*/ 2133238 h 4438809"/>
                <a:gd name="connsiteX130" fmla="*/ 3613363 w 3969572"/>
                <a:gd name="connsiteY130" fmla="*/ 2144981 h 4438809"/>
                <a:gd name="connsiteX131" fmla="*/ 3632935 w 3969572"/>
                <a:gd name="connsiteY131" fmla="*/ 2133238 h 4438809"/>
                <a:gd name="connsiteX132" fmla="*/ 3621192 w 3969572"/>
                <a:gd name="connsiteY132" fmla="*/ 2105837 h 4438809"/>
                <a:gd name="connsiteX133" fmla="*/ 3672079 w 3969572"/>
                <a:gd name="connsiteY133" fmla="*/ 2105837 h 4438809"/>
                <a:gd name="connsiteX134" fmla="*/ 3656422 w 3969572"/>
                <a:gd name="connsiteY134" fmla="*/ 2141067 h 4438809"/>
                <a:gd name="connsiteX135" fmla="*/ 3691651 w 3969572"/>
                <a:gd name="connsiteY135" fmla="*/ 2113666 h 4438809"/>
                <a:gd name="connsiteX136" fmla="*/ 3707309 w 3969572"/>
                <a:gd name="connsiteY136" fmla="*/ 2152810 h 4438809"/>
                <a:gd name="connsiteX137" fmla="*/ 3687737 w 3969572"/>
                <a:gd name="connsiteY137" fmla="*/ 2156724 h 4438809"/>
                <a:gd name="connsiteX138" fmla="*/ 3695565 w 3969572"/>
                <a:gd name="connsiteY138" fmla="*/ 2191953 h 4438809"/>
                <a:gd name="connsiteX139" fmla="*/ 3797339 w 3969572"/>
                <a:gd name="connsiteY139" fmla="*/ 2191953 h 4438809"/>
                <a:gd name="connsiteX140" fmla="*/ 3809083 w 3969572"/>
                <a:gd name="connsiteY140" fmla="*/ 2098008 h 4438809"/>
                <a:gd name="connsiteX141" fmla="*/ 3852141 w 3969572"/>
                <a:gd name="connsiteY141" fmla="*/ 2058864 h 4438809"/>
                <a:gd name="connsiteX142" fmla="*/ 3910856 w 3969572"/>
                <a:gd name="connsiteY142" fmla="*/ 2058864 h 4438809"/>
                <a:gd name="connsiteX143" fmla="*/ 3906942 w 3969572"/>
                <a:gd name="connsiteY143" fmla="*/ 2082351 h 4438809"/>
                <a:gd name="connsiteX144" fmla="*/ 3820826 w 3969572"/>
                <a:gd name="connsiteY144" fmla="*/ 2105837 h 4438809"/>
                <a:gd name="connsiteX145" fmla="*/ 3844312 w 3969572"/>
                <a:gd name="connsiteY145" fmla="*/ 2105837 h 4438809"/>
                <a:gd name="connsiteX146" fmla="*/ 3891285 w 3969572"/>
                <a:gd name="connsiteY146" fmla="*/ 2137152 h 4438809"/>
                <a:gd name="connsiteX147" fmla="*/ 3899113 w 3969572"/>
                <a:gd name="connsiteY147" fmla="*/ 2129323 h 4438809"/>
                <a:gd name="connsiteX148" fmla="*/ 3867798 w 3969572"/>
                <a:gd name="connsiteY148" fmla="*/ 2105837 h 4438809"/>
                <a:gd name="connsiteX149" fmla="*/ 3875627 w 3969572"/>
                <a:gd name="connsiteY149" fmla="*/ 2094094 h 4438809"/>
                <a:gd name="connsiteX150" fmla="*/ 3910856 w 3969572"/>
                <a:gd name="connsiteY150" fmla="*/ 2090179 h 4438809"/>
                <a:gd name="connsiteX151" fmla="*/ 3906942 w 3969572"/>
                <a:gd name="connsiteY151" fmla="*/ 2117580 h 4438809"/>
                <a:gd name="connsiteX152" fmla="*/ 3969572 w 3969572"/>
                <a:gd name="connsiteY152" fmla="*/ 2160638 h 4438809"/>
                <a:gd name="connsiteX153" fmla="*/ 3938257 w 3969572"/>
                <a:gd name="connsiteY153" fmla="*/ 2180210 h 4438809"/>
                <a:gd name="connsiteX154" fmla="*/ 3965658 w 3969572"/>
                <a:gd name="connsiteY154" fmla="*/ 2176296 h 4438809"/>
                <a:gd name="connsiteX155" fmla="*/ 3957829 w 3969572"/>
                <a:gd name="connsiteY155" fmla="*/ 2262412 h 4438809"/>
                <a:gd name="connsiteX156" fmla="*/ 3934343 w 3969572"/>
                <a:gd name="connsiteY156" fmla="*/ 2262412 h 4438809"/>
                <a:gd name="connsiteX157" fmla="*/ 3906942 w 3969572"/>
                <a:gd name="connsiteY157" fmla="*/ 2258498 h 4438809"/>
                <a:gd name="connsiteX158" fmla="*/ 3918685 w 3969572"/>
                <a:gd name="connsiteY158" fmla="*/ 2293727 h 4438809"/>
                <a:gd name="connsiteX159" fmla="*/ 3953915 w 3969572"/>
                <a:gd name="connsiteY159" fmla="*/ 2289813 h 4438809"/>
                <a:gd name="connsiteX160" fmla="*/ 3891285 w 3969572"/>
                <a:gd name="connsiteY160" fmla="*/ 2321128 h 4438809"/>
                <a:gd name="connsiteX161" fmla="*/ 3922600 w 3969572"/>
                <a:gd name="connsiteY161" fmla="*/ 2352443 h 4438809"/>
                <a:gd name="connsiteX162" fmla="*/ 3883456 w 3969572"/>
                <a:gd name="connsiteY162" fmla="*/ 2340700 h 4438809"/>
                <a:gd name="connsiteX163" fmla="*/ 3875627 w 3969572"/>
                <a:gd name="connsiteY163" fmla="*/ 2348529 h 4438809"/>
                <a:gd name="connsiteX164" fmla="*/ 3883456 w 3969572"/>
                <a:gd name="connsiteY164" fmla="*/ 2399416 h 4438809"/>
                <a:gd name="connsiteX165" fmla="*/ 3910856 w 3969572"/>
                <a:gd name="connsiteY165" fmla="*/ 2458132 h 4438809"/>
                <a:gd name="connsiteX166" fmla="*/ 3922600 w 3969572"/>
                <a:gd name="connsiteY166" fmla="*/ 2450303 h 4438809"/>
                <a:gd name="connsiteX167" fmla="*/ 3934343 w 3969572"/>
                <a:gd name="connsiteY167" fmla="*/ 2481618 h 4438809"/>
                <a:gd name="connsiteX168" fmla="*/ 3906942 w 3969572"/>
                <a:gd name="connsiteY168" fmla="*/ 2473789 h 4438809"/>
                <a:gd name="connsiteX169" fmla="*/ 3906942 w 3969572"/>
                <a:gd name="connsiteY169" fmla="*/ 2497275 h 4438809"/>
                <a:gd name="connsiteX170" fmla="*/ 3938257 w 3969572"/>
                <a:gd name="connsiteY170" fmla="*/ 2520762 h 4438809"/>
                <a:gd name="connsiteX171" fmla="*/ 3903028 w 3969572"/>
                <a:gd name="connsiteY171" fmla="*/ 2544248 h 4438809"/>
                <a:gd name="connsiteX172" fmla="*/ 3883456 w 3969572"/>
                <a:gd name="connsiteY172" fmla="*/ 2458132 h 4438809"/>
                <a:gd name="connsiteX173" fmla="*/ 3852141 w 3969572"/>
                <a:gd name="connsiteY173" fmla="*/ 2473789 h 4438809"/>
                <a:gd name="connsiteX174" fmla="*/ 3844312 w 3969572"/>
                <a:gd name="connsiteY174" fmla="*/ 2403330 h 4438809"/>
                <a:gd name="connsiteX175" fmla="*/ 3805168 w 3969572"/>
                <a:gd name="connsiteY175" fmla="*/ 2403330 h 4438809"/>
                <a:gd name="connsiteX176" fmla="*/ 3805168 w 3969572"/>
                <a:gd name="connsiteY176" fmla="*/ 2372015 h 4438809"/>
                <a:gd name="connsiteX177" fmla="*/ 3867798 w 3969572"/>
                <a:gd name="connsiteY177" fmla="*/ 2356358 h 4438809"/>
                <a:gd name="connsiteX178" fmla="*/ 3867798 w 3969572"/>
                <a:gd name="connsiteY178" fmla="*/ 2309385 h 4438809"/>
                <a:gd name="connsiteX179" fmla="*/ 3891285 w 3969572"/>
                <a:gd name="connsiteY179" fmla="*/ 2305471 h 4438809"/>
                <a:gd name="connsiteX180" fmla="*/ 3844312 w 3969572"/>
                <a:gd name="connsiteY180" fmla="*/ 2285899 h 4438809"/>
                <a:gd name="connsiteX181" fmla="*/ 3812997 w 3969572"/>
                <a:gd name="connsiteY181" fmla="*/ 2301556 h 4438809"/>
                <a:gd name="connsiteX182" fmla="*/ 3801254 w 3969572"/>
                <a:gd name="connsiteY182" fmla="*/ 2317214 h 4438809"/>
                <a:gd name="connsiteX183" fmla="*/ 3820826 w 3969572"/>
                <a:gd name="connsiteY183" fmla="*/ 2340700 h 4438809"/>
                <a:gd name="connsiteX184" fmla="*/ 3805168 w 3969572"/>
                <a:gd name="connsiteY184" fmla="*/ 2340700 h 4438809"/>
                <a:gd name="connsiteX185" fmla="*/ 3758196 w 3969572"/>
                <a:gd name="connsiteY185" fmla="*/ 2336786 h 4438809"/>
                <a:gd name="connsiteX186" fmla="*/ 3777767 w 3969572"/>
                <a:gd name="connsiteY186" fmla="*/ 2325043 h 4438809"/>
                <a:gd name="connsiteX187" fmla="*/ 3797339 w 3969572"/>
                <a:gd name="connsiteY187" fmla="*/ 2281984 h 4438809"/>
                <a:gd name="connsiteX188" fmla="*/ 3797339 w 3969572"/>
                <a:gd name="connsiteY188" fmla="*/ 2262412 h 4438809"/>
                <a:gd name="connsiteX189" fmla="*/ 3766024 w 3969572"/>
                <a:gd name="connsiteY189" fmla="*/ 2254584 h 4438809"/>
                <a:gd name="connsiteX190" fmla="*/ 3773853 w 3969572"/>
                <a:gd name="connsiteY190" fmla="*/ 2281984 h 4438809"/>
                <a:gd name="connsiteX191" fmla="*/ 3734709 w 3969572"/>
                <a:gd name="connsiteY191" fmla="*/ 2281984 h 4438809"/>
                <a:gd name="connsiteX192" fmla="*/ 3758196 w 3969572"/>
                <a:gd name="connsiteY192" fmla="*/ 2278070 h 4438809"/>
                <a:gd name="connsiteX193" fmla="*/ 3754281 w 3969572"/>
                <a:gd name="connsiteY193" fmla="*/ 2246755 h 4438809"/>
                <a:gd name="connsiteX194" fmla="*/ 3719052 w 3969572"/>
                <a:gd name="connsiteY194" fmla="*/ 2258498 h 4438809"/>
                <a:gd name="connsiteX195" fmla="*/ 3715137 w 3969572"/>
                <a:gd name="connsiteY195" fmla="*/ 2278070 h 4438809"/>
                <a:gd name="connsiteX196" fmla="*/ 3719052 w 3969572"/>
                <a:gd name="connsiteY196" fmla="*/ 2227183 h 4438809"/>
                <a:gd name="connsiteX197" fmla="*/ 3699480 w 3969572"/>
                <a:gd name="connsiteY197" fmla="*/ 2231097 h 4438809"/>
                <a:gd name="connsiteX198" fmla="*/ 3679908 w 3969572"/>
                <a:gd name="connsiteY198" fmla="*/ 2188039 h 4438809"/>
                <a:gd name="connsiteX199" fmla="*/ 3687737 w 3969572"/>
                <a:gd name="connsiteY199" fmla="*/ 2180210 h 4438809"/>
                <a:gd name="connsiteX200" fmla="*/ 3672079 w 3969572"/>
                <a:gd name="connsiteY200" fmla="*/ 2199782 h 4438809"/>
                <a:gd name="connsiteX201" fmla="*/ 3687737 w 3969572"/>
                <a:gd name="connsiteY201" fmla="*/ 2223269 h 4438809"/>
                <a:gd name="connsiteX202" fmla="*/ 3695565 w 3969572"/>
                <a:gd name="connsiteY202" fmla="*/ 2309385 h 4438809"/>
                <a:gd name="connsiteX203" fmla="*/ 3625107 w 3969572"/>
                <a:gd name="connsiteY203" fmla="*/ 2336786 h 4438809"/>
                <a:gd name="connsiteX204" fmla="*/ 3625107 w 3969572"/>
                <a:gd name="connsiteY204" fmla="*/ 2372015 h 4438809"/>
                <a:gd name="connsiteX205" fmla="*/ 3570305 w 3969572"/>
                <a:gd name="connsiteY205" fmla="*/ 2375930 h 4438809"/>
                <a:gd name="connsiteX206" fmla="*/ 3585963 w 3969572"/>
                <a:gd name="connsiteY206" fmla="*/ 2336786 h 4438809"/>
                <a:gd name="connsiteX207" fmla="*/ 3585963 w 3969572"/>
                <a:gd name="connsiteY207" fmla="*/ 2309385 h 4438809"/>
                <a:gd name="connsiteX208" fmla="*/ 3558562 w 3969572"/>
                <a:gd name="connsiteY208" fmla="*/ 2309385 h 4438809"/>
                <a:gd name="connsiteX209" fmla="*/ 3531161 w 3969572"/>
                <a:gd name="connsiteY209" fmla="*/ 2278070 h 4438809"/>
                <a:gd name="connsiteX210" fmla="*/ 3515504 w 3969572"/>
                <a:gd name="connsiteY210" fmla="*/ 2309385 h 4438809"/>
                <a:gd name="connsiteX211" fmla="*/ 3476360 w 3969572"/>
                <a:gd name="connsiteY211" fmla="*/ 2301556 h 4438809"/>
                <a:gd name="connsiteX212" fmla="*/ 3468531 w 3969572"/>
                <a:gd name="connsiteY212" fmla="*/ 2309385 h 4438809"/>
                <a:gd name="connsiteX213" fmla="*/ 3492017 w 3969572"/>
                <a:gd name="connsiteY213" fmla="*/ 2325043 h 4438809"/>
                <a:gd name="connsiteX214" fmla="*/ 3480274 w 3969572"/>
                <a:gd name="connsiteY214" fmla="*/ 2332871 h 4438809"/>
                <a:gd name="connsiteX215" fmla="*/ 3382415 w 3969572"/>
                <a:gd name="connsiteY215" fmla="*/ 2321128 h 4438809"/>
                <a:gd name="connsiteX216" fmla="*/ 3382415 w 3969572"/>
                <a:gd name="connsiteY216" fmla="*/ 2332871 h 4438809"/>
                <a:gd name="connsiteX217" fmla="*/ 3421559 w 3969572"/>
                <a:gd name="connsiteY217" fmla="*/ 2328957 h 4438809"/>
                <a:gd name="connsiteX218" fmla="*/ 3421559 w 3969572"/>
                <a:gd name="connsiteY218" fmla="*/ 2352443 h 4438809"/>
                <a:gd name="connsiteX219" fmla="*/ 3323699 w 3969572"/>
                <a:gd name="connsiteY219" fmla="*/ 2332871 h 4438809"/>
                <a:gd name="connsiteX220" fmla="*/ 3296298 w 3969572"/>
                <a:gd name="connsiteY220" fmla="*/ 2356358 h 4438809"/>
                <a:gd name="connsiteX221" fmla="*/ 3304127 w 3969572"/>
                <a:gd name="connsiteY221" fmla="*/ 2321128 h 4438809"/>
                <a:gd name="connsiteX222" fmla="*/ 3264983 w 3969572"/>
                <a:gd name="connsiteY222" fmla="*/ 2301556 h 4438809"/>
                <a:gd name="connsiteX223" fmla="*/ 3249326 w 3969572"/>
                <a:gd name="connsiteY223" fmla="*/ 2336786 h 4438809"/>
                <a:gd name="connsiteX224" fmla="*/ 3241497 w 3969572"/>
                <a:gd name="connsiteY224" fmla="*/ 2375930 h 4438809"/>
                <a:gd name="connsiteX225" fmla="*/ 3288470 w 3969572"/>
                <a:gd name="connsiteY225" fmla="*/ 2372015 h 4438809"/>
                <a:gd name="connsiteX226" fmla="*/ 3280641 w 3969572"/>
                <a:gd name="connsiteY226" fmla="*/ 2442474 h 4438809"/>
                <a:gd name="connsiteX227" fmla="*/ 3233668 w 3969572"/>
                <a:gd name="connsiteY227" fmla="*/ 2430731 h 4438809"/>
                <a:gd name="connsiteX228" fmla="*/ 3257154 w 3969572"/>
                <a:gd name="connsiteY228" fmla="*/ 2407245 h 4438809"/>
                <a:gd name="connsiteX229" fmla="*/ 3249326 w 3969572"/>
                <a:gd name="connsiteY229" fmla="*/ 2403330 h 4438809"/>
                <a:gd name="connsiteX230" fmla="*/ 3194524 w 3969572"/>
                <a:gd name="connsiteY230" fmla="*/ 2422902 h 4438809"/>
                <a:gd name="connsiteX231" fmla="*/ 3202353 w 3969572"/>
                <a:gd name="connsiteY231" fmla="*/ 2411159 h 4438809"/>
                <a:gd name="connsiteX232" fmla="*/ 3167124 w 3969572"/>
                <a:gd name="connsiteY232" fmla="*/ 2379844 h 4438809"/>
                <a:gd name="connsiteX233" fmla="*/ 3155380 w 3969572"/>
                <a:gd name="connsiteY233" fmla="*/ 2391587 h 4438809"/>
                <a:gd name="connsiteX234" fmla="*/ 3163209 w 3969572"/>
                <a:gd name="connsiteY234" fmla="*/ 2422902 h 4438809"/>
                <a:gd name="connsiteX235" fmla="*/ 3171038 w 3969572"/>
                <a:gd name="connsiteY235" fmla="*/ 2430731 h 4438809"/>
                <a:gd name="connsiteX236" fmla="*/ 3233668 w 3969572"/>
                <a:gd name="connsiteY236" fmla="*/ 2458132 h 4438809"/>
                <a:gd name="connsiteX237" fmla="*/ 3296298 w 3969572"/>
                <a:gd name="connsiteY237" fmla="*/ 2458132 h 4438809"/>
                <a:gd name="connsiteX238" fmla="*/ 3398072 w 3969572"/>
                <a:gd name="connsiteY238" fmla="*/ 2446388 h 4438809"/>
                <a:gd name="connsiteX239" fmla="*/ 3452874 w 3969572"/>
                <a:gd name="connsiteY239" fmla="*/ 2426817 h 4438809"/>
                <a:gd name="connsiteX240" fmla="*/ 3382415 w 3969572"/>
                <a:gd name="connsiteY240" fmla="*/ 2465960 h 4438809"/>
                <a:gd name="connsiteX241" fmla="*/ 3429387 w 3969572"/>
                <a:gd name="connsiteY241" fmla="*/ 2505104 h 4438809"/>
                <a:gd name="connsiteX242" fmla="*/ 3429387 w 3969572"/>
                <a:gd name="connsiteY242" fmla="*/ 2536419 h 4438809"/>
                <a:gd name="connsiteX243" fmla="*/ 3374586 w 3969572"/>
                <a:gd name="connsiteY243" fmla="*/ 2548162 h 4438809"/>
                <a:gd name="connsiteX244" fmla="*/ 3398072 w 3969572"/>
                <a:gd name="connsiteY244" fmla="*/ 2599049 h 4438809"/>
                <a:gd name="connsiteX245" fmla="*/ 3390243 w 3969572"/>
                <a:gd name="connsiteY245" fmla="*/ 2614707 h 4438809"/>
                <a:gd name="connsiteX246" fmla="*/ 3116237 w 3969572"/>
                <a:gd name="connsiteY246" fmla="*/ 2485532 h 4438809"/>
                <a:gd name="connsiteX247" fmla="*/ 2623024 w 3969572"/>
                <a:gd name="connsiteY247" fmla="*/ 2595135 h 4438809"/>
                <a:gd name="connsiteX248" fmla="*/ 2568223 w 3969572"/>
                <a:gd name="connsiteY248" fmla="*/ 2649936 h 4438809"/>
                <a:gd name="connsiteX249" fmla="*/ 2576052 w 3969572"/>
                <a:gd name="connsiteY249" fmla="*/ 2653851 h 4438809"/>
                <a:gd name="connsiteX250" fmla="*/ 3061435 w 3969572"/>
                <a:gd name="connsiteY250" fmla="*/ 2501190 h 4438809"/>
                <a:gd name="connsiteX251" fmla="*/ 3409815 w 3969572"/>
                <a:gd name="connsiteY251" fmla="*/ 2646022 h 4438809"/>
                <a:gd name="connsiteX252" fmla="*/ 3405901 w 3969572"/>
                <a:gd name="connsiteY252" fmla="*/ 2622536 h 4438809"/>
                <a:gd name="connsiteX253" fmla="*/ 3437216 w 3969572"/>
                <a:gd name="connsiteY253" fmla="*/ 2638193 h 4438809"/>
                <a:gd name="connsiteX254" fmla="*/ 3405901 w 3969572"/>
                <a:gd name="connsiteY254" fmla="*/ 2673423 h 4438809"/>
                <a:gd name="connsiteX255" fmla="*/ 3456788 w 3969572"/>
                <a:gd name="connsiteY255" fmla="*/ 2692995 h 4438809"/>
                <a:gd name="connsiteX256" fmla="*/ 3452874 w 3969572"/>
                <a:gd name="connsiteY256" fmla="*/ 2673423 h 4438809"/>
                <a:gd name="connsiteX257" fmla="*/ 3492017 w 3969572"/>
                <a:gd name="connsiteY257" fmla="*/ 2677337 h 4438809"/>
                <a:gd name="connsiteX258" fmla="*/ 3582048 w 3969572"/>
                <a:gd name="connsiteY258" fmla="*/ 2708652 h 4438809"/>
                <a:gd name="connsiteX259" fmla="*/ 3648593 w 3969572"/>
                <a:gd name="connsiteY259" fmla="*/ 2692995 h 4438809"/>
                <a:gd name="connsiteX260" fmla="*/ 3648593 w 3969572"/>
                <a:gd name="connsiteY260" fmla="*/ 2755625 h 4438809"/>
                <a:gd name="connsiteX261" fmla="*/ 3687737 w 3969572"/>
                <a:gd name="connsiteY261" fmla="*/ 2755625 h 4438809"/>
                <a:gd name="connsiteX262" fmla="*/ 3711223 w 3969572"/>
                <a:gd name="connsiteY262" fmla="*/ 2775197 h 4438809"/>
                <a:gd name="connsiteX263" fmla="*/ 3625107 w 3969572"/>
                <a:gd name="connsiteY263" fmla="*/ 2775197 h 4438809"/>
                <a:gd name="connsiteX264" fmla="*/ 3562476 w 3969572"/>
                <a:gd name="connsiteY264" fmla="*/ 2747796 h 4438809"/>
                <a:gd name="connsiteX265" fmla="*/ 3601620 w 3969572"/>
                <a:gd name="connsiteY265" fmla="*/ 2763453 h 4438809"/>
                <a:gd name="connsiteX266" fmla="*/ 3605535 w 3969572"/>
                <a:gd name="connsiteY266" fmla="*/ 2794769 h 4438809"/>
                <a:gd name="connsiteX267" fmla="*/ 3625107 w 3969572"/>
                <a:gd name="connsiteY267" fmla="*/ 2794769 h 4438809"/>
                <a:gd name="connsiteX268" fmla="*/ 3601620 w 3969572"/>
                <a:gd name="connsiteY268" fmla="*/ 2802597 h 4438809"/>
                <a:gd name="connsiteX269" fmla="*/ 3601620 w 3969572"/>
                <a:gd name="connsiteY269" fmla="*/ 2857399 h 4438809"/>
                <a:gd name="connsiteX270" fmla="*/ 3578134 w 3969572"/>
                <a:gd name="connsiteY270" fmla="*/ 2857399 h 4438809"/>
                <a:gd name="connsiteX271" fmla="*/ 3554648 w 3969572"/>
                <a:gd name="connsiteY271" fmla="*/ 2716481 h 4438809"/>
                <a:gd name="connsiteX272" fmla="*/ 3531161 w 3969572"/>
                <a:gd name="connsiteY272" fmla="*/ 2739967 h 4438809"/>
                <a:gd name="connsiteX273" fmla="*/ 3542904 w 3969572"/>
                <a:gd name="connsiteY273" fmla="*/ 2794769 h 4438809"/>
                <a:gd name="connsiteX274" fmla="*/ 3499846 w 3969572"/>
                <a:gd name="connsiteY274" fmla="*/ 2783025 h 4438809"/>
                <a:gd name="connsiteX275" fmla="*/ 3484189 w 3969572"/>
                <a:gd name="connsiteY275" fmla="*/ 2755625 h 4438809"/>
                <a:gd name="connsiteX276" fmla="*/ 3472446 w 3969572"/>
                <a:gd name="connsiteY276" fmla="*/ 2763453 h 4438809"/>
                <a:gd name="connsiteX277" fmla="*/ 3433302 w 3969572"/>
                <a:gd name="connsiteY277" fmla="*/ 2779111 h 4438809"/>
                <a:gd name="connsiteX278" fmla="*/ 3413730 w 3969572"/>
                <a:gd name="connsiteY278" fmla="*/ 2771282 h 4438809"/>
                <a:gd name="connsiteX279" fmla="*/ 3413730 w 3969572"/>
                <a:gd name="connsiteY279" fmla="*/ 2790854 h 4438809"/>
                <a:gd name="connsiteX280" fmla="*/ 3472446 w 3969572"/>
                <a:gd name="connsiteY280" fmla="*/ 2794769 h 4438809"/>
                <a:gd name="connsiteX281" fmla="*/ 3480274 w 3969572"/>
                <a:gd name="connsiteY281" fmla="*/ 2779111 h 4438809"/>
                <a:gd name="connsiteX282" fmla="*/ 3468531 w 3969572"/>
                <a:gd name="connsiteY282" fmla="*/ 2810426 h 4438809"/>
                <a:gd name="connsiteX283" fmla="*/ 3503761 w 3969572"/>
                <a:gd name="connsiteY283" fmla="*/ 2826084 h 4438809"/>
                <a:gd name="connsiteX284" fmla="*/ 3550733 w 3969572"/>
                <a:gd name="connsiteY284" fmla="*/ 2841741 h 4438809"/>
                <a:gd name="connsiteX285" fmla="*/ 3542904 w 3969572"/>
                <a:gd name="connsiteY285" fmla="*/ 2833912 h 4438809"/>
                <a:gd name="connsiteX286" fmla="*/ 3515504 w 3969572"/>
                <a:gd name="connsiteY286" fmla="*/ 2853484 h 4438809"/>
                <a:gd name="connsiteX287" fmla="*/ 3546819 w 3969572"/>
                <a:gd name="connsiteY287" fmla="*/ 2849570 h 4438809"/>
                <a:gd name="connsiteX288" fmla="*/ 3554648 w 3969572"/>
                <a:gd name="connsiteY288" fmla="*/ 2861313 h 4438809"/>
                <a:gd name="connsiteX289" fmla="*/ 3531161 w 3969572"/>
                <a:gd name="connsiteY289" fmla="*/ 2880885 h 4438809"/>
                <a:gd name="connsiteX290" fmla="*/ 3546819 w 3969572"/>
                <a:gd name="connsiteY290" fmla="*/ 2888714 h 4438809"/>
                <a:gd name="connsiteX291" fmla="*/ 3601620 w 3969572"/>
                <a:gd name="connsiteY291" fmla="*/ 2873056 h 4438809"/>
                <a:gd name="connsiteX292" fmla="*/ 3601620 w 3969572"/>
                <a:gd name="connsiteY292" fmla="*/ 2904371 h 4438809"/>
                <a:gd name="connsiteX293" fmla="*/ 3554648 w 3969572"/>
                <a:gd name="connsiteY293" fmla="*/ 2908286 h 4438809"/>
                <a:gd name="connsiteX294" fmla="*/ 3554648 w 3969572"/>
                <a:gd name="connsiteY294" fmla="*/ 2974830 h 4438809"/>
                <a:gd name="connsiteX295" fmla="*/ 3546819 w 3969572"/>
                <a:gd name="connsiteY295" fmla="*/ 2955258 h 4438809"/>
                <a:gd name="connsiteX296" fmla="*/ 3468531 w 3969572"/>
                <a:gd name="connsiteY296" fmla="*/ 2951344 h 4438809"/>
                <a:gd name="connsiteX297" fmla="*/ 3468531 w 3969572"/>
                <a:gd name="connsiteY297" fmla="*/ 2982659 h 4438809"/>
                <a:gd name="connsiteX298" fmla="*/ 3492017 w 3969572"/>
                <a:gd name="connsiteY298" fmla="*/ 2986573 h 4438809"/>
                <a:gd name="connsiteX299" fmla="*/ 3492017 w 3969572"/>
                <a:gd name="connsiteY299" fmla="*/ 2998317 h 4438809"/>
                <a:gd name="connsiteX300" fmla="*/ 3484189 w 3969572"/>
                <a:gd name="connsiteY300" fmla="*/ 2970916 h 4438809"/>
                <a:gd name="connsiteX301" fmla="*/ 3527247 w 3969572"/>
                <a:gd name="connsiteY301" fmla="*/ 2959173 h 4438809"/>
                <a:gd name="connsiteX302" fmla="*/ 3515504 w 3969572"/>
                <a:gd name="connsiteY302" fmla="*/ 2998317 h 4438809"/>
                <a:gd name="connsiteX303" fmla="*/ 3558562 w 3969572"/>
                <a:gd name="connsiteY303" fmla="*/ 2990488 h 4438809"/>
                <a:gd name="connsiteX304" fmla="*/ 3648593 w 3969572"/>
                <a:gd name="connsiteY304" fmla="*/ 2951344 h 4438809"/>
                <a:gd name="connsiteX305" fmla="*/ 3687737 w 3969572"/>
                <a:gd name="connsiteY305" fmla="*/ 2974830 h 4438809"/>
                <a:gd name="connsiteX306" fmla="*/ 3781682 w 3969572"/>
                <a:gd name="connsiteY306" fmla="*/ 2990488 h 4438809"/>
                <a:gd name="connsiteX307" fmla="*/ 3785596 w 3969572"/>
                <a:gd name="connsiteY307" fmla="*/ 2967001 h 4438809"/>
                <a:gd name="connsiteX308" fmla="*/ 3793425 w 3969572"/>
                <a:gd name="connsiteY308" fmla="*/ 2974830 h 4438809"/>
                <a:gd name="connsiteX309" fmla="*/ 3828654 w 3969572"/>
                <a:gd name="connsiteY309" fmla="*/ 2947430 h 4438809"/>
                <a:gd name="connsiteX310" fmla="*/ 3828654 w 3969572"/>
                <a:gd name="connsiteY310" fmla="*/ 2845656 h 4438809"/>
                <a:gd name="connsiteX311" fmla="*/ 3863884 w 3969572"/>
                <a:gd name="connsiteY311" fmla="*/ 2833912 h 4438809"/>
                <a:gd name="connsiteX312" fmla="*/ 3844312 w 3969572"/>
                <a:gd name="connsiteY312" fmla="*/ 2869142 h 4438809"/>
                <a:gd name="connsiteX313" fmla="*/ 3906942 w 3969572"/>
                <a:gd name="connsiteY313" fmla="*/ 2865227 h 4438809"/>
                <a:gd name="connsiteX314" fmla="*/ 3895199 w 3969572"/>
                <a:gd name="connsiteY314" fmla="*/ 2826084 h 4438809"/>
                <a:gd name="connsiteX315" fmla="*/ 3871713 w 3969572"/>
                <a:gd name="connsiteY315" fmla="*/ 2826084 h 4438809"/>
                <a:gd name="connsiteX316" fmla="*/ 3867798 w 3969572"/>
                <a:gd name="connsiteY316" fmla="*/ 2802597 h 4438809"/>
                <a:gd name="connsiteX317" fmla="*/ 3797339 w 3969572"/>
                <a:gd name="connsiteY317" fmla="*/ 2841741 h 4438809"/>
                <a:gd name="connsiteX318" fmla="*/ 3781682 w 3969572"/>
                <a:gd name="connsiteY318" fmla="*/ 2849570 h 4438809"/>
                <a:gd name="connsiteX319" fmla="*/ 3762110 w 3969572"/>
                <a:gd name="connsiteY319" fmla="*/ 2880885 h 4438809"/>
                <a:gd name="connsiteX320" fmla="*/ 3777767 w 3969572"/>
                <a:gd name="connsiteY320" fmla="*/ 2779111 h 4438809"/>
                <a:gd name="connsiteX321" fmla="*/ 3785596 w 3969572"/>
                <a:gd name="connsiteY321" fmla="*/ 2763453 h 4438809"/>
                <a:gd name="connsiteX322" fmla="*/ 3805168 w 3969572"/>
                <a:gd name="connsiteY322" fmla="*/ 2763453 h 4438809"/>
                <a:gd name="connsiteX323" fmla="*/ 3781682 w 3969572"/>
                <a:gd name="connsiteY323" fmla="*/ 2755625 h 4438809"/>
                <a:gd name="connsiteX324" fmla="*/ 3785596 w 3969572"/>
                <a:gd name="connsiteY324" fmla="*/ 2716481 h 4438809"/>
                <a:gd name="connsiteX325" fmla="*/ 3852141 w 3969572"/>
                <a:gd name="connsiteY325" fmla="*/ 2720395 h 4438809"/>
                <a:gd name="connsiteX326" fmla="*/ 3887370 w 3969572"/>
                <a:gd name="connsiteY326" fmla="*/ 2653851 h 4438809"/>
                <a:gd name="connsiteX327" fmla="*/ 3891285 w 3969572"/>
                <a:gd name="connsiteY327" fmla="*/ 2716481 h 4438809"/>
                <a:gd name="connsiteX328" fmla="*/ 3926514 w 3969572"/>
                <a:gd name="connsiteY328" fmla="*/ 2685166 h 4438809"/>
                <a:gd name="connsiteX329" fmla="*/ 3946086 w 3969572"/>
                <a:gd name="connsiteY329" fmla="*/ 2669508 h 4438809"/>
                <a:gd name="connsiteX330" fmla="*/ 3852141 w 3969572"/>
                <a:gd name="connsiteY330" fmla="*/ 3538501 h 4438809"/>
                <a:gd name="connsiteX331" fmla="*/ 3805168 w 3969572"/>
                <a:gd name="connsiteY331" fmla="*/ 3530673 h 4438809"/>
                <a:gd name="connsiteX332" fmla="*/ 3734709 w 3969572"/>
                <a:gd name="connsiteY332" fmla="*/ 3518930 h 4438809"/>
                <a:gd name="connsiteX333" fmla="*/ 3726880 w 3969572"/>
                <a:gd name="connsiteY333" fmla="*/ 3538501 h 4438809"/>
                <a:gd name="connsiteX334" fmla="*/ 3719052 w 3969572"/>
                <a:gd name="connsiteY334" fmla="*/ 3491529 h 4438809"/>
                <a:gd name="connsiteX335" fmla="*/ 3734709 w 3969572"/>
                <a:gd name="connsiteY335" fmla="*/ 3280152 h 4438809"/>
                <a:gd name="connsiteX336" fmla="*/ 3578134 w 3969572"/>
                <a:gd name="connsiteY336" fmla="*/ 3084433 h 4438809"/>
                <a:gd name="connsiteX337" fmla="*/ 2732627 w 3969572"/>
                <a:gd name="connsiteY337" fmla="*/ 3092262 h 4438809"/>
                <a:gd name="connsiteX338" fmla="*/ 2709141 w 3969572"/>
                <a:gd name="connsiteY338" fmla="*/ 3088347 h 4438809"/>
                <a:gd name="connsiteX339" fmla="*/ 2709141 w 3969572"/>
                <a:gd name="connsiteY339" fmla="*/ 3076604 h 4438809"/>
                <a:gd name="connsiteX340" fmla="*/ 2669997 w 3969572"/>
                <a:gd name="connsiteY340" fmla="*/ 3107919 h 4438809"/>
                <a:gd name="connsiteX341" fmla="*/ 2658254 w 3969572"/>
                <a:gd name="connsiteY341" fmla="*/ 3100090 h 4438809"/>
                <a:gd name="connsiteX342" fmla="*/ 2626939 w 3969572"/>
                <a:gd name="connsiteY342" fmla="*/ 3115748 h 4438809"/>
                <a:gd name="connsiteX343" fmla="*/ 2591709 w 3969572"/>
                <a:gd name="connsiteY343" fmla="*/ 3104005 h 4438809"/>
                <a:gd name="connsiteX344" fmla="*/ 2603452 w 3969572"/>
                <a:gd name="connsiteY344" fmla="*/ 3162721 h 4438809"/>
                <a:gd name="connsiteX345" fmla="*/ 2615196 w 3969572"/>
                <a:gd name="connsiteY345" fmla="*/ 3162721 h 4438809"/>
                <a:gd name="connsiteX346" fmla="*/ 2615196 w 3969572"/>
                <a:gd name="connsiteY346" fmla="*/ 3190121 h 4438809"/>
                <a:gd name="connsiteX347" fmla="*/ 2591709 w 3969572"/>
                <a:gd name="connsiteY347" fmla="*/ 3194036 h 4438809"/>
                <a:gd name="connsiteX348" fmla="*/ 2591709 w 3969572"/>
                <a:gd name="connsiteY348" fmla="*/ 3248837 h 4438809"/>
                <a:gd name="connsiteX349" fmla="*/ 2536908 w 3969572"/>
                <a:gd name="connsiteY349" fmla="*/ 3276238 h 4438809"/>
                <a:gd name="connsiteX350" fmla="*/ 2564309 w 3969572"/>
                <a:gd name="connsiteY350" fmla="*/ 3280152 h 4438809"/>
                <a:gd name="connsiteX351" fmla="*/ 2552565 w 3969572"/>
                <a:gd name="connsiteY351" fmla="*/ 3315382 h 4438809"/>
                <a:gd name="connsiteX352" fmla="*/ 2564309 w 3969572"/>
                <a:gd name="connsiteY352" fmla="*/ 3350611 h 4438809"/>
                <a:gd name="connsiteX353" fmla="*/ 2544737 w 3969572"/>
                <a:gd name="connsiteY353" fmla="*/ 3354525 h 4438809"/>
                <a:gd name="connsiteX354" fmla="*/ 2556480 w 3969572"/>
                <a:gd name="connsiteY354" fmla="*/ 3327125 h 4438809"/>
                <a:gd name="connsiteX355" fmla="*/ 2521250 w 3969572"/>
                <a:gd name="connsiteY355" fmla="*/ 3358440 h 4438809"/>
                <a:gd name="connsiteX356" fmla="*/ 2493850 w 3969572"/>
                <a:gd name="connsiteY356" fmla="*/ 3334953 h 4438809"/>
                <a:gd name="connsiteX357" fmla="*/ 2489935 w 3969572"/>
                <a:gd name="connsiteY357" fmla="*/ 3413241 h 4438809"/>
                <a:gd name="connsiteX358" fmla="*/ 2536908 w 3969572"/>
                <a:gd name="connsiteY358" fmla="*/ 3421070 h 4438809"/>
                <a:gd name="connsiteX359" fmla="*/ 2540822 w 3969572"/>
                <a:gd name="connsiteY359" fmla="*/ 3444556 h 4438809"/>
                <a:gd name="connsiteX360" fmla="*/ 2576052 w 3969572"/>
                <a:gd name="connsiteY360" fmla="*/ 3468043 h 4438809"/>
                <a:gd name="connsiteX361" fmla="*/ 2505593 w 3969572"/>
                <a:gd name="connsiteY361" fmla="*/ 3495443 h 4438809"/>
                <a:gd name="connsiteX362" fmla="*/ 2536908 w 3969572"/>
                <a:gd name="connsiteY362" fmla="*/ 3499358 h 4438809"/>
                <a:gd name="connsiteX363" fmla="*/ 2536908 w 3969572"/>
                <a:gd name="connsiteY363" fmla="*/ 3530673 h 4438809"/>
                <a:gd name="connsiteX364" fmla="*/ 2536908 w 3969572"/>
                <a:gd name="connsiteY364" fmla="*/ 3538501 h 4438809"/>
                <a:gd name="connsiteX365" fmla="*/ 2536908 w 3969572"/>
                <a:gd name="connsiteY365" fmla="*/ 3569817 h 4438809"/>
                <a:gd name="connsiteX366" fmla="*/ 2497764 w 3969572"/>
                <a:gd name="connsiteY366" fmla="*/ 3577645 h 4438809"/>
                <a:gd name="connsiteX367" fmla="*/ 2532994 w 3969572"/>
                <a:gd name="connsiteY367" fmla="*/ 3640275 h 4438809"/>
                <a:gd name="connsiteX368" fmla="*/ 2532994 w 3969572"/>
                <a:gd name="connsiteY368" fmla="*/ 3663762 h 4438809"/>
                <a:gd name="connsiteX369" fmla="*/ 2478192 w 3969572"/>
                <a:gd name="connsiteY369" fmla="*/ 3640275 h 4438809"/>
                <a:gd name="connsiteX370" fmla="*/ 2497764 w 3969572"/>
                <a:gd name="connsiteY370" fmla="*/ 3612875 h 4438809"/>
                <a:gd name="connsiteX371" fmla="*/ 2489935 w 3969572"/>
                <a:gd name="connsiteY371" fmla="*/ 3585474 h 4438809"/>
                <a:gd name="connsiteX372" fmla="*/ 2466449 w 3969572"/>
                <a:gd name="connsiteY372" fmla="*/ 3585474 h 4438809"/>
                <a:gd name="connsiteX373" fmla="*/ 2466449 w 3969572"/>
                <a:gd name="connsiteY373" fmla="*/ 3530673 h 4438809"/>
                <a:gd name="connsiteX374" fmla="*/ 2439048 w 3969572"/>
                <a:gd name="connsiteY374" fmla="*/ 3507186 h 4438809"/>
                <a:gd name="connsiteX375" fmla="*/ 2454706 w 3969572"/>
                <a:gd name="connsiteY375" fmla="*/ 3522844 h 4438809"/>
                <a:gd name="connsiteX376" fmla="*/ 2442963 w 3969572"/>
                <a:gd name="connsiteY376" fmla="*/ 3491529 h 4438809"/>
                <a:gd name="connsiteX377" fmla="*/ 2466449 w 3969572"/>
                <a:gd name="connsiteY377" fmla="*/ 3483700 h 4438809"/>
                <a:gd name="connsiteX378" fmla="*/ 2474278 w 3969572"/>
                <a:gd name="connsiteY378" fmla="*/ 3452385 h 4438809"/>
                <a:gd name="connsiteX379" fmla="*/ 2497764 w 3969572"/>
                <a:gd name="connsiteY379" fmla="*/ 3444556 h 4438809"/>
                <a:gd name="connsiteX380" fmla="*/ 2466449 w 3969572"/>
                <a:gd name="connsiteY380" fmla="*/ 3401498 h 4438809"/>
                <a:gd name="connsiteX381" fmla="*/ 2482107 w 3969572"/>
                <a:gd name="connsiteY381" fmla="*/ 3393669 h 4438809"/>
                <a:gd name="connsiteX382" fmla="*/ 2419476 w 3969572"/>
                <a:gd name="connsiteY382" fmla="*/ 3393669 h 4438809"/>
                <a:gd name="connsiteX383" fmla="*/ 2403819 w 3969572"/>
                <a:gd name="connsiteY383" fmla="*/ 3479786 h 4438809"/>
                <a:gd name="connsiteX384" fmla="*/ 2395990 w 3969572"/>
                <a:gd name="connsiteY384" fmla="*/ 3530673 h 4438809"/>
                <a:gd name="connsiteX385" fmla="*/ 2388161 w 3969572"/>
                <a:gd name="connsiteY385" fmla="*/ 3397584 h 4438809"/>
                <a:gd name="connsiteX386" fmla="*/ 2368589 w 3969572"/>
                <a:gd name="connsiteY386" fmla="*/ 2982659 h 4438809"/>
                <a:gd name="connsiteX387" fmla="*/ 2231586 w 3969572"/>
                <a:gd name="connsiteY387" fmla="*/ 2849570 h 4438809"/>
                <a:gd name="connsiteX388" fmla="*/ 2255072 w 3969572"/>
                <a:gd name="connsiteY388" fmla="*/ 2806512 h 4438809"/>
                <a:gd name="connsiteX389" fmla="*/ 2137641 w 3969572"/>
                <a:gd name="connsiteY389" fmla="*/ 2802597 h 4438809"/>
                <a:gd name="connsiteX390" fmla="*/ 2137641 w 3969572"/>
                <a:gd name="connsiteY390" fmla="*/ 2833912 h 4438809"/>
                <a:gd name="connsiteX391" fmla="*/ 2020209 w 3969572"/>
                <a:gd name="connsiteY391" fmla="*/ 2829998 h 4438809"/>
                <a:gd name="connsiteX392" fmla="*/ 2059353 w 3969572"/>
                <a:gd name="connsiteY392" fmla="*/ 2814340 h 4438809"/>
                <a:gd name="connsiteX393" fmla="*/ 2004552 w 3969572"/>
                <a:gd name="connsiteY393" fmla="*/ 2818255 h 4438809"/>
                <a:gd name="connsiteX394" fmla="*/ 1973237 w 3969572"/>
                <a:gd name="connsiteY394" fmla="*/ 2829998 h 4438809"/>
                <a:gd name="connsiteX395" fmla="*/ 1855805 w 3969572"/>
                <a:gd name="connsiteY395" fmla="*/ 2829998 h 4438809"/>
                <a:gd name="connsiteX396" fmla="*/ 1879291 w 3969572"/>
                <a:gd name="connsiteY396" fmla="*/ 2818255 h 4438809"/>
                <a:gd name="connsiteX397" fmla="*/ 1887120 w 3969572"/>
                <a:gd name="connsiteY397" fmla="*/ 2802597 h 4438809"/>
                <a:gd name="connsiteX398" fmla="*/ 1887120 w 3969572"/>
                <a:gd name="connsiteY398" fmla="*/ 2826084 h 4438809"/>
                <a:gd name="connsiteX399" fmla="*/ 1973237 w 3969572"/>
                <a:gd name="connsiteY399" fmla="*/ 2810426 h 4438809"/>
                <a:gd name="connsiteX400" fmla="*/ 1949750 w 3969572"/>
                <a:gd name="connsiteY400" fmla="*/ 2810426 h 4438809"/>
                <a:gd name="connsiteX401" fmla="*/ 1863634 w 3969572"/>
                <a:gd name="connsiteY401" fmla="*/ 2763453 h 4438809"/>
                <a:gd name="connsiteX402" fmla="*/ 1871463 w 3969572"/>
                <a:gd name="connsiteY402" fmla="*/ 2724310 h 4438809"/>
                <a:gd name="connsiteX403" fmla="*/ 1855805 w 3969572"/>
                <a:gd name="connsiteY403" fmla="*/ 2751710 h 4438809"/>
                <a:gd name="connsiteX404" fmla="*/ 1812747 w 3969572"/>
                <a:gd name="connsiteY404" fmla="*/ 2763453 h 4438809"/>
                <a:gd name="connsiteX405" fmla="*/ 1785346 w 3969572"/>
                <a:gd name="connsiteY405" fmla="*/ 2712567 h 4438809"/>
                <a:gd name="connsiteX406" fmla="*/ 1824490 w 3969572"/>
                <a:gd name="connsiteY406" fmla="*/ 2689080 h 4438809"/>
                <a:gd name="connsiteX407" fmla="*/ 1816661 w 3969572"/>
                <a:gd name="connsiteY407" fmla="*/ 2677337 h 4438809"/>
                <a:gd name="connsiteX408" fmla="*/ 1847976 w 3969572"/>
                <a:gd name="connsiteY408" fmla="*/ 2677337 h 4438809"/>
                <a:gd name="connsiteX409" fmla="*/ 1847976 w 3969572"/>
                <a:gd name="connsiteY409" fmla="*/ 2657765 h 4438809"/>
                <a:gd name="connsiteX410" fmla="*/ 1879291 w 3969572"/>
                <a:gd name="connsiteY410" fmla="*/ 2630364 h 4438809"/>
                <a:gd name="connsiteX411" fmla="*/ 1836233 w 3969572"/>
                <a:gd name="connsiteY411" fmla="*/ 2614707 h 4438809"/>
                <a:gd name="connsiteX412" fmla="*/ 1844062 w 3969572"/>
                <a:gd name="connsiteY412" fmla="*/ 2646022 h 4438809"/>
                <a:gd name="connsiteX413" fmla="*/ 1801004 w 3969572"/>
                <a:gd name="connsiteY413" fmla="*/ 2653851 h 4438809"/>
                <a:gd name="connsiteX414" fmla="*/ 1785346 w 3969572"/>
                <a:gd name="connsiteY414" fmla="*/ 2646022 h 4438809"/>
                <a:gd name="connsiteX415" fmla="*/ 1754031 w 3969572"/>
                <a:gd name="connsiteY415" fmla="*/ 2602964 h 4438809"/>
                <a:gd name="connsiteX416" fmla="*/ 1769689 w 3969572"/>
                <a:gd name="connsiteY416" fmla="*/ 2591221 h 4438809"/>
                <a:gd name="connsiteX417" fmla="*/ 1801004 w 3969572"/>
                <a:gd name="connsiteY417" fmla="*/ 2599049 h 4438809"/>
                <a:gd name="connsiteX418" fmla="*/ 1797089 w 3969572"/>
                <a:gd name="connsiteY418" fmla="*/ 2559906 h 4438809"/>
                <a:gd name="connsiteX419" fmla="*/ 1855805 w 3969572"/>
                <a:gd name="connsiteY419" fmla="*/ 2587306 h 4438809"/>
                <a:gd name="connsiteX420" fmla="*/ 1887120 w 3969572"/>
                <a:gd name="connsiteY420" fmla="*/ 2505104 h 4438809"/>
                <a:gd name="connsiteX421" fmla="*/ 1894949 w 3969572"/>
                <a:gd name="connsiteY421" fmla="*/ 2540334 h 4438809"/>
                <a:gd name="connsiteX422" fmla="*/ 1949750 w 3969572"/>
                <a:gd name="connsiteY422" fmla="*/ 2536419 h 4438809"/>
                <a:gd name="connsiteX423" fmla="*/ 2004552 w 3969572"/>
                <a:gd name="connsiteY423" fmla="*/ 2552077 h 4438809"/>
                <a:gd name="connsiteX424" fmla="*/ 2004552 w 3969572"/>
                <a:gd name="connsiteY424" fmla="*/ 2583392 h 4438809"/>
                <a:gd name="connsiteX425" fmla="*/ 2028038 w 3969572"/>
                <a:gd name="connsiteY425" fmla="*/ 2583392 h 4438809"/>
                <a:gd name="connsiteX426" fmla="*/ 2012380 w 3969572"/>
                <a:gd name="connsiteY426" fmla="*/ 2622536 h 4438809"/>
                <a:gd name="connsiteX427" fmla="*/ 2051524 w 3969572"/>
                <a:gd name="connsiteY427" fmla="*/ 2724310 h 4438809"/>
                <a:gd name="connsiteX428" fmla="*/ 2082839 w 3969572"/>
                <a:gd name="connsiteY428" fmla="*/ 2716481 h 4438809"/>
                <a:gd name="connsiteX429" fmla="*/ 2043696 w 3969572"/>
                <a:gd name="connsiteY429" fmla="*/ 2661680 h 4438809"/>
                <a:gd name="connsiteX430" fmla="*/ 2075011 w 3969572"/>
                <a:gd name="connsiteY430" fmla="*/ 2653851 h 4438809"/>
                <a:gd name="connsiteX431" fmla="*/ 2102411 w 3969572"/>
                <a:gd name="connsiteY431" fmla="*/ 2630364 h 4438809"/>
                <a:gd name="connsiteX432" fmla="*/ 2125898 w 3969572"/>
                <a:gd name="connsiteY432" fmla="*/ 2606878 h 4438809"/>
                <a:gd name="connsiteX433" fmla="*/ 2137641 w 3969572"/>
                <a:gd name="connsiteY433" fmla="*/ 2614707 h 4438809"/>
                <a:gd name="connsiteX434" fmla="*/ 2141555 w 3969572"/>
                <a:gd name="connsiteY434" fmla="*/ 2583392 h 4438809"/>
                <a:gd name="connsiteX435" fmla="*/ 2149384 w 3969572"/>
                <a:gd name="connsiteY435" fmla="*/ 2638193 h 4438809"/>
                <a:gd name="connsiteX436" fmla="*/ 2137641 w 3969572"/>
                <a:gd name="connsiteY436" fmla="*/ 2638193 h 4438809"/>
                <a:gd name="connsiteX437" fmla="*/ 2157213 w 3969572"/>
                <a:gd name="connsiteY437" fmla="*/ 2646022 h 4438809"/>
                <a:gd name="connsiteX438" fmla="*/ 2161127 w 3969572"/>
                <a:gd name="connsiteY438" fmla="*/ 2677337 h 4438809"/>
                <a:gd name="connsiteX439" fmla="*/ 2200271 w 3969572"/>
                <a:gd name="connsiteY439" fmla="*/ 2669508 h 4438809"/>
                <a:gd name="connsiteX440" fmla="*/ 2262901 w 3969572"/>
                <a:gd name="connsiteY440" fmla="*/ 2587306 h 4438809"/>
                <a:gd name="connsiteX441" fmla="*/ 2227672 w 3969572"/>
                <a:gd name="connsiteY441" fmla="*/ 2575563 h 4438809"/>
                <a:gd name="connsiteX442" fmla="*/ 2231586 w 3969572"/>
                <a:gd name="connsiteY442" fmla="*/ 2555991 h 4438809"/>
                <a:gd name="connsiteX443" fmla="*/ 2145470 w 3969572"/>
                <a:gd name="connsiteY443" fmla="*/ 2532505 h 4438809"/>
                <a:gd name="connsiteX444" fmla="*/ 2145470 w 3969572"/>
                <a:gd name="connsiteY444" fmla="*/ 2509019 h 4438809"/>
                <a:gd name="connsiteX445" fmla="*/ 2106326 w 3969572"/>
                <a:gd name="connsiteY445" fmla="*/ 2493361 h 4438809"/>
                <a:gd name="connsiteX446" fmla="*/ 2114154 w 3969572"/>
                <a:gd name="connsiteY446" fmla="*/ 2481618 h 4438809"/>
                <a:gd name="connsiteX447" fmla="*/ 2098497 w 3969572"/>
                <a:gd name="connsiteY447" fmla="*/ 2422902 h 4438809"/>
                <a:gd name="connsiteX448" fmla="*/ 2051524 w 3969572"/>
                <a:gd name="connsiteY448" fmla="*/ 2399416 h 4438809"/>
                <a:gd name="connsiteX449" fmla="*/ 2098497 w 3969572"/>
                <a:gd name="connsiteY449" fmla="*/ 2391587 h 4438809"/>
                <a:gd name="connsiteX450" fmla="*/ 2118069 w 3969572"/>
                <a:gd name="connsiteY450" fmla="*/ 2372015 h 4438809"/>
                <a:gd name="connsiteX451" fmla="*/ 2137641 w 3969572"/>
                <a:gd name="connsiteY451" fmla="*/ 2391587 h 4438809"/>
                <a:gd name="connsiteX452" fmla="*/ 2114154 w 3969572"/>
                <a:gd name="connsiteY452" fmla="*/ 2395501 h 4438809"/>
                <a:gd name="connsiteX453" fmla="*/ 2121983 w 3969572"/>
                <a:gd name="connsiteY453" fmla="*/ 2465960 h 4438809"/>
                <a:gd name="connsiteX454" fmla="*/ 2161127 w 3969572"/>
                <a:gd name="connsiteY454" fmla="*/ 2465960 h 4438809"/>
                <a:gd name="connsiteX455" fmla="*/ 2208100 w 3969572"/>
                <a:gd name="connsiteY455" fmla="*/ 2411159 h 4438809"/>
                <a:gd name="connsiteX456" fmla="*/ 2208100 w 3969572"/>
                <a:gd name="connsiteY456" fmla="*/ 2356358 h 4438809"/>
                <a:gd name="connsiteX457" fmla="*/ 2231586 w 3969572"/>
                <a:gd name="connsiteY457" fmla="*/ 2356358 h 4438809"/>
                <a:gd name="connsiteX458" fmla="*/ 2231586 w 3969572"/>
                <a:gd name="connsiteY458" fmla="*/ 2325043 h 4438809"/>
                <a:gd name="connsiteX459" fmla="*/ 2231586 w 3969572"/>
                <a:gd name="connsiteY459" fmla="*/ 2301556 h 4438809"/>
                <a:gd name="connsiteX460" fmla="*/ 2239415 w 3969572"/>
                <a:gd name="connsiteY460" fmla="*/ 2274156 h 4438809"/>
                <a:gd name="connsiteX461" fmla="*/ 2208100 w 3969572"/>
                <a:gd name="connsiteY461" fmla="*/ 2270241 h 4438809"/>
                <a:gd name="connsiteX462" fmla="*/ 2204185 w 3969572"/>
                <a:gd name="connsiteY462" fmla="*/ 2223269 h 4438809"/>
                <a:gd name="connsiteX463" fmla="*/ 2176785 w 3969572"/>
                <a:gd name="connsiteY463" fmla="*/ 2219354 h 4438809"/>
                <a:gd name="connsiteX464" fmla="*/ 2247244 w 3969572"/>
                <a:gd name="connsiteY464" fmla="*/ 2207611 h 4438809"/>
                <a:gd name="connsiteX465" fmla="*/ 2262901 w 3969572"/>
                <a:gd name="connsiteY465" fmla="*/ 2238926 h 4438809"/>
                <a:gd name="connsiteX466" fmla="*/ 2247244 w 3969572"/>
                <a:gd name="connsiteY466" fmla="*/ 2258498 h 4438809"/>
                <a:gd name="connsiteX467" fmla="*/ 2266815 w 3969572"/>
                <a:gd name="connsiteY467" fmla="*/ 2254584 h 4438809"/>
                <a:gd name="connsiteX468" fmla="*/ 2278559 w 3969572"/>
                <a:gd name="connsiteY468" fmla="*/ 2301556 h 4438809"/>
                <a:gd name="connsiteX469" fmla="*/ 2341189 w 3969572"/>
                <a:gd name="connsiteY469" fmla="*/ 2301556 h 4438809"/>
                <a:gd name="connsiteX470" fmla="*/ 2294216 w 3969572"/>
                <a:gd name="connsiteY470" fmla="*/ 2293727 h 4438809"/>
                <a:gd name="connsiteX471" fmla="*/ 2270730 w 3969572"/>
                <a:gd name="connsiteY471" fmla="*/ 2207611 h 4438809"/>
                <a:gd name="connsiteX472" fmla="*/ 2317702 w 3969572"/>
                <a:gd name="connsiteY472" fmla="*/ 2223269 h 4438809"/>
                <a:gd name="connsiteX473" fmla="*/ 2317702 w 3969572"/>
                <a:gd name="connsiteY473" fmla="*/ 2254584 h 4438809"/>
                <a:gd name="connsiteX474" fmla="*/ 2356846 w 3969572"/>
                <a:gd name="connsiteY474" fmla="*/ 2246755 h 4438809"/>
                <a:gd name="connsiteX475" fmla="*/ 2395990 w 3969572"/>
                <a:gd name="connsiteY475" fmla="*/ 2246755 h 4438809"/>
                <a:gd name="connsiteX476" fmla="*/ 2462535 w 3969572"/>
                <a:gd name="connsiteY476" fmla="*/ 2231097 h 4438809"/>
                <a:gd name="connsiteX477" fmla="*/ 2536908 w 3969572"/>
                <a:gd name="connsiteY477" fmla="*/ 2211525 h 4438809"/>
                <a:gd name="connsiteX478" fmla="*/ 2486021 w 3969572"/>
                <a:gd name="connsiteY478" fmla="*/ 2152810 h 4438809"/>
                <a:gd name="connsiteX479" fmla="*/ 2462535 w 3969572"/>
                <a:gd name="connsiteY479" fmla="*/ 2160638 h 4438809"/>
                <a:gd name="connsiteX480" fmla="*/ 2442963 w 3969572"/>
                <a:gd name="connsiteY480" fmla="*/ 2133238 h 4438809"/>
                <a:gd name="connsiteX481" fmla="*/ 2556480 w 3969572"/>
                <a:gd name="connsiteY481" fmla="*/ 2137152 h 4438809"/>
                <a:gd name="connsiteX482" fmla="*/ 2626939 w 3969572"/>
                <a:gd name="connsiteY482" fmla="*/ 2105837 h 4438809"/>
                <a:gd name="connsiteX483" fmla="*/ 2626939 w 3969572"/>
                <a:gd name="connsiteY483" fmla="*/ 2168467 h 4438809"/>
                <a:gd name="connsiteX484" fmla="*/ 2709141 w 3969572"/>
                <a:gd name="connsiteY484" fmla="*/ 2144981 h 4438809"/>
                <a:gd name="connsiteX485" fmla="*/ 2732627 w 3969572"/>
                <a:gd name="connsiteY485" fmla="*/ 2109751 h 4438809"/>
                <a:gd name="connsiteX486" fmla="*/ 2701312 w 3969572"/>
                <a:gd name="connsiteY486" fmla="*/ 2113666 h 4438809"/>
                <a:gd name="connsiteX487" fmla="*/ 2623024 w 3969572"/>
                <a:gd name="connsiteY487" fmla="*/ 2066693 h 4438809"/>
                <a:gd name="connsiteX488" fmla="*/ 2626939 w 3969572"/>
                <a:gd name="connsiteY488" fmla="*/ 2035378 h 4438809"/>
                <a:gd name="connsiteX489" fmla="*/ 2701312 w 3969572"/>
                <a:gd name="connsiteY489" fmla="*/ 2035378 h 4438809"/>
                <a:gd name="connsiteX490" fmla="*/ 2787428 w 3969572"/>
                <a:gd name="connsiteY490" fmla="*/ 2074522 h 4438809"/>
                <a:gd name="connsiteX491" fmla="*/ 2803086 w 3969572"/>
                <a:gd name="connsiteY491" fmla="*/ 2066693 h 4438809"/>
                <a:gd name="connsiteX492" fmla="*/ 2779600 w 3969572"/>
                <a:gd name="connsiteY492" fmla="*/ 2051036 h 4438809"/>
                <a:gd name="connsiteX493" fmla="*/ 2842230 w 3969572"/>
                <a:gd name="connsiteY493" fmla="*/ 2101923 h 4438809"/>
                <a:gd name="connsiteX494" fmla="*/ 2912689 w 3969572"/>
                <a:gd name="connsiteY494" fmla="*/ 2098008 h 4438809"/>
                <a:gd name="connsiteX495" fmla="*/ 2912689 w 3969572"/>
                <a:gd name="connsiteY495" fmla="*/ 2058864 h 4438809"/>
                <a:gd name="connsiteX496" fmla="*/ 2959661 w 3969572"/>
                <a:gd name="connsiteY496" fmla="*/ 2054950 h 4438809"/>
                <a:gd name="connsiteX497" fmla="*/ 2951833 w 3969572"/>
                <a:gd name="connsiteY497" fmla="*/ 2043207 h 4438809"/>
                <a:gd name="connsiteX498" fmla="*/ 2975319 w 3969572"/>
                <a:gd name="connsiteY498" fmla="*/ 2011892 h 4438809"/>
                <a:gd name="connsiteX499" fmla="*/ 2932261 w 3969572"/>
                <a:gd name="connsiteY499" fmla="*/ 2027549 h 4438809"/>
                <a:gd name="connsiteX500" fmla="*/ 2720884 w 3969572"/>
                <a:gd name="connsiteY500" fmla="*/ 2011892 h 4438809"/>
                <a:gd name="connsiteX501" fmla="*/ 2713055 w 3969572"/>
                <a:gd name="connsiteY501" fmla="*/ 2027549 h 4438809"/>
                <a:gd name="connsiteX502" fmla="*/ 2470363 w 3969572"/>
                <a:gd name="connsiteY502" fmla="*/ 2027549 h 4438809"/>
                <a:gd name="connsiteX503" fmla="*/ 2462535 w 3969572"/>
                <a:gd name="connsiteY503" fmla="*/ 2011892 h 4438809"/>
                <a:gd name="connsiteX504" fmla="*/ 2439048 w 3969572"/>
                <a:gd name="connsiteY504" fmla="*/ 2011892 h 4438809"/>
                <a:gd name="connsiteX505" fmla="*/ 2415562 w 3969572"/>
                <a:gd name="connsiteY505" fmla="*/ 2011892 h 4438809"/>
                <a:gd name="connsiteX506" fmla="*/ 2341189 w 3969572"/>
                <a:gd name="connsiteY506" fmla="*/ 2027549 h 4438809"/>
                <a:gd name="connsiteX507" fmla="*/ 2282473 w 3969572"/>
                <a:gd name="connsiteY507" fmla="*/ 2011892 h 4438809"/>
                <a:gd name="connsiteX508" fmla="*/ 2258987 w 3969572"/>
                <a:gd name="connsiteY508" fmla="*/ 2011892 h 4438809"/>
                <a:gd name="connsiteX509" fmla="*/ 2215928 w 3969572"/>
                <a:gd name="connsiteY509" fmla="*/ 2011892 h 4438809"/>
                <a:gd name="connsiteX510" fmla="*/ 2196357 w 3969572"/>
                <a:gd name="connsiteY510" fmla="*/ 2011892 h 4438809"/>
                <a:gd name="connsiteX511" fmla="*/ 2172870 w 3969572"/>
                <a:gd name="connsiteY511" fmla="*/ 2011892 h 4438809"/>
                <a:gd name="connsiteX512" fmla="*/ 2149384 w 3969572"/>
                <a:gd name="connsiteY512" fmla="*/ 2027549 h 4438809"/>
                <a:gd name="connsiteX513" fmla="*/ 1961493 w 3969572"/>
                <a:gd name="connsiteY513" fmla="*/ 2027549 h 4438809"/>
                <a:gd name="connsiteX514" fmla="*/ 1953665 w 3969572"/>
                <a:gd name="connsiteY514" fmla="*/ 2011892 h 4438809"/>
                <a:gd name="connsiteX515" fmla="*/ 1902778 w 3969572"/>
                <a:gd name="connsiteY515" fmla="*/ 2011892 h 4438809"/>
                <a:gd name="connsiteX516" fmla="*/ 1855805 w 3969572"/>
                <a:gd name="connsiteY516" fmla="*/ 2011892 h 4438809"/>
                <a:gd name="connsiteX517" fmla="*/ 1832319 w 3969572"/>
                <a:gd name="connsiteY517" fmla="*/ 2027549 h 4438809"/>
                <a:gd name="connsiteX518" fmla="*/ 1515254 w 3969572"/>
                <a:gd name="connsiteY518" fmla="*/ 2027549 h 4438809"/>
                <a:gd name="connsiteX519" fmla="*/ 1483939 w 3969572"/>
                <a:gd name="connsiteY519" fmla="*/ 2011892 h 4438809"/>
                <a:gd name="connsiteX520" fmla="*/ 1436966 w 3969572"/>
                <a:gd name="connsiteY520" fmla="*/ 2011892 h 4438809"/>
                <a:gd name="connsiteX521" fmla="*/ 1425223 w 3969572"/>
                <a:gd name="connsiteY521" fmla="*/ 2027549 h 4438809"/>
                <a:gd name="connsiteX522" fmla="*/ 1401737 w 3969572"/>
                <a:gd name="connsiteY522" fmla="*/ 2011892 h 4438809"/>
                <a:gd name="connsiteX523" fmla="*/ 1346935 w 3969572"/>
                <a:gd name="connsiteY523" fmla="*/ 2027549 h 4438809"/>
                <a:gd name="connsiteX524" fmla="*/ 1284305 w 3969572"/>
                <a:gd name="connsiteY524" fmla="*/ 2011892 h 4438809"/>
                <a:gd name="connsiteX525" fmla="*/ 1249076 w 3969572"/>
                <a:gd name="connsiteY525" fmla="*/ 2027549 h 4438809"/>
                <a:gd name="connsiteX526" fmla="*/ 1174702 w 3969572"/>
                <a:gd name="connsiteY526" fmla="*/ 2043207 h 4438809"/>
                <a:gd name="connsiteX527" fmla="*/ 1076843 w 3969572"/>
                <a:gd name="connsiteY527" fmla="*/ 2027549 h 4438809"/>
                <a:gd name="connsiteX528" fmla="*/ 994641 w 3969572"/>
                <a:gd name="connsiteY528" fmla="*/ 2027549 h 4438809"/>
                <a:gd name="connsiteX529" fmla="*/ 955497 w 3969572"/>
                <a:gd name="connsiteY529" fmla="*/ 2011892 h 4438809"/>
                <a:gd name="connsiteX530" fmla="*/ 943754 w 3969572"/>
                <a:gd name="connsiteY530" fmla="*/ 2027549 h 4438809"/>
                <a:gd name="connsiteX531" fmla="*/ 888952 w 3969572"/>
                <a:gd name="connsiteY531" fmla="*/ 2019721 h 4438809"/>
                <a:gd name="connsiteX532" fmla="*/ 869380 w 3969572"/>
                <a:gd name="connsiteY532" fmla="*/ 2019721 h 4438809"/>
                <a:gd name="connsiteX533" fmla="*/ 791093 w 3969572"/>
                <a:gd name="connsiteY533" fmla="*/ 2027549 h 4438809"/>
                <a:gd name="connsiteX534" fmla="*/ 783264 w 3969572"/>
                <a:gd name="connsiteY534" fmla="*/ 2043207 h 4438809"/>
                <a:gd name="connsiteX535" fmla="*/ 830237 w 3969572"/>
                <a:gd name="connsiteY535" fmla="*/ 2070608 h 4438809"/>
                <a:gd name="connsiteX536" fmla="*/ 814579 w 3969572"/>
                <a:gd name="connsiteY536" fmla="*/ 2078436 h 4438809"/>
                <a:gd name="connsiteX537" fmla="*/ 916353 w 3969572"/>
                <a:gd name="connsiteY537" fmla="*/ 2058864 h 4438809"/>
                <a:gd name="connsiteX538" fmla="*/ 1029870 w 3969572"/>
                <a:gd name="connsiteY538" fmla="*/ 2082351 h 4438809"/>
                <a:gd name="connsiteX539" fmla="*/ 1033785 w 3969572"/>
                <a:gd name="connsiteY539" fmla="*/ 2074522 h 4438809"/>
                <a:gd name="connsiteX540" fmla="*/ 1018127 w 3969572"/>
                <a:gd name="connsiteY540" fmla="*/ 2035378 h 4438809"/>
                <a:gd name="connsiteX541" fmla="*/ 1018127 w 3969572"/>
                <a:gd name="connsiteY541" fmla="*/ 2051036 h 4438809"/>
                <a:gd name="connsiteX542" fmla="*/ 1166874 w 3969572"/>
                <a:gd name="connsiteY542" fmla="*/ 2062779 h 4438809"/>
                <a:gd name="connsiteX543" fmla="*/ 1198189 w 3969572"/>
                <a:gd name="connsiteY543" fmla="*/ 2082351 h 4438809"/>
                <a:gd name="connsiteX544" fmla="*/ 1209932 w 3969572"/>
                <a:gd name="connsiteY544" fmla="*/ 2058864 h 4438809"/>
                <a:gd name="connsiteX545" fmla="*/ 1229504 w 3969572"/>
                <a:gd name="connsiteY545" fmla="*/ 2082351 h 4438809"/>
                <a:gd name="connsiteX546" fmla="*/ 1198189 w 3969572"/>
                <a:gd name="connsiteY546" fmla="*/ 2098008 h 4438809"/>
                <a:gd name="connsiteX547" fmla="*/ 1245161 w 3969572"/>
                <a:gd name="connsiteY547" fmla="*/ 2121495 h 4438809"/>
                <a:gd name="connsiteX548" fmla="*/ 1252990 w 3969572"/>
                <a:gd name="connsiteY548" fmla="*/ 2094094 h 4438809"/>
                <a:gd name="connsiteX549" fmla="*/ 1370422 w 3969572"/>
                <a:gd name="connsiteY549" fmla="*/ 2062779 h 4438809"/>
                <a:gd name="connsiteX550" fmla="*/ 1366507 w 3969572"/>
                <a:gd name="connsiteY550" fmla="*/ 2082351 h 4438809"/>
                <a:gd name="connsiteX551" fmla="*/ 1405651 w 3969572"/>
                <a:gd name="connsiteY551" fmla="*/ 2066693 h 4438809"/>
                <a:gd name="connsiteX552" fmla="*/ 1401737 w 3969572"/>
                <a:gd name="connsiteY552" fmla="*/ 2086265 h 4438809"/>
                <a:gd name="connsiteX553" fmla="*/ 1433052 w 3969572"/>
                <a:gd name="connsiteY553" fmla="*/ 2086265 h 4438809"/>
                <a:gd name="connsiteX554" fmla="*/ 1429137 w 3969572"/>
                <a:gd name="connsiteY554" fmla="*/ 2051036 h 4438809"/>
                <a:gd name="connsiteX555" fmla="*/ 1378250 w 3969572"/>
                <a:gd name="connsiteY555" fmla="*/ 2051036 h 4438809"/>
                <a:gd name="connsiteX556" fmla="*/ 1405651 w 3969572"/>
                <a:gd name="connsiteY556" fmla="*/ 2035378 h 4438809"/>
                <a:gd name="connsiteX557" fmla="*/ 1460452 w 3969572"/>
                <a:gd name="connsiteY557" fmla="*/ 2035378 h 4438809"/>
                <a:gd name="connsiteX558" fmla="*/ 1570055 w 3969572"/>
                <a:gd name="connsiteY558" fmla="*/ 2051036 h 4438809"/>
                <a:gd name="connsiteX559" fmla="*/ 1730545 w 3969572"/>
                <a:gd name="connsiteY559" fmla="*/ 2090179 h 4438809"/>
                <a:gd name="connsiteX560" fmla="*/ 1746202 w 3969572"/>
                <a:gd name="connsiteY560" fmla="*/ 2082351 h 4438809"/>
                <a:gd name="connsiteX561" fmla="*/ 1714887 w 3969572"/>
                <a:gd name="connsiteY561" fmla="*/ 2074522 h 4438809"/>
                <a:gd name="connsiteX562" fmla="*/ 1718802 w 3969572"/>
                <a:gd name="connsiteY562" fmla="*/ 2051036 h 4438809"/>
                <a:gd name="connsiteX563" fmla="*/ 1801004 w 3969572"/>
                <a:gd name="connsiteY563" fmla="*/ 2054950 h 4438809"/>
                <a:gd name="connsiteX564" fmla="*/ 1808833 w 3969572"/>
                <a:gd name="connsiteY564" fmla="*/ 2035378 h 4438809"/>
                <a:gd name="connsiteX565" fmla="*/ 1832319 w 3969572"/>
                <a:gd name="connsiteY565" fmla="*/ 2051036 h 4438809"/>
                <a:gd name="connsiteX566" fmla="*/ 1797089 w 3969572"/>
                <a:gd name="connsiteY566" fmla="*/ 2082351 h 4438809"/>
                <a:gd name="connsiteX567" fmla="*/ 1754031 w 3969572"/>
                <a:gd name="connsiteY567" fmla="*/ 2074522 h 4438809"/>
                <a:gd name="connsiteX568" fmla="*/ 1757946 w 3969572"/>
                <a:gd name="connsiteY568" fmla="*/ 2098008 h 4438809"/>
                <a:gd name="connsiteX569" fmla="*/ 1816661 w 3969572"/>
                <a:gd name="connsiteY569" fmla="*/ 2090179 h 4438809"/>
                <a:gd name="connsiteX570" fmla="*/ 1840148 w 3969572"/>
                <a:gd name="connsiteY570" fmla="*/ 2062779 h 4438809"/>
                <a:gd name="connsiteX571" fmla="*/ 1883206 w 3969572"/>
                <a:gd name="connsiteY571" fmla="*/ 2043207 h 4438809"/>
                <a:gd name="connsiteX572" fmla="*/ 1863634 w 3969572"/>
                <a:gd name="connsiteY572" fmla="*/ 2082351 h 4438809"/>
                <a:gd name="connsiteX573" fmla="*/ 1887120 w 3969572"/>
                <a:gd name="connsiteY573" fmla="*/ 2090179 h 4438809"/>
                <a:gd name="connsiteX574" fmla="*/ 1941922 w 3969572"/>
                <a:gd name="connsiteY574" fmla="*/ 2070608 h 4438809"/>
                <a:gd name="connsiteX575" fmla="*/ 1934093 w 3969572"/>
                <a:gd name="connsiteY575" fmla="*/ 2062779 h 4438809"/>
                <a:gd name="connsiteX576" fmla="*/ 2020209 w 3969572"/>
                <a:gd name="connsiteY576" fmla="*/ 2039292 h 4438809"/>
                <a:gd name="connsiteX577" fmla="*/ 1957579 w 3969572"/>
                <a:gd name="connsiteY577" fmla="*/ 2070608 h 4438809"/>
                <a:gd name="connsiteX578" fmla="*/ 2031952 w 3969572"/>
                <a:gd name="connsiteY578" fmla="*/ 2074522 h 4438809"/>
                <a:gd name="connsiteX579" fmla="*/ 2129812 w 3969572"/>
                <a:gd name="connsiteY579" fmla="*/ 2035378 h 4438809"/>
                <a:gd name="connsiteX580" fmla="*/ 2161127 w 3969572"/>
                <a:gd name="connsiteY580" fmla="*/ 2074522 h 4438809"/>
                <a:gd name="connsiteX581" fmla="*/ 2223757 w 3969572"/>
                <a:gd name="connsiteY581" fmla="*/ 2070608 h 4438809"/>
                <a:gd name="connsiteX582" fmla="*/ 2208100 w 3969572"/>
                <a:gd name="connsiteY582" fmla="*/ 2043207 h 4438809"/>
                <a:gd name="connsiteX583" fmla="*/ 2270730 w 3969572"/>
                <a:gd name="connsiteY583" fmla="*/ 2039292 h 4438809"/>
                <a:gd name="connsiteX584" fmla="*/ 2239415 w 3969572"/>
                <a:gd name="connsiteY584" fmla="*/ 2054950 h 4438809"/>
                <a:gd name="connsiteX585" fmla="*/ 2384247 w 3969572"/>
                <a:gd name="connsiteY585" fmla="*/ 2058864 h 4438809"/>
                <a:gd name="connsiteX586" fmla="*/ 2466449 w 3969572"/>
                <a:gd name="connsiteY586" fmla="*/ 2043207 h 4438809"/>
                <a:gd name="connsiteX587" fmla="*/ 2411648 w 3969572"/>
                <a:gd name="connsiteY587" fmla="*/ 2054950 h 4438809"/>
                <a:gd name="connsiteX588" fmla="*/ 2544737 w 3969572"/>
                <a:gd name="connsiteY588" fmla="*/ 2035378 h 4438809"/>
                <a:gd name="connsiteX589" fmla="*/ 2544737 w 3969572"/>
                <a:gd name="connsiteY589" fmla="*/ 2054950 h 4438809"/>
                <a:gd name="connsiteX590" fmla="*/ 2489935 w 3969572"/>
                <a:gd name="connsiteY590" fmla="*/ 2066693 h 4438809"/>
                <a:gd name="connsiteX591" fmla="*/ 2548651 w 3969572"/>
                <a:gd name="connsiteY591" fmla="*/ 2074522 h 4438809"/>
                <a:gd name="connsiteX592" fmla="*/ 2583881 w 3969572"/>
                <a:gd name="connsiteY592" fmla="*/ 2058864 h 4438809"/>
                <a:gd name="connsiteX593" fmla="*/ 2560394 w 3969572"/>
                <a:gd name="connsiteY593" fmla="*/ 2121495 h 4438809"/>
                <a:gd name="connsiteX594" fmla="*/ 2486021 w 3969572"/>
                <a:gd name="connsiteY594" fmla="*/ 2105837 h 4438809"/>
                <a:gd name="connsiteX595" fmla="*/ 2435134 w 3969572"/>
                <a:gd name="connsiteY595" fmla="*/ 2109751 h 4438809"/>
                <a:gd name="connsiteX596" fmla="*/ 2450791 w 3969572"/>
                <a:gd name="connsiteY596" fmla="*/ 2066693 h 4438809"/>
                <a:gd name="connsiteX597" fmla="*/ 2364675 w 3969572"/>
                <a:gd name="connsiteY597" fmla="*/ 2090179 h 4438809"/>
                <a:gd name="connsiteX598" fmla="*/ 2333360 w 3969572"/>
                <a:gd name="connsiteY598" fmla="*/ 2101923 h 4438809"/>
                <a:gd name="connsiteX599" fmla="*/ 2380333 w 3969572"/>
                <a:gd name="connsiteY599" fmla="*/ 2105837 h 4438809"/>
                <a:gd name="connsiteX600" fmla="*/ 2388161 w 3969572"/>
                <a:gd name="connsiteY600" fmla="*/ 2148895 h 4438809"/>
                <a:gd name="connsiteX601" fmla="*/ 2372504 w 3969572"/>
                <a:gd name="connsiteY601" fmla="*/ 2168467 h 4438809"/>
                <a:gd name="connsiteX602" fmla="*/ 2380333 w 3969572"/>
                <a:gd name="connsiteY602" fmla="*/ 2148895 h 4438809"/>
                <a:gd name="connsiteX603" fmla="*/ 2294216 w 3969572"/>
                <a:gd name="connsiteY603" fmla="*/ 2137152 h 4438809"/>
                <a:gd name="connsiteX604" fmla="*/ 2294216 w 3969572"/>
                <a:gd name="connsiteY604" fmla="*/ 2160638 h 4438809"/>
                <a:gd name="connsiteX605" fmla="*/ 2247244 w 3969572"/>
                <a:gd name="connsiteY605" fmla="*/ 2160638 h 4438809"/>
                <a:gd name="connsiteX606" fmla="*/ 2270730 w 3969572"/>
                <a:gd name="connsiteY606" fmla="*/ 2125409 h 4438809"/>
                <a:gd name="connsiteX607" fmla="*/ 2231586 w 3969572"/>
                <a:gd name="connsiteY607" fmla="*/ 2121495 h 4438809"/>
                <a:gd name="connsiteX608" fmla="*/ 2231586 w 3969572"/>
                <a:gd name="connsiteY608" fmla="*/ 2098008 h 4438809"/>
                <a:gd name="connsiteX609" fmla="*/ 2129812 w 3969572"/>
                <a:gd name="connsiteY609" fmla="*/ 2090179 h 4438809"/>
                <a:gd name="connsiteX610" fmla="*/ 1797089 w 3969572"/>
                <a:gd name="connsiteY610" fmla="*/ 2152810 h 4438809"/>
                <a:gd name="connsiteX611" fmla="*/ 1683572 w 3969572"/>
                <a:gd name="connsiteY611" fmla="*/ 2129323 h 4438809"/>
                <a:gd name="connsiteX612" fmla="*/ 1620942 w 3969572"/>
                <a:gd name="connsiteY612" fmla="*/ 2109751 h 4438809"/>
                <a:gd name="connsiteX613" fmla="*/ 1628771 w 3969572"/>
                <a:gd name="connsiteY613" fmla="*/ 2176296 h 4438809"/>
                <a:gd name="connsiteX614" fmla="*/ 1667915 w 3969572"/>
                <a:gd name="connsiteY614" fmla="*/ 2176296 h 4438809"/>
                <a:gd name="connsiteX615" fmla="*/ 1667915 w 3969572"/>
                <a:gd name="connsiteY615" fmla="*/ 2309385 h 4438809"/>
                <a:gd name="connsiteX616" fmla="*/ 1695315 w 3969572"/>
                <a:gd name="connsiteY616" fmla="*/ 2270241 h 4438809"/>
                <a:gd name="connsiteX617" fmla="*/ 1703144 w 3969572"/>
                <a:gd name="connsiteY617" fmla="*/ 2278070 h 4438809"/>
                <a:gd name="connsiteX618" fmla="*/ 1750117 w 3969572"/>
                <a:gd name="connsiteY618" fmla="*/ 2254584 h 4438809"/>
                <a:gd name="connsiteX619" fmla="*/ 1761860 w 3969572"/>
                <a:gd name="connsiteY619" fmla="*/ 2262412 h 4438809"/>
                <a:gd name="connsiteX620" fmla="*/ 1699230 w 3969572"/>
                <a:gd name="connsiteY620" fmla="*/ 2297642 h 4438809"/>
                <a:gd name="connsiteX621" fmla="*/ 1730545 w 3969572"/>
                <a:gd name="connsiteY621" fmla="*/ 2317214 h 4438809"/>
                <a:gd name="connsiteX622" fmla="*/ 1722716 w 3969572"/>
                <a:gd name="connsiteY622" fmla="*/ 2336786 h 4438809"/>
                <a:gd name="connsiteX623" fmla="*/ 1785346 w 3969572"/>
                <a:gd name="connsiteY623" fmla="*/ 2313299 h 4438809"/>
                <a:gd name="connsiteX624" fmla="*/ 1777517 w 3969572"/>
                <a:gd name="connsiteY624" fmla="*/ 2285899 h 4438809"/>
                <a:gd name="connsiteX625" fmla="*/ 1777517 w 3969572"/>
                <a:gd name="connsiteY625" fmla="*/ 2270241 h 4438809"/>
                <a:gd name="connsiteX626" fmla="*/ 1824490 w 3969572"/>
                <a:gd name="connsiteY626" fmla="*/ 2223269 h 4438809"/>
                <a:gd name="connsiteX627" fmla="*/ 1871463 w 3969572"/>
                <a:gd name="connsiteY627" fmla="*/ 2231097 h 4438809"/>
                <a:gd name="connsiteX628" fmla="*/ 1871463 w 3969572"/>
                <a:gd name="connsiteY628" fmla="*/ 2285899 h 4438809"/>
                <a:gd name="connsiteX629" fmla="*/ 1926264 w 3969572"/>
                <a:gd name="connsiteY629" fmla="*/ 2266327 h 4438809"/>
                <a:gd name="connsiteX630" fmla="*/ 1887120 w 3969572"/>
                <a:gd name="connsiteY630" fmla="*/ 2246755 h 4438809"/>
                <a:gd name="connsiteX631" fmla="*/ 1894949 w 3969572"/>
                <a:gd name="connsiteY631" fmla="*/ 2231097 h 4438809"/>
                <a:gd name="connsiteX632" fmla="*/ 2024124 w 3969572"/>
                <a:gd name="connsiteY632" fmla="*/ 2215440 h 4438809"/>
                <a:gd name="connsiteX633" fmla="*/ 2035867 w 3969572"/>
                <a:gd name="connsiteY633" fmla="*/ 2219354 h 4438809"/>
                <a:gd name="connsiteX634" fmla="*/ 2008466 w 3969572"/>
                <a:gd name="connsiteY634" fmla="*/ 2238926 h 4438809"/>
                <a:gd name="connsiteX635" fmla="*/ 1973237 w 3969572"/>
                <a:gd name="connsiteY635" fmla="*/ 2227183 h 4438809"/>
                <a:gd name="connsiteX636" fmla="*/ 1981065 w 3969572"/>
                <a:gd name="connsiteY636" fmla="*/ 2235012 h 4438809"/>
                <a:gd name="connsiteX637" fmla="*/ 1965408 w 3969572"/>
                <a:gd name="connsiteY637" fmla="*/ 2270241 h 4438809"/>
                <a:gd name="connsiteX638" fmla="*/ 1934093 w 3969572"/>
                <a:gd name="connsiteY638" fmla="*/ 2274156 h 4438809"/>
                <a:gd name="connsiteX639" fmla="*/ 1941922 w 3969572"/>
                <a:gd name="connsiteY639" fmla="*/ 2301556 h 4438809"/>
                <a:gd name="connsiteX640" fmla="*/ 1887120 w 3969572"/>
                <a:gd name="connsiteY640" fmla="*/ 2305471 h 4438809"/>
                <a:gd name="connsiteX641" fmla="*/ 1910606 w 3969572"/>
                <a:gd name="connsiteY641" fmla="*/ 2309385 h 4438809"/>
                <a:gd name="connsiteX642" fmla="*/ 1910606 w 3969572"/>
                <a:gd name="connsiteY642" fmla="*/ 2340700 h 4438809"/>
                <a:gd name="connsiteX643" fmla="*/ 1871463 w 3969572"/>
                <a:gd name="connsiteY643" fmla="*/ 2340700 h 4438809"/>
                <a:gd name="connsiteX644" fmla="*/ 1871463 w 3969572"/>
                <a:gd name="connsiteY644" fmla="*/ 2372015 h 4438809"/>
                <a:gd name="connsiteX645" fmla="*/ 1910606 w 3969572"/>
                <a:gd name="connsiteY645" fmla="*/ 2383758 h 4438809"/>
                <a:gd name="connsiteX646" fmla="*/ 1871463 w 3969572"/>
                <a:gd name="connsiteY646" fmla="*/ 2415073 h 4438809"/>
                <a:gd name="connsiteX647" fmla="*/ 1855805 w 3969572"/>
                <a:gd name="connsiteY647" fmla="*/ 2426817 h 4438809"/>
                <a:gd name="connsiteX648" fmla="*/ 1847976 w 3969572"/>
                <a:gd name="connsiteY648" fmla="*/ 2438560 h 4438809"/>
                <a:gd name="connsiteX649" fmla="*/ 1855805 w 3969572"/>
                <a:gd name="connsiteY649" fmla="*/ 2575563 h 4438809"/>
                <a:gd name="connsiteX650" fmla="*/ 1816661 w 3969572"/>
                <a:gd name="connsiteY650" fmla="*/ 2571649 h 4438809"/>
                <a:gd name="connsiteX651" fmla="*/ 1840148 w 3969572"/>
                <a:gd name="connsiteY651" fmla="*/ 2567734 h 4438809"/>
                <a:gd name="connsiteX652" fmla="*/ 1824490 w 3969572"/>
                <a:gd name="connsiteY652" fmla="*/ 2559906 h 4438809"/>
                <a:gd name="connsiteX653" fmla="*/ 1793175 w 3969572"/>
                <a:gd name="connsiteY653" fmla="*/ 2524676 h 4438809"/>
                <a:gd name="connsiteX654" fmla="*/ 1824490 w 3969572"/>
                <a:gd name="connsiteY654" fmla="*/ 2536419 h 4438809"/>
                <a:gd name="connsiteX655" fmla="*/ 1824490 w 3969572"/>
                <a:gd name="connsiteY655" fmla="*/ 2509019 h 4438809"/>
                <a:gd name="connsiteX656" fmla="*/ 1832319 w 3969572"/>
                <a:gd name="connsiteY656" fmla="*/ 2481618 h 4438809"/>
                <a:gd name="connsiteX657" fmla="*/ 1801004 w 3969572"/>
                <a:gd name="connsiteY657" fmla="*/ 2505104 h 4438809"/>
                <a:gd name="connsiteX658" fmla="*/ 1754031 w 3969572"/>
                <a:gd name="connsiteY658" fmla="*/ 2473789 h 4438809"/>
                <a:gd name="connsiteX659" fmla="*/ 1754031 w 3969572"/>
                <a:gd name="connsiteY659" fmla="*/ 2505104 h 4438809"/>
                <a:gd name="connsiteX660" fmla="*/ 1714887 w 3969572"/>
                <a:gd name="connsiteY660" fmla="*/ 2489447 h 4438809"/>
                <a:gd name="connsiteX661" fmla="*/ 1707059 w 3969572"/>
                <a:gd name="connsiteY661" fmla="*/ 2497275 h 4438809"/>
                <a:gd name="connsiteX662" fmla="*/ 1754031 w 3969572"/>
                <a:gd name="connsiteY662" fmla="*/ 2520762 h 4438809"/>
                <a:gd name="connsiteX663" fmla="*/ 1754031 w 3969572"/>
                <a:gd name="connsiteY663" fmla="*/ 2552077 h 4438809"/>
                <a:gd name="connsiteX664" fmla="*/ 1730545 w 3969572"/>
                <a:gd name="connsiteY664" fmla="*/ 2555991 h 4438809"/>
                <a:gd name="connsiteX665" fmla="*/ 1738374 w 3969572"/>
                <a:gd name="connsiteY665" fmla="*/ 2606878 h 4438809"/>
                <a:gd name="connsiteX666" fmla="*/ 1683572 w 3969572"/>
                <a:gd name="connsiteY666" fmla="*/ 2520762 h 4438809"/>
                <a:gd name="connsiteX667" fmla="*/ 1675743 w 3969572"/>
                <a:gd name="connsiteY667" fmla="*/ 2528590 h 4438809"/>
                <a:gd name="connsiteX668" fmla="*/ 1707059 w 3969572"/>
                <a:gd name="connsiteY668" fmla="*/ 2583392 h 4438809"/>
                <a:gd name="connsiteX669" fmla="*/ 1703144 w 3969572"/>
                <a:gd name="connsiteY669" fmla="*/ 2638193 h 4438809"/>
                <a:gd name="connsiteX670" fmla="*/ 1703144 w 3969572"/>
                <a:gd name="connsiteY670" fmla="*/ 2653851 h 4438809"/>
                <a:gd name="connsiteX671" fmla="*/ 1707059 w 3969572"/>
                <a:gd name="connsiteY671" fmla="*/ 2677337 h 4438809"/>
                <a:gd name="connsiteX672" fmla="*/ 1660086 w 3969572"/>
                <a:gd name="connsiteY672" fmla="*/ 2692995 h 4438809"/>
                <a:gd name="connsiteX673" fmla="*/ 1644428 w 3969572"/>
                <a:gd name="connsiteY673" fmla="*/ 2689080 h 4438809"/>
                <a:gd name="connsiteX674" fmla="*/ 1636600 w 3969572"/>
                <a:gd name="connsiteY674" fmla="*/ 2669508 h 4438809"/>
                <a:gd name="connsiteX675" fmla="*/ 1589627 w 3969572"/>
                <a:gd name="connsiteY675" fmla="*/ 2677337 h 4438809"/>
                <a:gd name="connsiteX676" fmla="*/ 1581798 w 3969572"/>
                <a:gd name="connsiteY676" fmla="*/ 2653851 h 4438809"/>
                <a:gd name="connsiteX677" fmla="*/ 1624856 w 3969572"/>
                <a:gd name="connsiteY677" fmla="*/ 2661680 h 4438809"/>
                <a:gd name="connsiteX678" fmla="*/ 1644428 w 3969572"/>
                <a:gd name="connsiteY678" fmla="*/ 2638193 h 4438809"/>
                <a:gd name="connsiteX679" fmla="*/ 1636600 w 3969572"/>
                <a:gd name="connsiteY679" fmla="*/ 2630364 h 4438809"/>
                <a:gd name="connsiteX680" fmla="*/ 1550483 w 3969572"/>
                <a:gd name="connsiteY680" fmla="*/ 2622536 h 4438809"/>
                <a:gd name="connsiteX681" fmla="*/ 1530911 w 3969572"/>
                <a:gd name="connsiteY681" fmla="*/ 2661680 h 4438809"/>
                <a:gd name="connsiteX682" fmla="*/ 1519168 w 3969572"/>
                <a:gd name="connsiteY682" fmla="*/ 2638193 h 4438809"/>
                <a:gd name="connsiteX683" fmla="*/ 1511339 w 3969572"/>
                <a:gd name="connsiteY683" fmla="*/ 2677337 h 4438809"/>
                <a:gd name="connsiteX684" fmla="*/ 1554398 w 3969572"/>
                <a:gd name="connsiteY684" fmla="*/ 2685166 h 4438809"/>
                <a:gd name="connsiteX685" fmla="*/ 1534826 w 3969572"/>
                <a:gd name="connsiteY685" fmla="*/ 2739967 h 4438809"/>
                <a:gd name="connsiteX686" fmla="*/ 1480024 w 3969572"/>
                <a:gd name="connsiteY686" fmla="*/ 2716481 h 4438809"/>
                <a:gd name="connsiteX687" fmla="*/ 1519168 w 3969572"/>
                <a:gd name="connsiteY687" fmla="*/ 2700823 h 4438809"/>
                <a:gd name="connsiteX688" fmla="*/ 1499596 w 3969572"/>
                <a:gd name="connsiteY688" fmla="*/ 2700823 h 4438809"/>
                <a:gd name="connsiteX689" fmla="*/ 1495682 w 3969572"/>
                <a:gd name="connsiteY689" fmla="*/ 2630364 h 4438809"/>
                <a:gd name="connsiteX690" fmla="*/ 1515254 w 3969572"/>
                <a:gd name="connsiteY690" fmla="*/ 2606878 h 4438809"/>
                <a:gd name="connsiteX691" fmla="*/ 1530911 w 3969572"/>
                <a:gd name="connsiteY691" fmla="*/ 2630364 h 4438809"/>
                <a:gd name="connsiteX692" fmla="*/ 1534826 w 3969572"/>
                <a:gd name="connsiteY692" fmla="*/ 2614707 h 4438809"/>
                <a:gd name="connsiteX693" fmla="*/ 1511339 w 3969572"/>
                <a:gd name="connsiteY693" fmla="*/ 2579477 h 4438809"/>
                <a:gd name="connsiteX694" fmla="*/ 1511339 w 3969572"/>
                <a:gd name="connsiteY694" fmla="*/ 2528590 h 4438809"/>
                <a:gd name="connsiteX695" fmla="*/ 1491767 w 3969572"/>
                <a:gd name="connsiteY695" fmla="*/ 2544248 h 4438809"/>
                <a:gd name="connsiteX696" fmla="*/ 1503511 w 3969572"/>
                <a:gd name="connsiteY696" fmla="*/ 2509019 h 4438809"/>
                <a:gd name="connsiteX697" fmla="*/ 1476110 w 3969572"/>
                <a:gd name="connsiteY697" fmla="*/ 2473789 h 4438809"/>
                <a:gd name="connsiteX698" fmla="*/ 1503511 w 3969572"/>
                <a:gd name="connsiteY698" fmla="*/ 2469875 h 4438809"/>
                <a:gd name="connsiteX699" fmla="*/ 1581798 w 3969572"/>
                <a:gd name="connsiteY699" fmla="*/ 2481618 h 4438809"/>
                <a:gd name="connsiteX700" fmla="*/ 1652257 w 3969572"/>
                <a:gd name="connsiteY700" fmla="*/ 2430731 h 4438809"/>
                <a:gd name="connsiteX701" fmla="*/ 1644428 w 3969572"/>
                <a:gd name="connsiteY701" fmla="*/ 2403330 h 4438809"/>
                <a:gd name="connsiteX702" fmla="*/ 1605285 w 3969572"/>
                <a:gd name="connsiteY702" fmla="*/ 2403330 h 4438809"/>
                <a:gd name="connsiteX703" fmla="*/ 1577884 w 3969572"/>
                <a:gd name="connsiteY703" fmla="*/ 2387673 h 4438809"/>
                <a:gd name="connsiteX704" fmla="*/ 1503511 w 3969572"/>
                <a:gd name="connsiteY704" fmla="*/ 2379844 h 4438809"/>
                <a:gd name="connsiteX705" fmla="*/ 1495682 w 3969572"/>
                <a:gd name="connsiteY705" fmla="*/ 2434645 h 4438809"/>
                <a:gd name="connsiteX706" fmla="*/ 1448709 w 3969572"/>
                <a:gd name="connsiteY706" fmla="*/ 2434645 h 4438809"/>
                <a:gd name="connsiteX707" fmla="*/ 1448709 w 3969572"/>
                <a:gd name="connsiteY707" fmla="*/ 2481618 h 4438809"/>
                <a:gd name="connsiteX708" fmla="*/ 1433052 w 3969572"/>
                <a:gd name="connsiteY708" fmla="*/ 2458132 h 4438809"/>
                <a:gd name="connsiteX709" fmla="*/ 1378250 w 3969572"/>
                <a:gd name="connsiteY709" fmla="*/ 2446388 h 4438809"/>
                <a:gd name="connsiteX710" fmla="*/ 1386079 w 3969572"/>
                <a:gd name="connsiteY710" fmla="*/ 2438560 h 4438809"/>
                <a:gd name="connsiteX711" fmla="*/ 1358678 w 3969572"/>
                <a:gd name="connsiteY711" fmla="*/ 2418988 h 4438809"/>
                <a:gd name="connsiteX712" fmla="*/ 1339107 w 3969572"/>
                <a:gd name="connsiteY712" fmla="*/ 2446388 h 4438809"/>
                <a:gd name="connsiteX713" fmla="*/ 1354764 w 3969572"/>
                <a:gd name="connsiteY713" fmla="*/ 2462046 h 4438809"/>
                <a:gd name="connsiteX714" fmla="*/ 1307791 w 3969572"/>
                <a:gd name="connsiteY714" fmla="*/ 2469875 h 4438809"/>
                <a:gd name="connsiteX715" fmla="*/ 1292134 w 3969572"/>
                <a:gd name="connsiteY715" fmla="*/ 2489447 h 4438809"/>
                <a:gd name="connsiteX716" fmla="*/ 1292134 w 3969572"/>
                <a:gd name="connsiteY716" fmla="*/ 2383758 h 4438809"/>
                <a:gd name="connsiteX717" fmla="*/ 1331278 w 3969572"/>
                <a:gd name="connsiteY717" fmla="*/ 2383758 h 4438809"/>
                <a:gd name="connsiteX718" fmla="*/ 1268648 w 3969572"/>
                <a:gd name="connsiteY718" fmla="*/ 2364186 h 4438809"/>
                <a:gd name="connsiteX719" fmla="*/ 1319535 w 3969572"/>
                <a:gd name="connsiteY719" fmla="*/ 2325043 h 4438809"/>
                <a:gd name="connsiteX720" fmla="*/ 1346935 w 3969572"/>
                <a:gd name="connsiteY720" fmla="*/ 2325043 h 4438809"/>
                <a:gd name="connsiteX721" fmla="*/ 1327363 w 3969572"/>
                <a:gd name="connsiteY721" fmla="*/ 2301556 h 4438809"/>
                <a:gd name="connsiteX722" fmla="*/ 1315620 w 3969572"/>
                <a:gd name="connsiteY722" fmla="*/ 2309385 h 4438809"/>
                <a:gd name="connsiteX723" fmla="*/ 1229504 w 3969572"/>
                <a:gd name="connsiteY723" fmla="*/ 2293727 h 4438809"/>
                <a:gd name="connsiteX724" fmla="*/ 1229504 w 3969572"/>
                <a:gd name="connsiteY724" fmla="*/ 2325043 h 4438809"/>
                <a:gd name="connsiteX725" fmla="*/ 1166874 w 3969572"/>
                <a:gd name="connsiteY725" fmla="*/ 2340700 h 4438809"/>
                <a:gd name="connsiteX726" fmla="*/ 1123815 w 3969572"/>
                <a:gd name="connsiteY726" fmla="*/ 2332871 h 4438809"/>
                <a:gd name="connsiteX727" fmla="*/ 1123815 w 3969572"/>
                <a:gd name="connsiteY727" fmla="*/ 2364186 h 4438809"/>
                <a:gd name="connsiteX728" fmla="*/ 1139473 w 3969572"/>
                <a:gd name="connsiteY728" fmla="*/ 2356358 h 4438809"/>
                <a:gd name="connsiteX729" fmla="*/ 1206017 w 3969572"/>
                <a:gd name="connsiteY729" fmla="*/ 2375930 h 4438809"/>
                <a:gd name="connsiteX730" fmla="*/ 1284305 w 3969572"/>
                <a:gd name="connsiteY730" fmla="*/ 2407245 h 4438809"/>
                <a:gd name="connsiteX731" fmla="*/ 1229504 w 3969572"/>
                <a:gd name="connsiteY731" fmla="*/ 2430731 h 4438809"/>
                <a:gd name="connsiteX732" fmla="*/ 1237333 w 3969572"/>
                <a:gd name="connsiteY732" fmla="*/ 2422902 h 4438809"/>
                <a:gd name="connsiteX733" fmla="*/ 1206017 w 3969572"/>
                <a:gd name="connsiteY733" fmla="*/ 2387673 h 4438809"/>
                <a:gd name="connsiteX734" fmla="*/ 1135559 w 3969572"/>
                <a:gd name="connsiteY734" fmla="*/ 2391587 h 4438809"/>
                <a:gd name="connsiteX735" fmla="*/ 1147302 w 3969572"/>
                <a:gd name="connsiteY735" fmla="*/ 2411159 h 4438809"/>
                <a:gd name="connsiteX736" fmla="*/ 1159045 w 3969572"/>
                <a:gd name="connsiteY736" fmla="*/ 2415073 h 4438809"/>
                <a:gd name="connsiteX737" fmla="*/ 1159045 w 3969572"/>
                <a:gd name="connsiteY737" fmla="*/ 2434645 h 4438809"/>
                <a:gd name="connsiteX738" fmla="*/ 1178617 w 3969572"/>
                <a:gd name="connsiteY738" fmla="*/ 2481618 h 4438809"/>
                <a:gd name="connsiteX739" fmla="*/ 1194274 w 3969572"/>
                <a:gd name="connsiteY739" fmla="*/ 2473789 h 4438809"/>
                <a:gd name="connsiteX740" fmla="*/ 1331278 w 3969572"/>
                <a:gd name="connsiteY740" fmla="*/ 2528590 h 4438809"/>
                <a:gd name="connsiteX741" fmla="*/ 1331278 w 3969572"/>
                <a:gd name="connsiteY741" fmla="*/ 2552077 h 4438809"/>
                <a:gd name="connsiteX742" fmla="*/ 822408 w 3969572"/>
                <a:gd name="connsiteY742" fmla="*/ 2501190 h 4438809"/>
                <a:gd name="connsiteX743" fmla="*/ 681490 w 3969572"/>
                <a:gd name="connsiteY743" fmla="*/ 2567734 h 4438809"/>
                <a:gd name="connsiteX744" fmla="*/ 708891 w 3969572"/>
                <a:gd name="connsiteY744" fmla="*/ 2512933 h 4438809"/>
                <a:gd name="connsiteX745" fmla="*/ 720634 w 3969572"/>
                <a:gd name="connsiteY745" fmla="*/ 2520762 h 4438809"/>
                <a:gd name="connsiteX746" fmla="*/ 787178 w 3969572"/>
                <a:gd name="connsiteY746" fmla="*/ 2505104 h 4438809"/>
                <a:gd name="connsiteX747" fmla="*/ 806750 w 3969572"/>
                <a:gd name="connsiteY747" fmla="*/ 2485532 h 4438809"/>
                <a:gd name="connsiteX748" fmla="*/ 771521 w 3969572"/>
                <a:gd name="connsiteY748" fmla="*/ 2465960 h 4438809"/>
                <a:gd name="connsiteX749" fmla="*/ 708891 w 3969572"/>
                <a:gd name="connsiteY749" fmla="*/ 2465960 h 4438809"/>
                <a:gd name="connsiteX750" fmla="*/ 693233 w 3969572"/>
                <a:gd name="connsiteY750" fmla="*/ 2465960 h 4438809"/>
                <a:gd name="connsiteX751" fmla="*/ 685404 w 3969572"/>
                <a:gd name="connsiteY751" fmla="*/ 2473789 h 4438809"/>
                <a:gd name="connsiteX752" fmla="*/ 658004 w 3969572"/>
                <a:gd name="connsiteY752" fmla="*/ 2454217 h 4438809"/>
                <a:gd name="connsiteX753" fmla="*/ 689319 w 3969572"/>
                <a:gd name="connsiteY753" fmla="*/ 2458132 h 4438809"/>
                <a:gd name="connsiteX754" fmla="*/ 704976 w 3969572"/>
                <a:gd name="connsiteY754" fmla="*/ 2446388 h 4438809"/>
                <a:gd name="connsiteX755" fmla="*/ 673661 w 3969572"/>
                <a:gd name="connsiteY755" fmla="*/ 2426817 h 4438809"/>
                <a:gd name="connsiteX756" fmla="*/ 697148 w 3969572"/>
                <a:gd name="connsiteY756" fmla="*/ 2422902 h 4438809"/>
                <a:gd name="connsiteX757" fmla="*/ 751949 w 3969572"/>
                <a:gd name="connsiteY757" fmla="*/ 2458132 h 4438809"/>
                <a:gd name="connsiteX758" fmla="*/ 775435 w 3969572"/>
                <a:gd name="connsiteY758" fmla="*/ 2434645 h 4438809"/>
                <a:gd name="connsiteX759" fmla="*/ 736291 w 3969572"/>
                <a:gd name="connsiteY759" fmla="*/ 2426817 h 4438809"/>
                <a:gd name="connsiteX760" fmla="*/ 845894 w 3969572"/>
                <a:gd name="connsiteY760" fmla="*/ 2418988 h 4438809"/>
                <a:gd name="connsiteX761" fmla="*/ 845894 w 3969572"/>
                <a:gd name="connsiteY761" fmla="*/ 2442474 h 4438809"/>
                <a:gd name="connsiteX762" fmla="*/ 877209 w 3969572"/>
                <a:gd name="connsiteY762" fmla="*/ 2446388 h 4438809"/>
                <a:gd name="connsiteX763" fmla="*/ 888952 w 3969572"/>
                <a:gd name="connsiteY763" fmla="*/ 2465960 h 4438809"/>
                <a:gd name="connsiteX764" fmla="*/ 908524 w 3969572"/>
                <a:gd name="connsiteY764" fmla="*/ 2458132 h 4438809"/>
                <a:gd name="connsiteX765" fmla="*/ 885038 w 3969572"/>
                <a:gd name="connsiteY765" fmla="*/ 2399416 h 4438809"/>
                <a:gd name="connsiteX766" fmla="*/ 892867 w 3969572"/>
                <a:gd name="connsiteY766" fmla="*/ 2391587 h 4438809"/>
                <a:gd name="connsiteX767" fmla="*/ 830237 w 3969572"/>
                <a:gd name="connsiteY767" fmla="*/ 2403330 h 4438809"/>
                <a:gd name="connsiteX768" fmla="*/ 830237 w 3969572"/>
                <a:gd name="connsiteY768" fmla="*/ 2372015 h 4438809"/>
                <a:gd name="connsiteX769" fmla="*/ 853723 w 3969572"/>
                <a:gd name="connsiteY769" fmla="*/ 2372015 h 4438809"/>
                <a:gd name="connsiteX770" fmla="*/ 861552 w 3969572"/>
                <a:gd name="connsiteY770" fmla="*/ 2348529 h 4438809"/>
                <a:gd name="connsiteX771" fmla="*/ 900696 w 3969572"/>
                <a:gd name="connsiteY771" fmla="*/ 2352443 h 4438809"/>
                <a:gd name="connsiteX772" fmla="*/ 900696 w 3969572"/>
                <a:gd name="connsiteY772" fmla="*/ 2332871 h 4438809"/>
                <a:gd name="connsiteX773" fmla="*/ 951583 w 3969572"/>
                <a:gd name="connsiteY773" fmla="*/ 2325043 h 4438809"/>
                <a:gd name="connsiteX774" fmla="*/ 971154 w 3969572"/>
                <a:gd name="connsiteY774" fmla="*/ 2340700 h 4438809"/>
                <a:gd name="connsiteX775" fmla="*/ 1018127 w 3969572"/>
                <a:gd name="connsiteY775" fmla="*/ 2336786 h 4438809"/>
                <a:gd name="connsiteX776" fmla="*/ 892867 w 3969572"/>
                <a:gd name="connsiteY776" fmla="*/ 2368101 h 4438809"/>
                <a:gd name="connsiteX777" fmla="*/ 908524 w 3969572"/>
                <a:gd name="connsiteY777" fmla="*/ 2418988 h 4438809"/>
                <a:gd name="connsiteX778" fmla="*/ 1010298 w 3969572"/>
                <a:gd name="connsiteY778" fmla="*/ 2403330 h 4438809"/>
                <a:gd name="connsiteX779" fmla="*/ 1010298 w 3969572"/>
                <a:gd name="connsiteY779" fmla="*/ 2372015 h 4438809"/>
                <a:gd name="connsiteX780" fmla="*/ 1006384 w 3969572"/>
                <a:gd name="connsiteY780" fmla="*/ 2356358 h 4438809"/>
                <a:gd name="connsiteX781" fmla="*/ 1025956 w 3969572"/>
                <a:gd name="connsiteY781" fmla="*/ 2372015 h 4438809"/>
                <a:gd name="connsiteX782" fmla="*/ 1025956 w 3969572"/>
                <a:gd name="connsiteY782" fmla="*/ 2344614 h 4438809"/>
                <a:gd name="connsiteX783" fmla="*/ 1025956 w 3969572"/>
                <a:gd name="connsiteY783" fmla="*/ 2328957 h 4438809"/>
                <a:gd name="connsiteX784" fmla="*/ 1072928 w 3969572"/>
                <a:gd name="connsiteY784" fmla="*/ 2309385 h 4438809"/>
                <a:gd name="connsiteX785" fmla="*/ 1065100 w 3969572"/>
                <a:gd name="connsiteY785" fmla="*/ 2274156 h 4438809"/>
                <a:gd name="connsiteX786" fmla="*/ 1112072 w 3969572"/>
                <a:gd name="connsiteY786" fmla="*/ 2258498 h 4438809"/>
                <a:gd name="connsiteX787" fmla="*/ 1084672 w 3969572"/>
                <a:gd name="connsiteY787" fmla="*/ 2238926 h 4438809"/>
                <a:gd name="connsiteX788" fmla="*/ 1076843 w 3969572"/>
                <a:gd name="connsiteY788" fmla="*/ 2254584 h 4438809"/>
                <a:gd name="connsiteX789" fmla="*/ 1045528 w 3969572"/>
                <a:gd name="connsiteY789" fmla="*/ 2246755 h 4438809"/>
                <a:gd name="connsiteX790" fmla="*/ 1057271 w 3969572"/>
                <a:gd name="connsiteY790" fmla="*/ 2278070 h 4438809"/>
                <a:gd name="connsiteX791" fmla="*/ 986812 w 3969572"/>
                <a:gd name="connsiteY791" fmla="*/ 2325043 h 4438809"/>
                <a:gd name="connsiteX792" fmla="*/ 982898 w 3969572"/>
                <a:gd name="connsiteY792" fmla="*/ 2293727 h 4438809"/>
                <a:gd name="connsiteX793" fmla="*/ 928096 w 3969572"/>
                <a:gd name="connsiteY793" fmla="*/ 2325043 h 4438809"/>
                <a:gd name="connsiteX794" fmla="*/ 892867 w 3969572"/>
                <a:gd name="connsiteY794" fmla="*/ 2317214 h 4438809"/>
                <a:gd name="connsiteX795" fmla="*/ 853723 w 3969572"/>
                <a:gd name="connsiteY795" fmla="*/ 2340700 h 4438809"/>
                <a:gd name="connsiteX796" fmla="*/ 830237 w 3969572"/>
                <a:gd name="connsiteY796" fmla="*/ 2340700 h 4438809"/>
                <a:gd name="connsiteX797" fmla="*/ 818493 w 3969572"/>
                <a:gd name="connsiteY797" fmla="*/ 2301556 h 4438809"/>
                <a:gd name="connsiteX798" fmla="*/ 783264 w 3969572"/>
                <a:gd name="connsiteY798" fmla="*/ 2328957 h 4438809"/>
                <a:gd name="connsiteX799" fmla="*/ 783264 w 3969572"/>
                <a:gd name="connsiteY799" fmla="*/ 2344614 h 4438809"/>
                <a:gd name="connsiteX800" fmla="*/ 838065 w 3969572"/>
                <a:gd name="connsiteY800" fmla="*/ 2360272 h 4438809"/>
                <a:gd name="connsiteX801" fmla="*/ 744120 w 3969572"/>
                <a:gd name="connsiteY801" fmla="*/ 2348529 h 4438809"/>
                <a:gd name="connsiteX802" fmla="*/ 740206 w 3969572"/>
                <a:gd name="connsiteY802" fmla="*/ 2325043 h 4438809"/>
                <a:gd name="connsiteX803" fmla="*/ 685404 w 3969572"/>
                <a:gd name="connsiteY803" fmla="*/ 2332871 h 4438809"/>
                <a:gd name="connsiteX804" fmla="*/ 689319 w 3969572"/>
                <a:gd name="connsiteY804" fmla="*/ 2372015 h 4438809"/>
                <a:gd name="connsiteX805" fmla="*/ 814579 w 3969572"/>
                <a:gd name="connsiteY805" fmla="*/ 2372015 h 4438809"/>
                <a:gd name="connsiteX806" fmla="*/ 814579 w 3969572"/>
                <a:gd name="connsiteY806" fmla="*/ 2403330 h 4438809"/>
                <a:gd name="connsiteX807" fmla="*/ 728463 w 3969572"/>
                <a:gd name="connsiteY807" fmla="*/ 2387673 h 4438809"/>
                <a:gd name="connsiteX808" fmla="*/ 681490 w 3969572"/>
                <a:gd name="connsiteY808" fmla="*/ 2391587 h 4438809"/>
                <a:gd name="connsiteX809" fmla="*/ 744120 w 3969572"/>
                <a:gd name="connsiteY809" fmla="*/ 2399416 h 4438809"/>
                <a:gd name="connsiteX810" fmla="*/ 673661 w 3969572"/>
                <a:gd name="connsiteY810" fmla="*/ 2403330 h 4438809"/>
                <a:gd name="connsiteX811" fmla="*/ 673661 w 3969572"/>
                <a:gd name="connsiteY811" fmla="*/ 2372015 h 4438809"/>
                <a:gd name="connsiteX812" fmla="*/ 634517 w 3969572"/>
                <a:gd name="connsiteY812" fmla="*/ 2372015 h 4438809"/>
                <a:gd name="connsiteX813" fmla="*/ 564059 w 3969572"/>
                <a:gd name="connsiteY813" fmla="*/ 2340700 h 4438809"/>
                <a:gd name="connsiteX814" fmla="*/ 524915 w 3969572"/>
                <a:gd name="connsiteY814" fmla="*/ 2305471 h 4438809"/>
                <a:gd name="connsiteX815" fmla="*/ 513172 w 3969572"/>
                <a:gd name="connsiteY815" fmla="*/ 2278070 h 4438809"/>
                <a:gd name="connsiteX816" fmla="*/ 450541 w 3969572"/>
                <a:gd name="connsiteY816" fmla="*/ 2293727 h 4438809"/>
                <a:gd name="connsiteX817" fmla="*/ 438798 w 3969572"/>
                <a:gd name="connsiteY817" fmla="*/ 2309385 h 4438809"/>
                <a:gd name="connsiteX818" fmla="*/ 485771 w 3969572"/>
                <a:gd name="connsiteY818" fmla="*/ 2348529 h 4438809"/>
                <a:gd name="connsiteX819" fmla="*/ 493600 w 3969572"/>
                <a:gd name="connsiteY819" fmla="*/ 2379844 h 4438809"/>
                <a:gd name="connsiteX820" fmla="*/ 407483 w 3969572"/>
                <a:gd name="connsiteY820" fmla="*/ 2375930 h 4438809"/>
                <a:gd name="connsiteX821" fmla="*/ 395740 w 3969572"/>
                <a:gd name="connsiteY821" fmla="*/ 2348529 h 4438809"/>
                <a:gd name="connsiteX822" fmla="*/ 368339 w 3969572"/>
                <a:gd name="connsiteY822" fmla="*/ 2348529 h 4438809"/>
                <a:gd name="connsiteX823" fmla="*/ 352682 w 3969572"/>
                <a:gd name="connsiteY823" fmla="*/ 2309385 h 4438809"/>
                <a:gd name="connsiteX824" fmla="*/ 329196 w 3969572"/>
                <a:gd name="connsiteY824" fmla="*/ 2301556 h 4438809"/>
                <a:gd name="connsiteX825" fmla="*/ 329196 w 3969572"/>
                <a:gd name="connsiteY825" fmla="*/ 2254584 h 4438809"/>
                <a:gd name="connsiteX826" fmla="*/ 297880 w 3969572"/>
                <a:gd name="connsiteY826" fmla="*/ 2254584 h 4438809"/>
                <a:gd name="connsiteX827" fmla="*/ 297880 w 3969572"/>
                <a:gd name="connsiteY827" fmla="*/ 2223269 h 4438809"/>
                <a:gd name="connsiteX828" fmla="*/ 337024 w 3969572"/>
                <a:gd name="connsiteY828" fmla="*/ 2254584 h 4438809"/>
                <a:gd name="connsiteX829" fmla="*/ 391826 w 3969572"/>
                <a:gd name="connsiteY829" fmla="*/ 2246755 h 4438809"/>
                <a:gd name="connsiteX830" fmla="*/ 438798 w 3969572"/>
                <a:gd name="connsiteY830" fmla="*/ 2199782 h 4438809"/>
                <a:gd name="connsiteX831" fmla="*/ 450541 w 3969572"/>
                <a:gd name="connsiteY831" fmla="*/ 2215440 h 4438809"/>
                <a:gd name="connsiteX832" fmla="*/ 446627 w 3969572"/>
                <a:gd name="connsiteY832" fmla="*/ 2184125 h 4438809"/>
                <a:gd name="connsiteX833" fmla="*/ 454456 w 3969572"/>
                <a:gd name="connsiteY833" fmla="*/ 2168467 h 4438809"/>
                <a:gd name="connsiteX834" fmla="*/ 430969 w 3969572"/>
                <a:gd name="connsiteY834" fmla="*/ 2144981 h 4438809"/>
                <a:gd name="connsiteX835" fmla="*/ 423141 w 3969572"/>
                <a:gd name="connsiteY835" fmla="*/ 2156724 h 4438809"/>
                <a:gd name="connsiteX836" fmla="*/ 395740 w 3969572"/>
                <a:gd name="connsiteY836" fmla="*/ 2152810 h 4438809"/>
                <a:gd name="connsiteX837" fmla="*/ 372254 w 3969572"/>
                <a:gd name="connsiteY837" fmla="*/ 2176296 h 4438809"/>
                <a:gd name="connsiteX838" fmla="*/ 293966 w 3969572"/>
                <a:gd name="connsiteY838" fmla="*/ 2160638 h 4438809"/>
                <a:gd name="connsiteX839" fmla="*/ 254822 w 3969572"/>
                <a:gd name="connsiteY839" fmla="*/ 2144981 h 4438809"/>
                <a:gd name="connsiteX840" fmla="*/ 203935 w 3969572"/>
                <a:gd name="connsiteY840" fmla="*/ 2160638 h 4438809"/>
                <a:gd name="connsiteX841" fmla="*/ 207850 w 3969572"/>
                <a:gd name="connsiteY841" fmla="*/ 2090179 h 4438809"/>
                <a:gd name="connsiteX842" fmla="*/ 219593 w 3969572"/>
                <a:gd name="connsiteY842" fmla="*/ 2082351 h 4438809"/>
                <a:gd name="connsiteX843" fmla="*/ 227422 w 3969572"/>
                <a:gd name="connsiteY843" fmla="*/ 2137152 h 4438809"/>
                <a:gd name="connsiteX844" fmla="*/ 301795 w 3969572"/>
                <a:gd name="connsiteY844" fmla="*/ 2129323 h 4438809"/>
                <a:gd name="connsiteX845" fmla="*/ 376168 w 3969572"/>
                <a:gd name="connsiteY845" fmla="*/ 2117580 h 4438809"/>
                <a:gd name="connsiteX846" fmla="*/ 481856 w 3969572"/>
                <a:gd name="connsiteY846" fmla="*/ 2074522 h 4438809"/>
                <a:gd name="connsiteX847" fmla="*/ 509257 w 3969572"/>
                <a:gd name="connsiteY847" fmla="*/ 2086265 h 4438809"/>
                <a:gd name="connsiteX848" fmla="*/ 462285 w 3969572"/>
                <a:gd name="connsiteY848" fmla="*/ 2101923 h 4438809"/>
                <a:gd name="connsiteX849" fmla="*/ 462285 w 3969572"/>
                <a:gd name="connsiteY849" fmla="*/ 2125409 h 4438809"/>
                <a:gd name="connsiteX850" fmla="*/ 493600 w 3969572"/>
                <a:gd name="connsiteY850" fmla="*/ 2137152 h 4438809"/>
                <a:gd name="connsiteX851" fmla="*/ 477942 w 3969572"/>
                <a:gd name="connsiteY851" fmla="*/ 2137152 h 4438809"/>
                <a:gd name="connsiteX852" fmla="*/ 470113 w 3969572"/>
                <a:gd name="connsiteY852" fmla="*/ 2160638 h 4438809"/>
                <a:gd name="connsiteX853" fmla="*/ 509257 w 3969572"/>
                <a:gd name="connsiteY853" fmla="*/ 2164553 h 4438809"/>
                <a:gd name="connsiteX854" fmla="*/ 477942 w 3969572"/>
                <a:gd name="connsiteY854" fmla="*/ 2207611 h 4438809"/>
                <a:gd name="connsiteX855" fmla="*/ 383997 w 3969572"/>
                <a:gd name="connsiteY855" fmla="*/ 2305471 h 4438809"/>
                <a:gd name="connsiteX856" fmla="*/ 391826 w 3969572"/>
                <a:gd name="connsiteY856" fmla="*/ 2309385 h 4438809"/>
                <a:gd name="connsiteX857" fmla="*/ 704976 w 3969572"/>
                <a:gd name="connsiteY857" fmla="*/ 2199782 h 4438809"/>
                <a:gd name="connsiteX858" fmla="*/ 877209 w 3969572"/>
                <a:gd name="connsiteY858" fmla="*/ 2199782 h 4438809"/>
                <a:gd name="connsiteX859" fmla="*/ 1159045 w 3969572"/>
                <a:gd name="connsiteY859" fmla="*/ 2242840 h 4438809"/>
                <a:gd name="connsiteX860" fmla="*/ 1542654 w 3969572"/>
                <a:gd name="connsiteY860" fmla="*/ 2340700 h 4438809"/>
                <a:gd name="connsiteX861" fmla="*/ 1585713 w 3969572"/>
                <a:gd name="connsiteY861" fmla="*/ 2285899 h 4438809"/>
                <a:gd name="connsiteX862" fmla="*/ 1472196 w 3969572"/>
                <a:gd name="connsiteY862" fmla="*/ 2219354 h 4438809"/>
                <a:gd name="connsiteX863" fmla="*/ 806750 w 3969572"/>
                <a:gd name="connsiteY863" fmla="*/ 2105837 h 4438809"/>
                <a:gd name="connsiteX864" fmla="*/ 732377 w 3969572"/>
                <a:gd name="connsiteY864" fmla="*/ 2082351 h 4438809"/>
                <a:gd name="connsiteX865" fmla="*/ 685404 w 3969572"/>
                <a:gd name="connsiteY865" fmla="*/ 2105837 h 4438809"/>
                <a:gd name="connsiteX866" fmla="*/ 673661 w 3969572"/>
                <a:gd name="connsiteY866" fmla="*/ 2094094 h 4438809"/>
                <a:gd name="connsiteX867" fmla="*/ 677576 w 3969572"/>
                <a:gd name="connsiteY867" fmla="*/ 2035378 h 4438809"/>
                <a:gd name="connsiteX868" fmla="*/ 697148 w 3969572"/>
                <a:gd name="connsiteY868" fmla="*/ 2035378 h 4438809"/>
                <a:gd name="connsiteX869" fmla="*/ 712805 w 3969572"/>
                <a:gd name="connsiteY869" fmla="*/ 2051036 h 4438809"/>
                <a:gd name="connsiteX870" fmla="*/ 720634 w 3969572"/>
                <a:gd name="connsiteY870" fmla="*/ 2043207 h 4438809"/>
                <a:gd name="connsiteX871" fmla="*/ 720634 w 3969572"/>
                <a:gd name="connsiteY871" fmla="*/ 1992320 h 4438809"/>
                <a:gd name="connsiteX872" fmla="*/ 673661 w 3969572"/>
                <a:gd name="connsiteY872" fmla="*/ 1968834 h 4438809"/>
                <a:gd name="connsiteX873" fmla="*/ 634517 w 3969572"/>
                <a:gd name="connsiteY873" fmla="*/ 1968834 h 4438809"/>
                <a:gd name="connsiteX874" fmla="*/ 634517 w 3969572"/>
                <a:gd name="connsiteY874" fmla="*/ 1992320 h 4438809"/>
                <a:gd name="connsiteX875" fmla="*/ 599288 w 3969572"/>
                <a:gd name="connsiteY875" fmla="*/ 2011892 h 4438809"/>
                <a:gd name="connsiteX876" fmla="*/ 579716 w 3969572"/>
                <a:gd name="connsiteY876" fmla="*/ 1980577 h 4438809"/>
                <a:gd name="connsiteX877" fmla="*/ 556230 w 3969572"/>
                <a:gd name="connsiteY877" fmla="*/ 2027549 h 4438809"/>
                <a:gd name="connsiteX878" fmla="*/ 556230 w 3969572"/>
                <a:gd name="connsiteY878" fmla="*/ 1941433 h 4438809"/>
                <a:gd name="connsiteX879" fmla="*/ 509257 w 3969572"/>
                <a:gd name="connsiteY879" fmla="*/ 1980577 h 4438809"/>
                <a:gd name="connsiteX880" fmla="*/ 532743 w 3969572"/>
                <a:gd name="connsiteY880" fmla="*/ 1988405 h 4438809"/>
                <a:gd name="connsiteX881" fmla="*/ 532743 w 3969572"/>
                <a:gd name="connsiteY881" fmla="*/ 2027549 h 4438809"/>
                <a:gd name="connsiteX882" fmla="*/ 493600 w 3969572"/>
                <a:gd name="connsiteY882" fmla="*/ 2027549 h 4438809"/>
                <a:gd name="connsiteX883" fmla="*/ 493600 w 3969572"/>
                <a:gd name="connsiteY883" fmla="*/ 1945347 h 4438809"/>
                <a:gd name="connsiteX884" fmla="*/ 524915 w 3969572"/>
                <a:gd name="connsiteY884" fmla="*/ 1957090 h 4438809"/>
                <a:gd name="connsiteX885" fmla="*/ 536658 w 3969572"/>
                <a:gd name="connsiteY885" fmla="*/ 1949262 h 4438809"/>
                <a:gd name="connsiteX886" fmla="*/ 544487 w 3969572"/>
                <a:gd name="connsiteY886" fmla="*/ 1878803 h 4438809"/>
                <a:gd name="connsiteX887" fmla="*/ 556230 w 3969572"/>
                <a:gd name="connsiteY887" fmla="*/ 1863145 h 4438809"/>
                <a:gd name="connsiteX888" fmla="*/ 587545 w 3969572"/>
                <a:gd name="connsiteY888" fmla="*/ 1882717 h 4438809"/>
                <a:gd name="connsiteX889" fmla="*/ 587545 w 3969572"/>
                <a:gd name="connsiteY889" fmla="*/ 1847488 h 4438809"/>
                <a:gd name="connsiteX890" fmla="*/ 540572 w 3969572"/>
                <a:gd name="connsiteY890" fmla="*/ 1831830 h 4438809"/>
                <a:gd name="connsiteX891" fmla="*/ 532743 w 3969572"/>
                <a:gd name="connsiteY891" fmla="*/ 1816173 h 4438809"/>
                <a:gd name="connsiteX892" fmla="*/ 540572 w 3969572"/>
                <a:gd name="connsiteY892" fmla="*/ 1855316 h 4438809"/>
                <a:gd name="connsiteX893" fmla="*/ 521000 w 3969572"/>
                <a:gd name="connsiteY893" fmla="*/ 1847488 h 4438809"/>
                <a:gd name="connsiteX894" fmla="*/ 509257 w 3969572"/>
                <a:gd name="connsiteY894" fmla="*/ 1867060 h 4438809"/>
                <a:gd name="connsiteX895" fmla="*/ 524915 w 3969572"/>
                <a:gd name="connsiteY895" fmla="*/ 1917947 h 4438809"/>
                <a:gd name="connsiteX896" fmla="*/ 485771 w 3969572"/>
                <a:gd name="connsiteY896" fmla="*/ 1902289 h 4438809"/>
                <a:gd name="connsiteX897" fmla="*/ 485771 w 3969572"/>
                <a:gd name="connsiteY897" fmla="*/ 1914032 h 4438809"/>
                <a:gd name="connsiteX898" fmla="*/ 454456 w 3969572"/>
                <a:gd name="connsiteY898" fmla="*/ 1933604 h 4438809"/>
                <a:gd name="connsiteX899" fmla="*/ 446627 w 3969572"/>
                <a:gd name="connsiteY899" fmla="*/ 1925775 h 4438809"/>
                <a:gd name="connsiteX900" fmla="*/ 485771 w 3969572"/>
                <a:gd name="connsiteY900" fmla="*/ 1874888 h 4438809"/>
                <a:gd name="connsiteX901" fmla="*/ 438798 w 3969572"/>
                <a:gd name="connsiteY901" fmla="*/ 1910118 h 4438809"/>
                <a:gd name="connsiteX902" fmla="*/ 407483 w 3969572"/>
                <a:gd name="connsiteY902" fmla="*/ 1917947 h 4438809"/>
                <a:gd name="connsiteX903" fmla="*/ 442713 w 3969572"/>
                <a:gd name="connsiteY903" fmla="*/ 1949262 h 4438809"/>
                <a:gd name="connsiteX904" fmla="*/ 427055 w 3969572"/>
                <a:gd name="connsiteY904" fmla="*/ 2027549 h 4438809"/>
                <a:gd name="connsiteX905" fmla="*/ 430969 w 3969572"/>
                <a:gd name="connsiteY905" fmla="*/ 1980577 h 4438809"/>
                <a:gd name="connsiteX906" fmla="*/ 399654 w 3969572"/>
                <a:gd name="connsiteY906" fmla="*/ 1964919 h 4438809"/>
                <a:gd name="connsiteX907" fmla="*/ 391826 w 3969572"/>
                <a:gd name="connsiteY907" fmla="*/ 1937519 h 4438809"/>
                <a:gd name="connsiteX908" fmla="*/ 360511 w 3969572"/>
                <a:gd name="connsiteY908" fmla="*/ 1933604 h 4438809"/>
                <a:gd name="connsiteX909" fmla="*/ 391826 w 3969572"/>
                <a:gd name="connsiteY909" fmla="*/ 1972748 h 4438809"/>
                <a:gd name="connsiteX910" fmla="*/ 337024 w 3969572"/>
                <a:gd name="connsiteY910" fmla="*/ 1964919 h 4438809"/>
                <a:gd name="connsiteX911" fmla="*/ 337024 w 3969572"/>
                <a:gd name="connsiteY911" fmla="*/ 1941433 h 4438809"/>
                <a:gd name="connsiteX912" fmla="*/ 305709 w 3969572"/>
                <a:gd name="connsiteY912" fmla="*/ 1957090 h 4438809"/>
                <a:gd name="connsiteX913" fmla="*/ 282223 w 3969572"/>
                <a:gd name="connsiteY913" fmla="*/ 1921861 h 4438809"/>
                <a:gd name="connsiteX914" fmla="*/ 313538 w 3969572"/>
                <a:gd name="connsiteY914" fmla="*/ 1917947 h 4438809"/>
                <a:gd name="connsiteX915" fmla="*/ 313538 w 3969572"/>
                <a:gd name="connsiteY915" fmla="*/ 1855316 h 4438809"/>
                <a:gd name="connsiteX916" fmla="*/ 360511 w 3969572"/>
                <a:gd name="connsiteY916" fmla="*/ 1855316 h 4438809"/>
                <a:gd name="connsiteX917" fmla="*/ 360511 w 3969572"/>
                <a:gd name="connsiteY917" fmla="*/ 1886632 h 4438809"/>
                <a:gd name="connsiteX918" fmla="*/ 407483 w 3969572"/>
                <a:gd name="connsiteY918" fmla="*/ 1886632 h 4438809"/>
                <a:gd name="connsiteX919" fmla="*/ 407483 w 3969572"/>
                <a:gd name="connsiteY919" fmla="*/ 1824001 h 4438809"/>
                <a:gd name="connsiteX920" fmla="*/ 337024 w 3969572"/>
                <a:gd name="connsiteY920" fmla="*/ 1824001 h 4438809"/>
                <a:gd name="connsiteX921" fmla="*/ 337024 w 3969572"/>
                <a:gd name="connsiteY921" fmla="*/ 1753542 h 4438809"/>
                <a:gd name="connsiteX922" fmla="*/ 399654 w 3969572"/>
                <a:gd name="connsiteY922" fmla="*/ 1773114 h 4438809"/>
                <a:gd name="connsiteX923" fmla="*/ 383997 w 3969572"/>
                <a:gd name="connsiteY923" fmla="*/ 1808344 h 4438809"/>
                <a:gd name="connsiteX924" fmla="*/ 423141 w 3969572"/>
                <a:gd name="connsiteY924" fmla="*/ 1808344 h 4438809"/>
                <a:gd name="connsiteX925" fmla="*/ 446627 w 3969572"/>
                <a:gd name="connsiteY925" fmla="*/ 1745714 h 4438809"/>
                <a:gd name="connsiteX926" fmla="*/ 446627 w 3969572"/>
                <a:gd name="connsiteY926" fmla="*/ 1808344 h 4438809"/>
                <a:gd name="connsiteX927" fmla="*/ 501428 w 3969572"/>
                <a:gd name="connsiteY927" fmla="*/ 1761371 h 4438809"/>
                <a:gd name="connsiteX928" fmla="*/ 536658 w 3969572"/>
                <a:gd name="connsiteY928" fmla="*/ 1792686 h 4438809"/>
                <a:gd name="connsiteX929" fmla="*/ 532743 w 3969572"/>
                <a:gd name="connsiteY929" fmla="*/ 1667426 h 4438809"/>
                <a:gd name="connsiteX930" fmla="*/ 493600 w 3969572"/>
                <a:gd name="connsiteY930" fmla="*/ 1690912 h 4438809"/>
                <a:gd name="connsiteX931" fmla="*/ 485771 w 3969572"/>
                <a:gd name="connsiteY931" fmla="*/ 1686998 h 4438809"/>
                <a:gd name="connsiteX932" fmla="*/ 501428 w 3969572"/>
                <a:gd name="connsiteY932" fmla="*/ 1655683 h 4438809"/>
                <a:gd name="connsiteX933" fmla="*/ 462285 w 3969572"/>
                <a:gd name="connsiteY933" fmla="*/ 1655683 h 4438809"/>
                <a:gd name="connsiteX934" fmla="*/ 462285 w 3969572"/>
                <a:gd name="connsiteY934" fmla="*/ 1632197 h 4438809"/>
                <a:gd name="connsiteX935" fmla="*/ 399654 w 3969572"/>
                <a:gd name="connsiteY935" fmla="*/ 1600882 h 4438809"/>
                <a:gd name="connsiteX936" fmla="*/ 493600 w 3969572"/>
                <a:gd name="connsiteY936" fmla="*/ 1643940 h 4438809"/>
                <a:gd name="connsiteX937" fmla="*/ 493600 w 3969572"/>
                <a:gd name="connsiteY937" fmla="*/ 1604796 h 4438809"/>
                <a:gd name="connsiteX938" fmla="*/ 493600 w 3969572"/>
                <a:gd name="connsiteY938" fmla="*/ 1542166 h 4438809"/>
                <a:gd name="connsiteX939" fmla="*/ 501428 w 3969572"/>
                <a:gd name="connsiteY939" fmla="*/ 1534337 h 4438809"/>
                <a:gd name="connsiteX940" fmla="*/ 532743 w 3969572"/>
                <a:gd name="connsiteY940" fmla="*/ 1522594 h 4438809"/>
                <a:gd name="connsiteX941" fmla="*/ 493600 w 3969572"/>
                <a:gd name="connsiteY941" fmla="*/ 1483450 h 4438809"/>
                <a:gd name="connsiteX942" fmla="*/ 493600 w 3969572"/>
                <a:gd name="connsiteY942" fmla="*/ 1467792 h 4438809"/>
                <a:gd name="connsiteX943" fmla="*/ 524915 w 3969572"/>
                <a:gd name="connsiteY943" fmla="*/ 1463878 h 4438809"/>
                <a:gd name="connsiteX944" fmla="*/ 532743 w 3969572"/>
                <a:gd name="connsiteY944" fmla="*/ 1330789 h 4438809"/>
                <a:gd name="connsiteX945" fmla="*/ 489685 w 3969572"/>
                <a:gd name="connsiteY945" fmla="*/ 1346447 h 4438809"/>
                <a:gd name="connsiteX946" fmla="*/ 493600 w 3969572"/>
                <a:gd name="connsiteY946" fmla="*/ 1452135 h 4438809"/>
                <a:gd name="connsiteX947" fmla="*/ 477942 w 3969572"/>
                <a:gd name="connsiteY947" fmla="*/ 1495193 h 4438809"/>
                <a:gd name="connsiteX948" fmla="*/ 477942 w 3969572"/>
                <a:gd name="connsiteY948" fmla="*/ 1326875 h 4438809"/>
                <a:gd name="connsiteX949" fmla="*/ 462285 w 3969572"/>
                <a:gd name="connsiteY949" fmla="*/ 1319046 h 4438809"/>
                <a:gd name="connsiteX950" fmla="*/ 489685 w 3969572"/>
                <a:gd name="connsiteY950" fmla="*/ 1322960 h 4438809"/>
                <a:gd name="connsiteX951" fmla="*/ 493600 w 3969572"/>
                <a:gd name="connsiteY951" fmla="*/ 1283816 h 4438809"/>
                <a:gd name="connsiteX952" fmla="*/ 481856 w 3969572"/>
                <a:gd name="connsiteY952" fmla="*/ 1307303 h 4438809"/>
                <a:gd name="connsiteX953" fmla="*/ 481856 w 3969572"/>
                <a:gd name="connsiteY953" fmla="*/ 1268159 h 4438809"/>
                <a:gd name="connsiteX954" fmla="*/ 501428 w 3969572"/>
                <a:gd name="connsiteY954" fmla="*/ 1272073 h 4438809"/>
                <a:gd name="connsiteX955" fmla="*/ 501428 w 3969572"/>
                <a:gd name="connsiteY955" fmla="*/ 1256416 h 4438809"/>
                <a:gd name="connsiteX956" fmla="*/ 477942 w 3969572"/>
                <a:gd name="connsiteY956" fmla="*/ 1260330 h 4438809"/>
                <a:gd name="connsiteX957" fmla="*/ 470113 w 3969572"/>
                <a:gd name="connsiteY957" fmla="*/ 1236844 h 4438809"/>
                <a:gd name="connsiteX958" fmla="*/ 446627 w 3969572"/>
                <a:gd name="connsiteY958" fmla="*/ 1252501 h 4438809"/>
                <a:gd name="connsiteX959" fmla="*/ 446627 w 3969572"/>
                <a:gd name="connsiteY959" fmla="*/ 1240758 h 4438809"/>
                <a:gd name="connsiteX960" fmla="*/ 407483 w 3969572"/>
                <a:gd name="connsiteY960" fmla="*/ 1236844 h 4438809"/>
                <a:gd name="connsiteX961" fmla="*/ 407483 w 3969572"/>
                <a:gd name="connsiteY961" fmla="*/ 1260330 h 4438809"/>
                <a:gd name="connsiteX962" fmla="*/ 454456 w 3969572"/>
                <a:gd name="connsiteY962" fmla="*/ 1264245 h 4438809"/>
                <a:gd name="connsiteX963" fmla="*/ 434884 w 3969572"/>
                <a:gd name="connsiteY963" fmla="*/ 1275988 h 4438809"/>
                <a:gd name="connsiteX964" fmla="*/ 360511 w 3969572"/>
                <a:gd name="connsiteY964" fmla="*/ 1268159 h 4438809"/>
                <a:gd name="connsiteX965" fmla="*/ 360511 w 3969572"/>
                <a:gd name="connsiteY965" fmla="*/ 1236844 h 4438809"/>
                <a:gd name="connsiteX966" fmla="*/ 329196 w 3969572"/>
                <a:gd name="connsiteY966" fmla="*/ 1232929 h 4438809"/>
                <a:gd name="connsiteX967" fmla="*/ 333110 w 3969572"/>
                <a:gd name="connsiteY967" fmla="*/ 1221186 h 4438809"/>
                <a:gd name="connsiteX968" fmla="*/ 321367 w 3969572"/>
                <a:gd name="connsiteY968" fmla="*/ 1252501 h 4438809"/>
                <a:gd name="connsiteX969" fmla="*/ 290052 w 3969572"/>
                <a:gd name="connsiteY969" fmla="*/ 1264245 h 4438809"/>
                <a:gd name="connsiteX970" fmla="*/ 376168 w 3969572"/>
                <a:gd name="connsiteY970" fmla="*/ 1291645 h 4438809"/>
                <a:gd name="connsiteX971" fmla="*/ 407483 w 3969572"/>
                <a:gd name="connsiteY971" fmla="*/ 1307303 h 4438809"/>
                <a:gd name="connsiteX972" fmla="*/ 258737 w 3969572"/>
                <a:gd name="connsiteY972" fmla="*/ 1268159 h 4438809"/>
                <a:gd name="connsiteX973" fmla="*/ 231336 w 3969572"/>
                <a:gd name="connsiteY973" fmla="*/ 1283816 h 4438809"/>
                <a:gd name="connsiteX974" fmla="*/ 203935 w 3969572"/>
                <a:gd name="connsiteY974" fmla="*/ 1279902 h 4438809"/>
                <a:gd name="connsiteX975" fmla="*/ 258737 w 3969572"/>
                <a:gd name="connsiteY975" fmla="*/ 1283816 h 4438809"/>
                <a:gd name="connsiteX976" fmla="*/ 274394 w 3969572"/>
                <a:gd name="connsiteY976" fmla="*/ 1299474 h 4438809"/>
                <a:gd name="connsiteX977" fmla="*/ 180449 w 3969572"/>
                <a:gd name="connsiteY977" fmla="*/ 1362104 h 4438809"/>
                <a:gd name="connsiteX978" fmla="*/ 164791 w 3969572"/>
                <a:gd name="connsiteY978" fmla="*/ 1409077 h 4438809"/>
                <a:gd name="connsiteX979" fmla="*/ 117819 w 3969572"/>
                <a:gd name="connsiteY979" fmla="*/ 1409077 h 4438809"/>
                <a:gd name="connsiteX980" fmla="*/ 94333 w 3969572"/>
                <a:gd name="connsiteY980" fmla="*/ 1354275 h 4438809"/>
                <a:gd name="connsiteX981" fmla="*/ 78675 w 3969572"/>
                <a:gd name="connsiteY981" fmla="*/ 1393419 h 4438809"/>
                <a:gd name="connsiteX982" fmla="*/ 94333 w 3969572"/>
                <a:gd name="connsiteY982" fmla="*/ 1463878 h 4438809"/>
                <a:gd name="connsiteX983" fmla="*/ 109990 w 3969572"/>
                <a:gd name="connsiteY983" fmla="*/ 1475621 h 4438809"/>
                <a:gd name="connsiteX984" fmla="*/ 94333 w 3969572"/>
                <a:gd name="connsiteY984" fmla="*/ 1495193 h 4438809"/>
                <a:gd name="connsiteX985" fmla="*/ 94333 w 3969572"/>
                <a:gd name="connsiteY985" fmla="*/ 1553909 h 4438809"/>
                <a:gd name="connsiteX986" fmla="*/ 109990 w 3969572"/>
                <a:gd name="connsiteY986" fmla="*/ 1565652 h 4438809"/>
                <a:gd name="connsiteX987" fmla="*/ 109990 w 3969572"/>
                <a:gd name="connsiteY987" fmla="*/ 1636111 h 4438809"/>
                <a:gd name="connsiteX988" fmla="*/ 86504 w 3969572"/>
                <a:gd name="connsiteY988" fmla="*/ 1643940 h 4438809"/>
                <a:gd name="connsiteX989" fmla="*/ 82589 w 3969572"/>
                <a:gd name="connsiteY989" fmla="*/ 1620453 h 4438809"/>
                <a:gd name="connsiteX990" fmla="*/ 117819 w 3969572"/>
                <a:gd name="connsiteY990" fmla="*/ 1659597 h 4438809"/>
                <a:gd name="connsiteX991" fmla="*/ 117819 w 3969572"/>
                <a:gd name="connsiteY991" fmla="*/ 1690912 h 4438809"/>
                <a:gd name="connsiteX992" fmla="*/ 70846 w 3969572"/>
                <a:gd name="connsiteY992" fmla="*/ 1690912 h 4438809"/>
                <a:gd name="connsiteX993" fmla="*/ 70846 w 3969572"/>
                <a:gd name="connsiteY993" fmla="*/ 1651769 h 4438809"/>
                <a:gd name="connsiteX994" fmla="*/ 43446 w 3969572"/>
                <a:gd name="connsiteY994" fmla="*/ 1714399 h 4438809"/>
                <a:gd name="connsiteX995" fmla="*/ 63017 w 3969572"/>
                <a:gd name="connsiteY995" fmla="*/ 1726142 h 4438809"/>
                <a:gd name="connsiteX996" fmla="*/ 47360 w 3969572"/>
                <a:gd name="connsiteY996" fmla="*/ 1753542 h 4438809"/>
                <a:gd name="connsiteX997" fmla="*/ 23874 w 3969572"/>
                <a:gd name="connsiteY997" fmla="*/ 1847488 h 4438809"/>
                <a:gd name="connsiteX998" fmla="*/ 47360 w 3969572"/>
                <a:gd name="connsiteY998" fmla="*/ 1925775 h 4438809"/>
                <a:gd name="connsiteX999" fmla="*/ 23874 w 3969572"/>
                <a:gd name="connsiteY999" fmla="*/ 1925775 h 4438809"/>
                <a:gd name="connsiteX1000" fmla="*/ 19959 w 3969572"/>
                <a:gd name="connsiteY1000" fmla="*/ 2090179 h 4438809"/>
                <a:gd name="connsiteX1001" fmla="*/ 55189 w 3969572"/>
                <a:gd name="connsiteY1001" fmla="*/ 2105837 h 4438809"/>
                <a:gd name="connsiteX1002" fmla="*/ 55189 w 3969572"/>
                <a:gd name="connsiteY1002" fmla="*/ 2160638 h 4438809"/>
                <a:gd name="connsiteX1003" fmla="*/ 78675 w 3969572"/>
                <a:gd name="connsiteY1003" fmla="*/ 2168467 h 4438809"/>
                <a:gd name="connsiteX1004" fmla="*/ 35617 w 3969572"/>
                <a:gd name="connsiteY1004" fmla="*/ 2168467 h 4438809"/>
                <a:gd name="connsiteX1005" fmla="*/ 47360 w 3969572"/>
                <a:gd name="connsiteY1005" fmla="*/ 2207611 h 4438809"/>
                <a:gd name="connsiteX1006" fmla="*/ 43446 w 3969572"/>
                <a:gd name="connsiteY1006" fmla="*/ 2278070 h 4438809"/>
                <a:gd name="connsiteX1007" fmla="*/ 98247 w 3969572"/>
                <a:gd name="connsiteY1007" fmla="*/ 2309385 h 4438809"/>
                <a:gd name="connsiteX1008" fmla="*/ 98247 w 3969572"/>
                <a:gd name="connsiteY1008" fmla="*/ 2254584 h 4438809"/>
                <a:gd name="connsiteX1009" fmla="*/ 141305 w 3969572"/>
                <a:gd name="connsiteY1009" fmla="*/ 2270241 h 4438809"/>
                <a:gd name="connsiteX1010" fmla="*/ 141305 w 3969572"/>
                <a:gd name="connsiteY1010" fmla="*/ 2238926 h 4438809"/>
                <a:gd name="connsiteX1011" fmla="*/ 172620 w 3969572"/>
                <a:gd name="connsiteY1011" fmla="*/ 2231097 h 4438809"/>
                <a:gd name="connsiteX1012" fmla="*/ 180449 w 3969572"/>
                <a:gd name="connsiteY1012" fmla="*/ 2317214 h 4438809"/>
                <a:gd name="connsiteX1013" fmla="*/ 243079 w 3969572"/>
                <a:gd name="connsiteY1013" fmla="*/ 2321128 h 4438809"/>
                <a:gd name="connsiteX1014" fmla="*/ 250908 w 3969572"/>
                <a:gd name="connsiteY1014" fmla="*/ 2285899 h 4438809"/>
                <a:gd name="connsiteX1015" fmla="*/ 274394 w 3969572"/>
                <a:gd name="connsiteY1015" fmla="*/ 2285899 h 4438809"/>
                <a:gd name="connsiteX1016" fmla="*/ 274394 w 3969572"/>
                <a:gd name="connsiteY1016" fmla="*/ 2340700 h 4438809"/>
                <a:gd name="connsiteX1017" fmla="*/ 313538 w 3969572"/>
                <a:gd name="connsiteY1017" fmla="*/ 2340700 h 4438809"/>
                <a:gd name="connsiteX1018" fmla="*/ 321367 w 3969572"/>
                <a:gd name="connsiteY1018" fmla="*/ 2340700 h 4438809"/>
                <a:gd name="connsiteX1019" fmla="*/ 383997 w 3969572"/>
                <a:gd name="connsiteY1019" fmla="*/ 2364186 h 4438809"/>
                <a:gd name="connsiteX1020" fmla="*/ 383997 w 3969572"/>
                <a:gd name="connsiteY1020" fmla="*/ 2387673 h 4438809"/>
                <a:gd name="connsiteX1021" fmla="*/ 329196 w 3969572"/>
                <a:gd name="connsiteY1021" fmla="*/ 2364186 h 4438809"/>
                <a:gd name="connsiteX1022" fmla="*/ 290052 w 3969572"/>
                <a:gd name="connsiteY1022" fmla="*/ 2403330 h 4438809"/>
                <a:gd name="connsiteX1023" fmla="*/ 282223 w 3969572"/>
                <a:gd name="connsiteY1023" fmla="*/ 2383758 h 4438809"/>
                <a:gd name="connsiteX1024" fmla="*/ 172620 w 3969572"/>
                <a:gd name="connsiteY1024" fmla="*/ 2383758 h 4438809"/>
                <a:gd name="connsiteX1025" fmla="*/ 164791 w 3969572"/>
                <a:gd name="connsiteY1025" fmla="*/ 2418988 h 4438809"/>
                <a:gd name="connsiteX1026" fmla="*/ 141305 w 3969572"/>
                <a:gd name="connsiteY1026" fmla="*/ 2418988 h 4438809"/>
                <a:gd name="connsiteX1027" fmla="*/ 141305 w 3969572"/>
                <a:gd name="connsiteY1027" fmla="*/ 2387673 h 4438809"/>
                <a:gd name="connsiteX1028" fmla="*/ 94333 w 3969572"/>
                <a:gd name="connsiteY1028" fmla="*/ 2383758 h 4438809"/>
                <a:gd name="connsiteX1029" fmla="*/ 102161 w 3969572"/>
                <a:gd name="connsiteY1029" fmla="*/ 2348529 h 4438809"/>
                <a:gd name="connsiteX1030" fmla="*/ 82589 w 3969572"/>
                <a:gd name="connsiteY1030" fmla="*/ 2332871 h 4438809"/>
                <a:gd name="connsiteX1031" fmla="*/ 31702 w 3969572"/>
                <a:gd name="connsiteY1031" fmla="*/ 2387673 h 4438809"/>
                <a:gd name="connsiteX1032" fmla="*/ 55189 w 3969572"/>
                <a:gd name="connsiteY1032" fmla="*/ 2430731 h 4438809"/>
                <a:gd name="connsiteX1033" fmla="*/ 74761 w 3969572"/>
                <a:gd name="connsiteY1033" fmla="*/ 2426817 h 4438809"/>
                <a:gd name="connsiteX1034" fmla="*/ 74761 w 3969572"/>
                <a:gd name="connsiteY1034" fmla="*/ 2481618 h 4438809"/>
                <a:gd name="connsiteX1035" fmla="*/ 55189 w 3969572"/>
                <a:gd name="connsiteY1035" fmla="*/ 2497275 h 4438809"/>
                <a:gd name="connsiteX1036" fmla="*/ 78675 w 3969572"/>
                <a:gd name="connsiteY1036" fmla="*/ 2528590 h 4438809"/>
                <a:gd name="connsiteX1037" fmla="*/ 47360 w 3969572"/>
                <a:gd name="connsiteY1037" fmla="*/ 2575563 h 4438809"/>
                <a:gd name="connsiteX1038" fmla="*/ 94333 w 3969572"/>
                <a:gd name="connsiteY1038" fmla="*/ 2630364 h 4438809"/>
                <a:gd name="connsiteX1039" fmla="*/ 55189 w 3969572"/>
                <a:gd name="connsiteY1039" fmla="*/ 2646022 h 4438809"/>
                <a:gd name="connsiteX1040" fmla="*/ 55189 w 3969572"/>
                <a:gd name="connsiteY1040" fmla="*/ 2669508 h 4438809"/>
                <a:gd name="connsiteX1041" fmla="*/ 78675 w 3969572"/>
                <a:gd name="connsiteY1041" fmla="*/ 2673423 h 4438809"/>
                <a:gd name="connsiteX1042" fmla="*/ 94333 w 3969572"/>
                <a:gd name="connsiteY1042" fmla="*/ 2732138 h 4438809"/>
                <a:gd name="connsiteX1043" fmla="*/ 102161 w 3969572"/>
                <a:gd name="connsiteY1043" fmla="*/ 2794769 h 4438809"/>
                <a:gd name="connsiteX1044" fmla="*/ 113904 w 3969572"/>
                <a:gd name="connsiteY1044" fmla="*/ 2802597 h 4438809"/>
                <a:gd name="connsiteX1045" fmla="*/ 117819 w 3969572"/>
                <a:gd name="connsiteY1045" fmla="*/ 2771282 h 4438809"/>
                <a:gd name="connsiteX1046" fmla="*/ 156963 w 3969572"/>
                <a:gd name="connsiteY1046" fmla="*/ 2767368 h 4438809"/>
                <a:gd name="connsiteX1047" fmla="*/ 172620 w 3969572"/>
                <a:gd name="connsiteY1047" fmla="*/ 2732138 h 4438809"/>
                <a:gd name="connsiteX1048" fmla="*/ 117819 w 3969572"/>
                <a:gd name="connsiteY1048" fmla="*/ 2716481 h 4438809"/>
                <a:gd name="connsiteX1049" fmla="*/ 117819 w 3969572"/>
                <a:gd name="connsiteY1049" fmla="*/ 2692995 h 4438809"/>
                <a:gd name="connsiteX1050" fmla="*/ 153048 w 3969572"/>
                <a:gd name="connsiteY1050" fmla="*/ 2677337 h 4438809"/>
                <a:gd name="connsiteX1051" fmla="*/ 164791 w 3969572"/>
                <a:gd name="connsiteY1051" fmla="*/ 2685166 h 4438809"/>
                <a:gd name="connsiteX1052" fmla="*/ 160877 w 3969572"/>
                <a:gd name="connsiteY1052" fmla="*/ 2708652 h 4438809"/>
                <a:gd name="connsiteX1053" fmla="*/ 203935 w 3969572"/>
                <a:gd name="connsiteY1053" fmla="*/ 2732138 h 4438809"/>
                <a:gd name="connsiteX1054" fmla="*/ 180449 w 3969572"/>
                <a:gd name="connsiteY1054" fmla="*/ 2739967 h 4438809"/>
                <a:gd name="connsiteX1055" fmla="*/ 156963 w 3969572"/>
                <a:gd name="connsiteY1055" fmla="*/ 2802597 h 4438809"/>
                <a:gd name="connsiteX1056" fmla="*/ 180449 w 3969572"/>
                <a:gd name="connsiteY1056" fmla="*/ 2810426 h 4438809"/>
                <a:gd name="connsiteX1057" fmla="*/ 180449 w 3969572"/>
                <a:gd name="connsiteY1057" fmla="*/ 2880885 h 4438809"/>
                <a:gd name="connsiteX1058" fmla="*/ 149134 w 3969572"/>
                <a:gd name="connsiteY1058" fmla="*/ 2888714 h 4438809"/>
                <a:gd name="connsiteX1059" fmla="*/ 149134 w 3969572"/>
                <a:gd name="connsiteY1059" fmla="*/ 2802597 h 4438809"/>
                <a:gd name="connsiteX1060" fmla="*/ 117819 w 3969572"/>
                <a:gd name="connsiteY1060" fmla="*/ 2818255 h 4438809"/>
                <a:gd name="connsiteX1061" fmla="*/ 141305 w 3969572"/>
                <a:gd name="connsiteY1061" fmla="*/ 2826084 h 4438809"/>
                <a:gd name="connsiteX1062" fmla="*/ 125648 w 3969572"/>
                <a:gd name="connsiteY1062" fmla="*/ 2873056 h 4438809"/>
                <a:gd name="connsiteX1063" fmla="*/ 86504 w 3969572"/>
                <a:gd name="connsiteY1063" fmla="*/ 2853484 h 4438809"/>
                <a:gd name="connsiteX1064" fmla="*/ 78675 w 3969572"/>
                <a:gd name="connsiteY1064" fmla="*/ 2892628 h 4438809"/>
                <a:gd name="connsiteX1065" fmla="*/ 102161 w 3969572"/>
                <a:gd name="connsiteY1065" fmla="*/ 2904371 h 4438809"/>
                <a:gd name="connsiteX1066" fmla="*/ 94333 w 3969572"/>
                <a:gd name="connsiteY1066" fmla="*/ 2939601 h 4438809"/>
                <a:gd name="connsiteX1067" fmla="*/ 125648 w 3969572"/>
                <a:gd name="connsiteY1067" fmla="*/ 2955258 h 4438809"/>
                <a:gd name="connsiteX1068" fmla="*/ 125648 w 3969572"/>
                <a:gd name="connsiteY1068" fmla="*/ 2974830 h 4438809"/>
                <a:gd name="connsiteX1069" fmla="*/ 145220 w 3969572"/>
                <a:gd name="connsiteY1069" fmla="*/ 2912200 h 4438809"/>
                <a:gd name="connsiteX1070" fmla="*/ 156963 w 3969572"/>
                <a:gd name="connsiteY1070" fmla="*/ 2963087 h 4438809"/>
                <a:gd name="connsiteX1071" fmla="*/ 203935 w 3969572"/>
                <a:gd name="connsiteY1071" fmla="*/ 2970916 h 4438809"/>
                <a:gd name="connsiteX1072" fmla="*/ 188278 w 3969572"/>
                <a:gd name="connsiteY1072" fmla="*/ 3021803 h 4438809"/>
                <a:gd name="connsiteX1073" fmla="*/ 227422 w 3969572"/>
                <a:gd name="connsiteY1073" fmla="*/ 3021803 h 4438809"/>
                <a:gd name="connsiteX1074" fmla="*/ 227422 w 3969572"/>
                <a:gd name="connsiteY1074" fmla="*/ 3053118 h 4438809"/>
                <a:gd name="connsiteX1075" fmla="*/ 250908 w 3969572"/>
                <a:gd name="connsiteY1075" fmla="*/ 3053118 h 4438809"/>
                <a:gd name="connsiteX1076" fmla="*/ 250908 w 3969572"/>
                <a:gd name="connsiteY1076" fmla="*/ 3021803 h 4438809"/>
                <a:gd name="connsiteX1077" fmla="*/ 250908 w 3969572"/>
                <a:gd name="connsiteY1077" fmla="*/ 3010060 h 4438809"/>
                <a:gd name="connsiteX1078" fmla="*/ 305709 w 3969572"/>
                <a:gd name="connsiteY1078" fmla="*/ 2967001 h 4438809"/>
                <a:gd name="connsiteX1079" fmla="*/ 317452 w 3969572"/>
                <a:gd name="connsiteY1079" fmla="*/ 2990488 h 4438809"/>
                <a:gd name="connsiteX1080" fmla="*/ 360511 w 3969572"/>
                <a:gd name="connsiteY1080" fmla="*/ 2974830 h 4438809"/>
                <a:gd name="connsiteX1081" fmla="*/ 360511 w 3969572"/>
                <a:gd name="connsiteY1081" fmla="*/ 2951344 h 4438809"/>
                <a:gd name="connsiteX1082" fmla="*/ 399654 w 3969572"/>
                <a:gd name="connsiteY1082" fmla="*/ 2959173 h 4438809"/>
                <a:gd name="connsiteX1083" fmla="*/ 407483 w 3969572"/>
                <a:gd name="connsiteY1083" fmla="*/ 2935686 h 4438809"/>
                <a:gd name="connsiteX1084" fmla="*/ 446627 w 3969572"/>
                <a:gd name="connsiteY1084" fmla="*/ 2935686 h 4438809"/>
                <a:gd name="connsiteX1085" fmla="*/ 446627 w 3969572"/>
                <a:gd name="connsiteY1085" fmla="*/ 2967001 h 4438809"/>
                <a:gd name="connsiteX1086" fmla="*/ 407483 w 3969572"/>
                <a:gd name="connsiteY1086" fmla="*/ 2974830 h 4438809"/>
                <a:gd name="connsiteX1087" fmla="*/ 509257 w 3969572"/>
                <a:gd name="connsiteY1087" fmla="*/ 3002231 h 4438809"/>
                <a:gd name="connsiteX1088" fmla="*/ 493600 w 3969572"/>
                <a:gd name="connsiteY1088" fmla="*/ 2967001 h 4438809"/>
                <a:gd name="connsiteX1089" fmla="*/ 548401 w 3969572"/>
                <a:gd name="connsiteY1089" fmla="*/ 2967001 h 4438809"/>
                <a:gd name="connsiteX1090" fmla="*/ 524915 w 3969572"/>
                <a:gd name="connsiteY1090" fmla="*/ 3002231 h 4438809"/>
                <a:gd name="connsiteX1091" fmla="*/ 603202 w 3969572"/>
                <a:gd name="connsiteY1091" fmla="*/ 3013974 h 4438809"/>
                <a:gd name="connsiteX1092" fmla="*/ 618860 w 3969572"/>
                <a:gd name="connsiteY1092" fmla="*/ 2994402 h 4438809"/>
                <a:gd name="connsiteX1093" fmla="*/ 759778 w 3969572"/>
                <a:gd name="connsiteY1093" fmla="*/ 2994402 h 4438809"/>
                <a:gd name="connsiteX1094" fmla="*/ 767606 w 3969572"/>
                <a:gd name="connsiteY1094" fmla="*/ 2986573 h 4438809"/>
                <a:gd name="connsiteX1095" fmla="*/ 697148 w 3969572"/>
                <a:gd name="connsiteY1095" fmla="*/ 2982659 h 4438809"/>
                <a:gd name="connsiteX1096" fmla="*/ 689319 w 3969572"/>
                <a:gd name="connsiteY1096" fmla="*/ 2951344 h 4438809"/>
                <a:gd name="connsiteX1097" fmla="*/ 595374 w 3969572"/>
                <a:gd name="connsiteY1097" fmla="*/ 2963087 h 4438809"/>
                <a:gd name="connsiteX1098" fmla="*/ 622774 w 3969572"/>
                <a:gd name="connsiteY1098" fmla="*/ 2888714 h 4438809"/>
                <a:gd name="connsiteX1099" fmla="*/ 634517 w 3969572"/>
                <a:gd name="connsiteY1099" fmla="*/ 2935686 h 4438809"/>
                <a:gd name="connsiteX1100" fmla="*/ 681490 w 3969572"/>
                <a:gd name="connsiteY1100" fmla="*/ 2927858 h 4438809"/>
                <a:gd name="connsiteX1101" fmla="*/ 685404 w 3969572"/>
                <a:gd name="connsiteY1101" fmla="*/ 2912200 h 4438809"/>
                <a:gd name="connsiteX1102" fmla="*/ 740206 w 3969572"/>
                <a:gd name="connsiteY1102" fmla="*/ 2935686 h 4438809"/>
                <a:gd name="connsiteX1103" fmla="*/ 751949 w 3969572"/>
                <a:gd name="connsiteY1103" fmla="*/ 2927858 h 4438809"/>
                <a:gd name="connsiteX1104" fmla="*/ 701062 w 3969572"/>
                <a:gd name="connsiteY1104" fmla="*/ 2888714 h 4438809"/>
                <a:gd name="connsiteX1105" fmla="*/ 650175 w 3969572"/>
                <a:gd name="connsiteY1105" fmla="*/ 2900457 h 4438809"/>
                <a:gd name="connsiteX1106" fmla="*/ 658004 w 3969572"/>
                <a:gd name="connsiteY1106" fmla="*/ 2892628 h 4438809"/>
                <a:gd name="connsiteX1107" fmla="*/ 634517 w 3969572"/>
                <a:gd name="connsiteY1107" fmla="*/ 2880885 h 4438809"/>
                <a:gd name="connsiteX1108" fmla="*/ 626689 w 3969572"/>
                <a:gd name="connsiteY1108" fmla="*/ 2849570 h 4438809"/>
                <a:gd name="connsiteX1109" fmla="*/ 571887 w 3969572"/>
                <a:gd name="connsiteY1109" fmla="*/ 2853484 h 4438809"/>
                <a:gd name="connsiteX1110" fmla="*/ 579716 w 3969572"/>
                <a:gd name="connsiteY1110" fmla="*/ 2833912 h 4438809"/>
                <a:gd name="connsiteX1111" fmla="*/ 552315 w 3969572"/>
                <a:gd name="connsiteY1111" fmla="*/ 2849570 h 4438809"/>
                <a:gd name="connsiteX1112" fmla="*/ 493600 w 3969572"/>
                <a:gd name="connsiteY1112" fmla="*/ 2841741 h 4438809"/>
                <a:gd name="connsiteX1113" fmla="*/ 536658 w 3969572"/>
                <a:gd name="connsiteY1113" fmla="*/ 2873056 h 4438809"/>
                <a:gd name="connsiteX1114" fmla="*/ 556230 w 3969572"/>
                <a:gd name="connsiteY1114" fmla="*/ 2857399 h 4438809"/>
                <a:gd name="connsiteX1115" fmla="*/ 556230 w 3969572"/>
                <a:gd name="connsiteY1115" fmla="*/ 2888714 h 4438809"/>
                <a:gd name="connsiteX1116" fmla="*/ 505343 w 3969572"/>
                <a:gd name="connsiteY1116" fmla="*/ 2873056 h 4438809"/>
                <a:gd name="connsiteX1117" fmla="*/ 423141 w 3969572"/>
                <a:gd name="connsiteY1117" fmla="*/ 2841741 h 4438809"/>
                <a:gd name="connsiteX1118" fmla="*/ 442713 w 3969572"/>
                <a:gd name="connsiteY1118" fmla="*/ 2786940 h 4438809"/>
                <a:gd name="connsiteX1119" fmla="*/ 446627 w 3969572"/>
                <a:gd name="connsiteY1119" fmla="*/ 2818255 h 4438809"/>
                <a:gd name="connsiteX1120" fmla="*/ 521000 w 3969572"/>
                <a:gd name="connsiteY1120" fmla="*/ 2818255 h 4438809"/>
                <a:gd name="connsiteX1121" fmla="*/ 556230 w 3969572"/>
                <a:gd name="connsiteY1121" fmla="*/ 2833912 h 4438809"/>
                <a:gd name="connsiteX1122" fmla="*/ 579716 w 3969572"/>
                <a:gd name="connsiteY1122" fmla="*/ 2802597 h 4438809"/>
                <a:gd name="connsiteX1123" fmla="*/ 611031 w 3969572"/>
                <a:gd name="connsiteY1123" fmla="*/ 2833912 h 4438809"/>
                <a:gd name="connsiteX1124" fmla="*/ 622774 w 3969572"/>
                <a:gd name="connsiteY1124" fmla="*/ 2818255 h 4438809"/>
                <a:gd name="connsiteX1125" fmla="*/ 697148 w 3969572"/>
                <a:gd name="connsiteY1125" fmla="*/ 2845656 h 4438809"/>
                <a:gd name="connsiteX1126" fmla="*/ 673661 w 3969572"/>
                <a:gd name="connsiteY1126" fmla="*/ 2865227 h 4438809"/>
                <a:gd name="connsiteX1127" fmla="*/ 716720 w 3969572"/>
                <a:gd name="connsiteY1127" fmla="*/ 2865227 h 4438809"/>
                <a:gd name="connsiteX1128" fmla="*/ 775435 w 3969572"/>
                <a:gd name="connsiteY1128" fmla="*/ 2908286 h 4438809"/>
                <a:gd name="connsiteX1129" fmla="*/ 759778 w 3969572"/>
                <a:gd name="connsiteY1129" fmla="*/ 2916114 h 4438809"/>
                <a:gd name="connsiteX1130" fmla="*/ 798922 w 3969572"/>
                <a:gd name="connsiteY1130" fmla="*/ 2916114 h 4438809"/>
                <a:gd name="connsiteX1131" fmla="*/ 783264 w 3969572"/>
                <a:gd name="connsiteY1131" fmla="*/ 2908286 h 4438809"/>
                <a:gd name="connsiteX1132" fmla="*/ 787178 w 3969572"/>
                <a:gd name="connsiteY1132" fmla="*/ 2880885 h 4438809"/>
                <a:gd name="connsiteX1133" fmla="*/ 814579 w 3969572"/>
                <a:gd name="connsiteY1133" fmla="*/ 2896543 h 4438809"/>
                <a:gd name="connsiteX1134" fmla="*/ 818493 w 3969572"/>
                <a:gd name="connsiteY1134" fmla="*/ 2943515 h 4438809"/>
                <a:gd name="connsiteX1135" fmla="*/ 822408 w 3969572"/>
                <a:gd name="connsiteY1135" fmla="*/ 2923943 h 4438809"/>
                <a:gd name="connsiteX1136" fmla="*/ 861552 w 3969572"/>
                <a:gd name="connsiteY1136" fmla="*/ 2923943 h 4438809"/>
                <a:gd name="connsiteX1137" fmla="*/ 853723 w 3969572"/>
                <a:gd name="connsiteY1137" fmla="*/ 2959173 h 4438809"/>
                <a:gd name="connsiteX1138" fmla="*/ 888952 w 3969572"/>
                <a:gd name="connsiteY1138" fmla="*/ 2967001 h 4438809"/>
                <a:gd name="connsiteX1139" fmla="*/ 892867 w 3969572"/>
                <a:gd name="connsiteY1139" fmla="*/ 2986573 h 4438809"/>
                <a:gd name="connsiteX1140" fmla="*/ 978983 w 3969572"/>
                <a:gd name="connsiteY1140" fmla="*/ 2994402 h 4438809"/>
                <a:gd name="connsiteX1141" fmla="*/ 932011 w 3969572"/>
                <a:gd name="connsiteY1141" fmla="*/ 2982659 h 4438809"/>
                <a:gd name="connsiteX1142" fmla="*/ 1029870 w 3969572"/>
                <a:gd name="connsiteY1142" fmla="*/ 2990488 h 4438809"/>
                <a:gd name="connsiteX1143" fmla="*/ 1080757 w 3969572"/>
                <a:gd name="connsiteY1143" fmla="*/ 2994402 h 4438809"/>
                <a:gd name="connsiteX1144" fmla="*/ 1076843 w 3969572"/>
                <a:gd name="connsiteY1144" fmla="*/ 3013974 h 4438809"/>
                <a:gd name="connsiteX1145" fmla="*/ 1119901 w 3969572"/>
                <a:gd name="connsiteY1145" fmla="*/ 3010060 h 4438809"/>
                <a:gd name="connsiteX1146" fmla="*/ 1088586 w 3969572"/>
                <a:gd name="connsiteY1146" fmla="*/ 3017888 h 4438809"/>
                <a:gd name="connsiteX1147" fmla="*/ 1139473 w 3969572"/>
                <a:gd name="connsiteY1147" fmla="*/ 3037460 h 4438809"/>
                <a:gd name="connsiteX1148" fmla="*/ 1139473 w 3969572"/>
                <a:gd name="connsiteY1148" fmla="*/ 2990488 h 4438809"/>
                <a:gd name="connsiteX1149" fmla="*/ 1182531 w 3969572"/>
                <a:gd name="connsiteY1149" fmla="*/ 2982659 h 4438809"/>
                <a:gd name="connsiteX1150" fmla="*/ 1182531 w 3969572"/>
                <a:gd name="connsiteY1150" fmla="*/ 2951344 h 4438809"/>
                <a:gd name="connsiteX1151" fmla="*/ 1292134 w 3969572"/>
                <a:gd name="connsiteY1151" fmla="*/ 2884799 h 4438809"/>
                <a:gd name="connsiteX1152" fmla="*/ 1276476 w 3969572"/>
                <a:gd name="connsiteY1152" fmla="*/ 2873056 h 4438809"/>
                <a:gd name="connsiteX1153" fmla="*/ 1311706 w 3969572"/>
                <a:gd name="connsiteY1153" fmla="*/ 2888714 h 4438809"/>
                <a:gd name="connsiteX1154" fmla="*/ 1327363 w 3969572"/>
                <a:gd name="connsiteY1154" fmla="*/ 2865227 h 4438809"/>
                <a:gd name="connsiteX1155" fmla="*/ 1393908 w 3969572"/>
                <a:gd name="connsiteY1155" fmla="*/ 2876971 h 4438809"/>
                <a:gd name="connsiteX1156" fmla="*/ 1409565 w 3969572"/>
                <a:gd name="connsiteY1156" fmla="*/ 2865227 h 4438809"/>
                <a:gd name="connsiteX1157" fmla="*/ 1386079 w 3969572"/>
                <a:gd name="connsiteY1157" fmla="*/ 2826084 h 4438809"/>
                <a:gd name="connsiteX1158" fmla="*/ 1147302 w 3969572"/>
                <a:gd name="connsiteY1158" fmla="*/ 2865227 h 4438809"/>
                <a:gd name="connsiteX1159" fmla="*/ 1127730 w 3969572"/>
                <a:gd name="connsiteY1159" fmla="*/ 2857399 h 4438809"/>
                <a:gd name="connsiteX1160" fmla="*/ 1221675 w 3969572"/>
                <a:gd name="connsiteY1160" fmla="*/ 2732138 h 4438809"/>
                <a:gd name="connsiteX1161" fmla="*/ 1206017 w 3969572"/>
                <a:gd name="connsiteY1161" fmla="*/ 2614707 h 4438809"/>
                <a:gd name="connsiteX1162" fmla="*/ 1339107 w 3969572"/>
                <a:gd name="connsiteY1162" fmla="*/ 2673423 h 4438809"/>
                <a:gd name="connsiteX1163" fmla="*/ 1476110 w 3969572"/>
                <a:gd name="connsiteY1163" fmla="*/ 2794769 h 4438809"/>
                <a:gd name="connsiteX1164" fmla="*/ 1472196 w 3969572"/>
                <a:gd name="connsiteY1164" fmla="*/ 2810426 h 4438809"/>
                <a:gd name="connsiteX1165" fmla="*/ 1452624 w 3969572"/>
                <a:gd name="connsiteY1165" fmla="*/ 2786940 h 4438809"/>
                <a:gd name="connsiteX1166" fmla="*/ 1409565 w 3969572"/>
                <a:gd name="connsiteY1166" fmla="*/ 2810426 h 4438809"/>
                <a:gd name="connsiteX1167" fmla="*/ 1409565 w 3969572"/>
                <a:gd name="connsiteY1167" fmla="*/ 2841741 h 4438809"/>
                <a:gd name="connsiteX1168" fmla="*/ 1456538 w 3969572"/>
                <a:gd name="connsiteY1168" fmla="*/ 2873056 h 4438809"/>
                <a:gd name="connsiteX1169" fmla="*/ 1495682 w 3969572"/>
                <a:gd name="connsiteY1169" fmla="*/ 2880885 h 4438809"/>
                <a:gd name="connsiteX1170" fmla="*/ 1464367 w 3969572"/>
                <a:gd name="connsiteY1170" fmla="*/ 2900457 h 4438809"/>
                <a:gd name="connsiteX1171" fmla="*/ 1534826 w 3969572"/>
                <a:gd name="connsiteY1171" fmla="*/ 2892628 h 4438809"/>
                <a:gd name="connsiteX1172" fmla="*/ 1534826 w 3969572"/>
                <a:gd name="connsiteY1172" fmla="*/ 2908286 h 4438809"/>
                <a:gd name="connsiteX1173" fmla="*/ 1519168 w 3969572"/>
                <a:gd name="connsiteY1173" fmla="*/ 2951344 h 4438809"/>
                <a:gd name="connsiteX1174" fmla="*/ 1526997 w 3969572"/>
                <a:gd name="connsiteY1174" fmla="*/ 2923943 h 4438809"/>
                <a:gd name="connsiteX1175" fmla="*/ 1581798 w 3969572"/>
                <a:gd name="connsiteY1175" fmla="*/ 2935686 h 4438809"/>
                <a:gd name="connsiteX1176" fmla="*/ 1589627 w 3969572"/>
                <a:gd name="connsiteY1176" fmla="*/ 2904371 h 4438809"/>
                <a:gd name="connsiteX1177" fmla="*/ 1558312 w 3969572"/>
                <a:gd name="connsiteY1177" fmla="*/ 2888714 h 4438809"/>
                <a:gd name="connsiteX1178" fmla="*/ 1542654 w 3969572"/>
                <a:gd name="connsiteY1178" fmla="*/ 2873056 h 4438809"/>
                <a:gd name="connsiteX1179" fmla="*/ 1503511 w 3969572"/>
                <a:gd name="connsiteY1179" fmla="*/ 2810426 h 4438809"/>
                <a:gd name="connsiteX1180" fmla="*/ 1519168 w 3969572"/>
                <a:gd name="connsiteY1180" fmla="*/ 2802597 h 4438809"/>
                <a:gd name="connsiteX1181" fmla="*/ 1558312 w 3969572"/>
                <a:gd name="connsiteY1181" fmla="*/ 2755625 h 4438809"/>
                <a:gd name="connsiteX1182" fmla="*/ 1624856 w 3969572"/>
                <a:gd name="connsiteY1182" fmla="*/ 2771282 h 4438809"/>
                <a:gd name="connsiteX1183" fmla="*/ 1597456 w 3969572"/>
                <a:gd name="connsiteY1183" fmla="*/ 2743882 h 4438809"/>
                <a:gd name="connsiteX1184" fmla="*/ 1664000 w 3969572"/>
                <a:gd name="connsiteY1184" fmla="*/ 2755625 h 4438809"/>
                <a:gd name="connsiteX1185" fmla="*/ 1667915 w 3969572"/>
                <a:gd name="connsiteY1185" fmla="*/ 2732138 h 4438809"/>
                <a:gd name="connsiteX1186" fmla="*/ 1714887 w 3969572"/>
                <a:gd name="connsiteY1186" fmla="*/ 2728224 h 4438809"/>
                <a:gd name="connsiteX1187" fmla="*/ 1695315 w 3969572"/>
                <a:gd name="connsiteY1187" fmla="*/ 2739967 h 4438809"/>
                <a:gd name="connsiteX1188" fmla="*/ 1648343 w 3969572"/>
                <a:gd name="connsiteY1188" fmla="*/ 2755625 h 4438809"/>
                <a:gd name="connsiteX1189" fmla="*/ 1644428 w 3969572"/>
                <a:gd name="connsiteY1189" fmla="*/ 2786940 h 4438809"/>
                <a:gd name="connsiteX1190" fmla="*/ 1742288 w 3969572"/>
                <a:gd name="connsiteY1190" fmla="*/ 2802597 h 4438809"/>
                <a:gd name="connsiteX1191" fmla="*/ 1808833 w 3969572"/>
                <a:gd name="connsiteY1191" fmla="*/ 2783025 h 4438809"/>
                <a:gd name="connsiteX1192" fmla="*/ 1769689 w 3969572"/>
                <a:gd name="connsiteY1192" fmla="*/ 2814340 h 4438809"/>
                <a:gd name="connsiteX1193" fmla="*/ 1761860 w 3969572"/>
                <a:gd name="connsiteY1193" fmla="*/ 2841741 h 4438809"/>
                <a:gd name="connsiteX1194" fmla="*/ 1714887 w 3969572"/>
                <a:gd name="connsiteY1194" fmla="*/ 2841741 h 4438809"/>
                <a:gd name="connsiteX1195" fmla="*/ 1691401 w 3969572"/>
                <a:gd name="connsiteY1195" fmla="*/ 2802597 h 4438809"/>
                <a:gd name="connsiteX1196" fmla="*/ 1644428 w 3969572"/>
                <a:gd name="connsiteY1196" fmla="*/ 2806512 h 4438809"/>
                <a:gd name="connsiteX1197" fmla="*/ 1558312 w 3969572"/>
                <a:gd name="connsiteY1197" fmla="*/ 2837827 h 4438809"/>
                <a:gd name="connsiteX1198" fmla="*/ 1558312 w 3969572"/>
                <a:gd name="connsiteY1198" fmla="*/ 2826084 h 4438809"/>
                <a:gd name="connsiteX1199" fmla="*/ 1534826 w 3969572"/>
                <a:gd name="connsiteY1199" fmla="*/ 2857399 h 4438809"/>
                <a:gd name="connsiteX1200" fmla="*/ 1605285 w 3969572"/>
                <a:gd name="connsiteY1200" fmla="*/ 2888714 h 4438809"/>
                <a:gd name="connsiteX1201" fmla="*/ 1628771 w 3969572"/>
                <a:gd name="connsiteY1201" fmla="*/ 2869142 h 4438809"/>
                <a:gd name="connsiteX1202" fmla="*/ 1632685 w 3969572"/>
                <a:gd name="connsiteY1202" fmla="*/ 2841741 h 4438809"/>
                <a:gd name="connsiteX1203" fmla="*/ 1656172 w 3969572"/>
                <a:gd name="connsiteY1203" fmla="*/ 2857399 h 4438809"/>
                <a:gd name="connsiteX1204" fmla="*/ 1691401 w 3969572"/>
                <a:gd name="connsiteY1204" fmla="*/ 2853484 h 4438809"/>
                <a:gd name="connsiteX1205" fmla="*/ 1660086 w 3969572"/>
                <a:gd name="connsiteY1205" fmla="*/ 2865227 h 4438809"/>
                <a:gd name="connsiteX1206" fmla="*/ 1620942 w 3969572"/>
                <a:gd name="connsiteY1206" fmla="*/ 2884799 h 4438809"/>
                <a:gd name="connsiteX1207" fmla="*/ 1644428 w 3969572"/>
                <a:gd name="connsiteY1207" fmla="*/ 2900457 h 4438809"/>
                <a:gd name="connsiteX1208" fmla="*/ 1605285 w 3969572"/>
                <a:gd name="connsiteY1208" fmla="*/ 2920029 h 4438809"/>
                <a:gd name="connsiteX1209" fmla="*/ 1558312 w 3969572"/>
                <a:gd name="connsiteY1209" fmla="*/ 2951344 h 4438809"/>
                <a:gd name="connsiteX1210" fmla="*/ 1566141 w 3969572"/>
                <a:gd name="connsiteY1210" fmla="*/ 2990488 h 4438809"/>
                <a:gd name="connsiteX1211" fmla="*/ 1550483 w 3969572"/>
                <a:gd name="connsiteY1211" fmla="*/ 3013974 h 4438809"/>
                <a:gd name="connsiteX1212" fmla="*/ 1550483 w 3969572"/>
                <a:gd name="connsiteY1212" fmla="*/ 2990488 h 4438809"/>
                <a:gd name="connsiteX1213" fmla="*/ 1448709 w 3969572"/>
                <a:gd name="connsiteY1213" fmla="*/ 2982659 h 4438809"/>
                <a:gd name="connsiteX1214" fmla="*/ 1448709 w 3969572"/>
                <a:gd name="connsiteY1214" fmla="*/ 3029632 h 4438809"/>
                <a:gd name="connsiteX1215" fmla="*/ 1472196 w 3969572"/>
                <a:gd name="connsiteY1215" fmla="*/ 3037460 h 4438809"/>
                <a:gd name="connsiteX1216" fmla="*/ 1464367 w 3969572"/>
                <a:gd name="connsiteY1216" fmla="*/ 3064861 h 4438809"/>
                <a:gd name="connsiteX1217" fmla="*/ 1519168 w 3969572"/>
                <a:gd name="connsiteY1217" fmla="*/ 3064861 h 4438809"/>
                <a:gd name="connsiteX1218" fmla="*/ 1511339 w 3969572"/>
                <a:gd name="connsiteY1218" fmla="*/ 3041375 h 4438809"/>
                <a:gd name="connsiteX1219" fmla="*/ 1534826 w 3969572"/>
                <a:gd name="connsiteY1219" fmla="*/ 3021803 h 4438809"/>
                <a:gd name="connsiteX1220" fmla="*/ 1519168 w 3969572"/>
                <a:gd name="connsiteY1220" fmla="*/ 3053118 h 4438809"/>
                <a:gd name="connsiteX1221" fmla="*/ 1542654 w 3969572"/>
                <a:gd name="connsiteY1221" fmla="*/ 3053118 h 4438809"/>
                <a:gd name="connsiteX1222" fmla="*/ 1542654 w 3969572"/>
                <a:gd name="connsiteY1222" fmla="*/ 3021803 h 4438809"/>
                <a:gd name="connsiteX1223" fmla="*/ 1589627 w 3969572"/>
                <a:gd name="connsiteY1223" fmla="*/ 3017888 h 4438809"/>
                <a:gd name="connsiteX1224" fmla="*/ 1597456 w 3969572"/>
                <a:gd name="connsiteY1224" fmla="*/ 3010060 h 4438809"/>
                <a:gd name="connsiteX1225" fmla="*/ 1609199 w 3969572"/>
                <a:gd name="connsiteY1225" fmla="*/ 2974830 h 4438809"/>
                <a:gd name="connsiteX1226" fmla="*/ 1613113 w 3969572"/>
                <a:gd name="connsiteY1226" fmla="*/ 3049203 h 4438809"/>
                <a:gd name="connsiteX1227" fmla="*/ 1558312 w 3969572"/>
                <a:gd name="connsiteY1227" fmla="*/ 3053118 h 4438809"/>
                <a:gd name="connsiteX1228" fmla="*/ 1562226 w 3969572"/>
                <a:gd name="connsiteY1228" fmla="*/ 3084433 h 4438809"/>
                <a:gd name="connsiteX1229" fmla="*/ 1581798 w 3969572"/>
                <a:gd name="connsiteY1229" fmla="*/ 3084433 h 4438809"/>
                <a:gd name="connsiteX1230" fmla="*/ 1511339 w 3969572"/>
                <a:gd name="connsiteY1230" fmla="*/ 3107919 h 4438809"/>
                <a:gd name="connsiteX1231" fmla="*/ 1523083 w 3969572"/>
                <a:gd name="connsiteY1231" fmla="*/ 3123577 h 4438809"/>
                <a:gd name="connsiteX1232" fmla="*/ 1589627 w 3969572"/>
                <a:gd name="connsiteY1232" fmla="*/ 3119662 h 4438809"/>
                <a:gd name="connsiteX1233" fmla="*/ 1601370 w 3969572"/>
                <a:gd name="connsiteY1233" fmla="*/ 3162721 h 4438809"/>
                <a:gd name="connsiteX1234" fmla="*/ 1601370 w 3969572"/>
                <a:gd name="connsiteY1234" fmla="*/ 3201864 h 4438809"/>
                <a:gd name="connsiteX1235" fmla="*/ 1593541 w 3969572"/>
                <a:gd name="connsiteY1235" fmla="*/ 3186207 h 4438809"/>
                <a:gd name="connsiteX1236" fmla="*/ 1558312 w 3969572"/>
                <a:gd name="connsiteY1236" fmla="*/ 3237094 h 4438809"/>
                <a:gd name="connsiteX1237" fmla="*/ 1573970 w 3969572"/>
                <a:gd name="connsiteY1237" fmla="*/ 3248837 h 4438809"/>
                <a:gd name="connsiteX1238" fmla="*/ 1589627 w 3969572"/>
                <a:gd name="connsiteY1238" fmla="*/ 3295810 h 4438809"/>
                <a:gd name="connsiteX1239" fmla="*/ 1566141 w 3969572"/>
                <a:gd name="connsiteY1239" fmla="*/ 3295810 h 4438809"/>
                <a:gd name="connsiteX1240" fmla="*/ 1566141 w 3969572"/>
                <a:gd name="connsiteY1240" fmla="*/ 3327125 h 4438809"/>
                <a:gd name="connsiteX1241" fmla="*/ 1597456 w 3969572"/>
                <a:gd name="connsiteY1241" fmla="*/ 3346697 h 4438809"/>
                <a:gd name="connsiteX1242" fmla="*/ 1558312 w 3969572"/>
                <a:gd name="connsiteY1242" fmla="*/ 3417156 h 4438809"/>
                <a:gd name="connsiteX1243" fmla="*/ 1581798 w 3969572"/>
                <a:gd name="connsiteY1243" fmla="*/ 3432813 h 4438809"/>
                <a:gd name="connsiteX1244" fmla="*/ 1581798 w 3969572"/>
                <a:gd name="connsiteY1244" fmla="*/ 3475871 h 4438809"/>
                <a:gd name="connsiteX1245" fmla="*/ 1558312 w 3969572"/>
                <a:gd name="connsiteY1245" fmla="*/ 3479786 h 4438809"/>
                <a:gd name="connsiteX1246" fmla="*/ 1585713 w 3969572"/>
                <a:gd name="connsiteY1246" fmla="*/ 3483700 h 4438809"/>
                <a:gd name="connsiteX1247" fmla="*/ 1573970 w 3969572"/>
                <a:gd name="connsiteY1247" fmla="*/ 3534587 h 4438809"/>
                <a:gd name="connsiteX1248" fmla="*/ 1581798 w 3969572"/>
                <a:gd name="connsiteY1248" fmla="*/ 3734221 h 4438809"/>
                <a:gd name="connsiteX1249" fmla="*/ 1581798 w 3969572"/>
                <a:gd name="connsiteY1249" fmla="*/ 3781193 h 4438809"/>
                <a:gd name="connsiteX1250" fmla="*/ 1570055 w 3969572"/>
                <a:gd name="connsiteY1250" fmla="*/ 4055200 h 4438809"/>
                <a:gd name="connsiteX1251" fmla="*/ 1589627 w 3969572"/>
                <a:gd name="connsiteY1251" fmla="*/ 4070858 h 4438809"/>
                <a:gd name="connsiteX1252" fmla="*/ 1589627 w 3969572"/>
                <a:gd name="connsiteY1252" fmla="*/ 4094344 h 4438809"/>
                <a:gd name="connsiteX1253" fmla="*/ 1585713 w 3969572"/>
                <a:gd name="connsiteY1253" fmla="*/ 4172632 h 4438809"/>
                <a:gd name="connsiteX1254" fmla="*/ 1558312 w 3969572"/>
                <a:gd name="connsiteY1254" fmla="*/ 4164803 h 4438809"/>
                <a:gd name="connsiteX1255" fmla="*/ 1558312 w 3969572"/>
                <a:gd name="connsiteY1255" fmla="*/ 4188289 h 4438809"/>
                <a:gd name="connsiteX1256" fmla="*/ 1515254 w 3969572"/>
                <a:gd name="connsiteY1256" fmla="*/ 4188289 h 4438809"/>
                <a:gd name="connsiteX1257" fmla="*/ 1515254 w 3969572"/>
                <a:gd name="connsiteY1257" fmla="*/ 4274406 h 4438809"/>
                <a:gd name="connsiteX1258" fmla="*/ 1550483 w 3969572"/>
                <a:gd name="connsiteY1258" fmla="*/ 4250919 h 4438809"/>
                <a:gd name="connsiteX1259" fmla="*/ 1601370 w 3969572"/>
                <a:gd name="connsiteY1259" fmla="*/ 4250919 h 4438809"/>
                <a:gd name="connsiteX1260" fmla="*/ 1589627 w 3969572"/>
                <a:gd name="connsiteY1260" fmla="*/ 4270491 h 4438809"/>
                <a:gd name="connsiteX1261" fmla="*/ 1597456 w 3969572"/>
                <a:gd name="connsiteY1261" fmla="*/ 4293978 h 4438809"/>
                <a:gd name="connsiteX1262" fmla="*/ 1624856 w 3969572"/>
                <a:gd name="connsiteY1262" fmla="*/ 4290063 h 4438809"/>
                <a:gd name="connsiteX1263" fmla="*/ 1620942 w 3969572"/>
                <a:gd name="connsiteY1263" fmla="*/ 4309635 h 4438809"/>
                <a:gd name="connsiteX1264" fmla="*/ 1660086 w 3969572"/>
                <a:gd name="connsiteY1264" fmla="*/ 4325293 h 4438809"/>
                <a:gd name="connsiteX1265" fmla="*/ 1660086 w 3969572"/>
                <a:gd name="connsiteY1265" fmla="*/ 4372265 h 4438809"/>
                <a:gd name="connsiteX1266" fmla="*/ 1734459 w 3969572"/>
                <a:gd name="connsiteY1266" fmla="*/ 4352693 h 4438809"/>
                <a:gd name="connsiteX1267" fmla="*/ 1730545 w 3969572"/>
                <a:gd name="connsiteY1267" fmla="*/ 4372265 h 4438809"/>
                <a:gd name="connsiteX1268" fmla="*/ 1761860 w 3969572"/>
                <a:gd name="connsiteY1268" fmla="*/ 4391837 h 4438809"/>
                <a:gd name="connsiteX1269" fmla="*/ 1722716 w 3969572"/>
                <a:gd name="connsiteY1269" fmla="*/ 4395752 h 4438809"/>
                <a:gd name="connsiteX1270" fmla="*/ 1726630 w 3969572"/>
                <a:gd name="connsiteY1270" fmla="*/ 4415323 h 4438809"/>
                <a:gd name="connsiteX1271" fmla="*/ 1683572 w 3969572"/>
                <a:gd name="connsiteY1271" fmla="*/ 4387923 h 4438809"/>
                <a:gd name="connsiteX1272" fmla="*/ 1691401 w 3969572"/>
                <a:gd name="connsiteY1272" fmla="*/ 4399666 h 4438809"/>
                <a:gd name="connsiteX1273" fmla="*/ 1667915 w 3969572"/>
                <a:gd name="connsiteY1273" fmla="*/ 4411409 h 4438809"/>
                <a:gd name="connsiteX1274" fmla="*/ 1671829 w 3969572"/>
                <a:gd name="connsiteY1274" fmla="*/ 4438810 h 4438809"/>
                <a:gd name="connsiteX1275" fmla="*/ 1570055 w 3969572"/>
                <a:gd name="connsiteY1275" fmla="*/ 4430981 h 4438809"/>
                <a:gd name="connsiteX1276" fmla="*/ 1558312 w 3969572"/>
                <a:gd name="connsiteY1276" fmla="*/ 4423152 h 4438809"/>
                <a:gd name="connsiteX1277" fmla="*/ 1581798 w 3969572"/>
                <a:gd name="connsiteY1277" fmla="*/ 4407495 h 4438809"/>
                <a:gd name="connsiteX1278" fmla="*/ 1562226 w 3969572"/>
                <a:gd name="connsiteY1278" fmla="*/ 4407495 h 4438809"/>
                <a:gd name="connsiteX1279" fmla="*/ 1558312 w 3969572"/>
                <a:gd name="connsiteY1279" fmla="*/ 4384008 h 4438809"/>
                <a:gd name="connsiteX1280" fmla="*/ 1487853 w 3969572"/>
                <a:gd name="connsiteY1280" fmla="*/ 4360522 h 4438809"/>
                <a:gd name="connsiteX1281" fmla="*/ 1487853 w 3969572"/>
                <a:gd name="connsiteY1281" fmla="*/ 4337036 h 4438809"/>
                <a:gd name="connsiteX1282" fmla="*/ 1523083 w 3969572"/>
                <a:gd name="connsiteY1282" fmla="*/ 4352693 h 4438809"/>
                <a:gd name="connsiteX1283" fmla="*/ 1558312 w 3969572"/>
                <a:gd name="connsiteY1283" fmla="*/ 4344865 h 4438809"/>
                <a:gd name="connsiteX1284" fmla="*/ 1558312 w 3969572"/>
                <a:gd name="connsiteY1284" fmla="*/ 4313550 h 4438809"/>
                <a:gd name="connsiteX1285" fmla="*/ 1495682 w 3969572"/>
                <a:gd name="connsiteY1285" fmla="*/ 4258748 h 4438809"/>
                <a:gd name="connsiteX1286" fmla="*/ 1472196 w 3969572"/>
                <a:gd name="connsiteY1286" fmla="*/ 4258748 h 4438809"/>
                <a:gd name="connsiteX1287" fmla="*/ 1472196 w 3969572"/>
                <a:gd name="connsiteY1287" fmla="*/ 4282234 h 4438809"/>
                <a:gd name="connsiteX1288" fmla="*/ 1425223 w 3969572"/>
                <a:gd name="connsiteY1288" fmla="*/ 4262663 h 4438809"/>
                <a:gd name="connsiteX1289" fmla="*/ 1476110 w 3969572"/>
                <a:gd name="connsiteY1289" fmla="*/ 4243091 h 4438809"/>
                <a:gd name="connsiteX1290" fmla="*/ 1503511 w 3969572"/>
                <a:gd name="connsiteY1290" fmla="*/ 4243091 h 4438809"/>
                <a:gd name="connsiteX1291" fmla="*/ 1472196 w 3969572"/>
                <a:gd name="connsiteY1291" fmla="*/ 4235262 h 4438809"/>
                <a:gd name="connsiteX1292" fmla="*/ 1464367 w 3969572"/>
                <a:gd name="connsiteY1292" fmla="*/ 4211776 h 4438809"/>
                <a:gd name="connsiteX1293" fmla="*/ 1386079 w 3969572"/>
                <a:gd name="connsiteY1293" fmla="*/ 4227433 h 4438809"/>
                <a:gd name="connsiteX1294" fmla="*/ 1378250 w 3969572"/>
                <a:gd name="connsiteY1294" fmla="*/ 4215690 h 4438809"/>
                <a:gd name="connsiteX1295" fmla="*/ 1417394 w 3969572"/>
                <a:gd name="connsiteY1295" fmla="*/ 4168717 h 4438809"/>
                <a:gd name="connsiteX1296" fmla="*/ 1401737 w 3969572"/>
                <a:gd name="connsiteY1296" fmla="*/ 4137402 h 4438809"/>
                <a:gd name="connsiteX1297" fmla="*/ 1433052 w 3969572"/>
                <a:gd name="connsiteY1297" fmla="*/ 4129573 h 4438809"/>
                <a:gd name="connsiteX1298" fmla="*/ 1421309 w 3969572"/>
                <a:gd name="connsiteY1298" fmla="*/ 4110001 h 4438809"/>
                <a:gd name="connsiteX1299" fmla="*/ 1339107 w 3969572"/>
                <a:gd name="connsiteY1299" fmla="*/ 4090430 h 4438809"/>
                <a:gd name="connsiteX1300" fmla="*/ 1386079 w 3969572"/>
                <a:gd name="connsiteY1300" fmla="*/ 4066943 h 4438809"/>
                <a:gd name="connsiteX1301" fmla="*/ 1362593 w 3969572"/>
                <a:gd name="connsiteY1301" fmla="*/ 4051286 h 4438809"/>
                <a:gd name="connsiteX1302" fmla="*/ 1393908 w 3969572"/>
                <a:gd name="connsiteY1302" fmla="*/ 4008227 h 4438809"/>
                <a:gd name="connsiteX1303" fmla="*/ 1425223 w 3969572"/>
                <a:gd name="connsiteY1303" fmla="*/ 4055200 h 4438809"/>
                <a:gd name="connsiteX1304" fmla="*/ 1448709 w 3969572"/>
                <a:gd name="connsiteY1304" fmla="*/ 4051286 h 4438809"/>
                <a:gd name="connsiteX1305" fmla="*/ 1444795 w 3969572"/>
                <a:gd name="connsiteY1305" fmla="*/ 4031714 h 4438809"/>
                <a:gd name="connsiteX1306" fmla="*/ 1468281 w 3969572"/>
                <a:gd name="connsiteY1306" fmla="*/ 4078686 h 4438809"/>
                <a:gd name="connsiteX1307" fmla="*/ 1452624 w 3969572"/>
                <a:gd name="connsiteY1307" fmla="*/ 4063029 h 4438809"/>
                <a:gd name="connsiteX1308" fmla="*/ 1433052 w 3969572"/>
                <a:gd name="connsiteY1308" fmla="*/ 4098258 h 4438809"/>
                <a:gd name="connsiteX1309" fmla="*/ 1468281 w 3969572"/>
                <a:gd name="connsiteY1309" fmla="*/ 4110001 h 4438809"/>
                <a:gd name="connsiteX1310" fmla="*/ 1472196 w 3969572"/>
                <a:gd name="connsiteY1310" fmla="*/ 4086515 h 4438809"/>
                <a:gd name="connsiteX1311" fmla="*/ 1530911 w 3969572"/>
                <a:gd name="connsiteY1311" fmla="*/ 4086515 h 4438809"/>
                <a:gd name="connsiteX1312" fmla="*/ 1573970 w 3969572"/>
                <a:gd name="connsiteY1312" fmla="*/ 4102173 h 4438809"/>
                <a:gd name="connsiteX1313" fmla="*/ 1554398 w 3969572"/>
                <a:gd name="connsiteY1313" fmla="*/ 4055200 h 4438809"/>
                <a:gd name="connsiteX1314" fmla="*/ 1550483 w 3969572"/>
                <a:gd name="connsiteY1314" fmla="*/ 4078686 h 4438809"/>
                <a:gd name="connsiteX1315" fmla="*/ 1448709 w 3969572"/>
                <a:gd name="connsiteY1315" fmla="*/ 4019971 h 4438809"/>
                <a:gd name="connsiteX1316" fmla="*/ 1483939 w 3969572"/>
                <a:gd name="connsiteY1316" fmla="*/ 4023885 h 4438809"/>
                <a:gd name="connsiteX1317" fmla="*/ 1491767 w 3969572"/>
                <a:gd name="connsiteY1317" fmla="*/ 3992570 h 4438809"/>
                <a:gd name="connsiteX1318" fmla="*/ 1460452 w 3969572"/>
                <a:gd name="connsiteY1318" fmla="*/ 4008227 h 4438809"/>
                <a:gd name="connsiteX1319" fmla="*/ 1417394 w 3969572"/>
                <a:gd name="connsiteY1319" fmla="*/ 3926025 h 4438809"/>
                <a:gd name="connsiteX1320" fmla="*/ 1425223 w 3969572"/>
                <a:gd name="connsiteY1320" fmla="*/ 3726392 h 4438809"/>
                <a:gd name="connsiteX1321" fmla="*/ 1448709 w 3969572"/>
                <a:gd name="connsiteY1321" fmla="*/ 3726392 h 4438809"/>
                <a:gd name="connsiteX1322" fmla="*/ 1448709 w 3969572"/>
                <a:gd name="connsiteY1322" fmla="*/ 3702906 h 4438809"/>
                <a:gd name="connsiteX1323" fmla="*/ 1425223 w 3969572"/>
                <a:gd name="connsiteY1323" fmla="*/ 3702906 h 4438809"/>
                <a:gd name="connsiteX1324" fmla="*/ 1425223 w 3969572"/>
                <a:gd name="connsiteY1324" fmla="*/ 3648104 h 4438809"/>
                <a:gd name="connsiteX1325" fmla="*/ 1448709 w 3969572"/>
                <a:gd name="connsiteY1325" fmla="*/ 3648104 h 4438809"/>
                <a:gd name="connsiteX1326" fmla="*/ 1460452 w 3969572"/>
                <a:gd name="connsiteY1326" fmla="*/ 3648104 h 4438809"/>
                <a:gd name="connsiteX1327" fmla="*/ 1468281 w 3969572"/>
                <a:gd name="connsiteY1327" fmla="*/ 3640275 h 4438809"/>
                <a:gd name="connsiteX1328" fmla="*/ 1468281 w 3969572"/>
                <a:gd name="connsiteY1328" fmla="*/ 3499358 h 4438809"/>
                <a:gd name="connsiteX1329" fmla="*/ 1433052 w 3969572"/>
                <a:gd name="connsiteY1329" fmla="*/ 3507186 h 4438809"/>
                <a:gd name="connsiteX1330" fmla="*/ 1425223 w 3969572"/>
                <a:gd name="connsiteY1330" fmla="*/ 3468043 h 4438809"/>
                <a:gd name="connsiteX1331" fmla="*/ 1448709 w 3969572"/>
                <a:gd name="connsiteY1331" fmla="*/ 3468043 h 4438809"/>
                <a:gd name="connsiteX1332" fmla="*/ 1425223 w 3969572"/>
                <a:gd name="connsiteY1332" fmla="*/ 3397584 h 4438809"/>
                <a:gd name="connsiteX1333" fmla="*/ 1429137 w 3969572"/>
                <a:gd name="connsiteY1333" fmla="*/ 3374097 h 4438809"/>
                <a:gd name="connsiteX1334" fmla="*/ 1444795 w 3969572"/>
                <a:gd name="connsiteY1334" fmla="*/ 3327125 h 4438809"/>
                <a:gd name="connsiteX1335" fmla="*/ 1425223 w 3969572"/>
                <a:gd name="connsiteY1335" fmla="*/ 3331039 h 4438809"/>
                <a:gd name="connsiteX1336" fmla="*/ 1468281 w 3969572"/>
                <a:gd name="connsiteY1336" fmla="*/ 3327125 h 4438809"/>
                <a:gd name="connsiteX1337" fmla="*/ 1472196 w 3969572"/>
                <a:gd name="connsiteY1337" fmla="*/ 3287981 h 4438809"/>
                <a:gd name="connsiteX1338" fmla="*/ 1511339 w 3969572"/>
                <a:gd name="connsiteY1338" fmla="*/ 3287981 h 4438809"/>
                <a:gd name="connsiteX1339" fmla="*/ 1511339 w 3969572"/>
                <a:gd name="connsiteY1339" fmla="*/ 3319296 h 4438809"/>
                <a:gd name="connsiteX1340" fmla="*/ 1503511 w 3969572"/>
                <a:gd name="connsiteY1340" fmla="*/ 3342782 h 4438809"/>
                <a:gd name="connsiteX1341" fmla="*/ 1550483 w 3969572"/>
                <a:gd name="connsiteY1341" fmla="*/ 3315382 h 4438809"/>
                <a:gd name="connsiteX1342" fmla="*/ 1542654 w 3969572"/>
                <a:gd name="connsiteY1342" fmla="*/ 3256666 h 4438809"/>
                <a:gd name="connsiteX1343" fmla="*/ 1491767 w 3969572"/>
                <a:gd name="connsiteY1343" fmla="*/ 3256666 h 4438809"/>
                <a:gd name="connsiteX1344" fmla="*/ 1483939 w 3969572"/>
                <a:gd name="connsiteY1344" fmla="*/ 3280152 h 4438809"/>
                <a:gd name="connsiteX1345" fmla="*/ 1421309 w 3969572"/>
                <a:gd name="connsiteY1345" fmla="*/ 3225351 h 4438809"/>
                <a:gd name="connsiteX1346" fmla="*/ 1409565 w 3969572"/>
                <a:gd name="connsiteY1346" fmla="*/ 3233180 h 4438809"/>
                <a:gd name="connsiteX1347" fmla="*/ 1382165 w 3969572"/>
                <a:gd name="connsiteY1347" fmla="*/ 3217522 h 4438809"/>
                <a:gd name="connsiteX1348" fmla="*/ 1378250 w 3969572"/>
                <a:gd name="connsiteY1348" fmla="*/ 3233180 h 4438809"/>
                <a:gd name="connsiteX1349" fmla="*/ 1362593 w 3969572"/>
                <a:gd name="connsiteY1349" fmla="*/ 3194036 h 4438809"/>
                <a:gd name="connsiteX1350" fmla="*/ 1362593 w 3969572"/>
                <a:gd name="connsiteY1350" fmla="*/ 3182293 h 4438809"/>
                <a:gd name="connsiteX1351" fmla="*/ 1374336 w 3969572"/>
                <a:gd name="connsiteY1351" fmla="*/ 3154892 h 4438809"/>
                <a:gd name="connsiteX1352" fmla="*/ 1354764 w 3969572"/>
                <a:gd name="connsiteY1352" fmla="*/ 3158806 h 4438809"/>
                <a:gd name="connsiteX1353" fmla="*/ 1331278 w 3969572"/>
                <a:gd name="connsiteY1353" fmla="*/ 3131406 h 4438809"/>
                <a:gd name="connsiteX1354" fmla="*/ 1421309 w 3969572"/>
                <a:gd name="connsiteY1354" fmla="*/ 3131406 h 4438809"/>
                <a:gd name="connsiteX1355" fmla="*/ 1401737 w 3969572"/>
                <a:gd name="connsiteY1355" fmla="*/ 3088347 h 4438809"/>
                <a:gd name="connsiteX1356" fmla="*/ 1456538 w 3969572"/>
                <a:gd name="connsiteY1356" fmla="*/ 3072690 h 4438809"/>
                <a:gd name="connsiteX1357" fmla="*/ 1429137 w 3969572"/>
                <a:gd name="connsiteY1357" fmla="*/ 3053118 h 4438809"/>
                <a:gd name="connsiteX1358" fmla="*/ 1417394 w 3969572"/>
                <a:gd name="connsiteY1358" fmla="*/ 3076604 h 4438809"/>
                <a:gd name="connsiteX1359" fmla="*/ 1354764 w 3969572"/>
                <a:gd name="connsiteY1359" fmla="*/ 3060947 h 4438809"/>
                <a:gd name="connsiteX1360" fmla="*/ 1386079 w 3969572"/>
                <a:gd name="connsiteY1360" fmla="*/ 3049203 h 4438809"/>
                <a:gd name="connsiteX1361" fmla="*/ 1358678 w 3969572"/>
                <a:gd name="connsiteY1361" fmla="*/ 3006145 h 4438809"/>
                <a:gd name="connsiteX1362" fmla="*/ 1284305 w 3969572"/>
                <a:gd name="connsiteY1362" fmla="*/ 2998317 h 4438809"/>
                <a:gd name="connsiteX1363" fmla="*/ 1237333 w 3969572"/>
                <a:gd name="connsiteY1363" fmla="*/ 2998317 h 4438809"/>
                <a:gd name="connsiteX1364" fmla="*/ 1221675 w 3969572"/>
                <a:gd name="connsiteY1364" fmla="*/ 3010060 h 4438809"/>
                <a:gd name="connsiteX1365" fmla="*/ 1260819 w 3969572"/>
                <a:gd name="connsiteY1365" fmla="*/ 3017888 h 4438809"/>
                <a:gd name="connsiteX1366" fmla="*/ 1213846 w 3969572"/>
                <a:gd name="connsiteY1366" fmla="*/ 3021803 h 4438809"/>
                <a:gd name="connsiteX1367" fmla="*/ 1198189 w 3969572"/>
                <a:gd name="connsiteY1367" fmla="*/ 3053118 h 4438809"/>
                <a:gd name="connsiteX1368" fmla="*/ 1057271 w 3969572"/>
                <a:gd name="connsiteY1368" fmla="*/ 3053118 h 4438809"/>
                <a:gd name="connsiteX1369" fmla="*/ 1072928 w 3969572"/>
                <a:gd name="connsiteY1369" fmla="*/ 3029632 h 4438809"/>
                <a:gd name="connsiteX1370" fmla="*/ 1053357 w 3969572"/>
                <a:gd name="connsiteY1370" fmla="*/ 3021803 h 4438809"/>
                <a:gd name="connsiteX1371" fmla="*/ 1049442 w 3969572"/>
                <a:gd name="connsiteY1371" fmla="*/ 3010060 h 4438809"/>
                <a:gd name="connsiteX1372" fmla="*/ 1010298 w 3969572"/>
                <a:gd name="connsiteY1372" fmla="*/ 2998317 h 4438809"/>
                <a:gd name="connsiteX1373" fmla="*/ 912439 w 3969572"/>
                <a:gd name="connsiteY1373" fmla="*/ 3037460 h 4438809"/>
                <a:gd name="connsiteX1374" fmla="*/ 759778 w 3969572"/>
                <a:gd name="connsiteY1374" fmla="*/ 3021803 h 4438809"/>
                <a:gd name="connsiteX1375" fmla="*/ 595374 w 3969572"/>
                <a:gd name="connsiteY1375" fmla="*/ 3037460 h 4438809"/>
                <a:gd name="connsiteX1376" fmla="*/ 595374 w 3969572"/>
                <a:gd name="connsiteY1376" fmla="*/ 3060947 h 4438809"/>
                <a:gd name="connsiteX1377" fmla="*/ 540572 w 3969572"/>
                <a:gd name="connsiteY1377" fmla="*/ 3033546 h 4438809"/>
                <a:gd name="connsiteX1378" fmla="*/ 634517 w 3969572"/>
                <a:gd name="connsiteY1378" fmla="*/ 3025717 h 4438809"/>
                <a:gd name="connsiteX1379" fmla="*/ 493600 w 3969572"/>
                <a:gd name="connsiteY1379" fmla="*/ 3029632 h 4438809"/>
                <a:gd name="connsiteX1380" fmla="*/ 524915 w 3969572"/>
                <a:gd name="connsiteY1380" fmla="*/ 3053118 h 4438809"/>
                <a:gd name="connsiteX1381" fmla="*/ 517086 w 3969572"/>
                <a:gd name="connsiteY1381" fmla="*/ 3060947 h 4438809"/>
                <a:gd name="connsiteX1382" fmla="*/ 454456 w 3969572"/>
                <a:gd name="connsiteY1382" fmla="*/ 3037460 h 4438809"/>
                <a:gd name="connsiteX1383" fmla="*/ 423141 w 3969572"/>
                <a:gd name="connsiteY1383" fmla="*/ 3037460 h 4438809"/>
                <a:gd name="connsiteX1384" fmla="*/ 423141 w 3969572"/>
                <a:gd name="connsiteY1384" fmla="*/ 3021803 h 4438809"/>
                <a:gd name="connsiteX1385" fmla="*/ 372254 w 3969572"/>
                <a:gd name="connsiteY1385" fmla="*/ 3037460 h 4438809"/>
                <a:gd name="connsiteX1386" fmla="*/ 297880 w 3969572"/>
                <a:gd name="connsiteY1386" fmla="*/ 3006145 h 4438809"/>
                <a:gd name="connsiteX1387" fmla="*/ 282223 w 3969572"/>
                <a:gd name="connsiteY1387" fmla="*/ 3025717 h 4438809"/>
                <a:gd name="connsiteX1388" fmla="*/ 293966 w 3969572"/>
                <a:gd name="connsiteY1388" fmla="*/ 3060947 h 4438809"/>
                <a:gd name="connsiteX1389" fmla="*/ 258737 w 3969572"/>
                <a:gd name="connsiteY1389" fmla="*/ 3041375 h 4438809"/>
                <a:gd name="connsiteX1390" fmla="*/ 297880 w 3969572"/>
                <a:gd name="connsiteY1390" fmla="*/ 3076604 h 4438809"/>
                <a:gd name="connsiteX1391" fmla="*/ 282223 w 3969572"/>
                <a:gd name="connsiteY1391" fmla="*/ 3096176 h 4438809"/>
                <a:gd name="connsiteX1392" fmla="*/ 321367 w 3969572"/>
                <a:gd name="connsiteY1392" fmla="*/ 3131406 h 4438809"/>
                <a:gd name="connsiteX1393" fmla="*/ 270480 w 3969572"/>
                <a:gd name="connsiteY1393" fmla="*/ 3209693 h 4438809"/>
                <a:gd name="connsiteX1394" fmla="*/ 270480 w 3969572"/>
                <a:gd name="connsiteY1394" fmla="*/ 3538501 h 4438809"/>
                <a:gd name="connsiteX1395" fmla="*/ 203935 w 3969572"/>
                <a:gd name="connsiteY1395" fmla="*/ 3511101 h 4438809"/>
                <a:gd name="connsiteX1396" fmla="*/ 188278 w 3969572"/>
                <a:gd name="connsiteY1396" fmla="*/ 3538501 h 4438809"/>
                <a:gd name="connsiteX1397" fmla="*/ 141305 w 3969572"/>
                <a:gd name="connsiteY1397" fmla="*/ 3538501 h 4438809"/>
                <a:gd name="connsiteX1398" fmla="*/ 387 w 3969572"/>
                <a:gd name="connsiteY1398" fmla="*/ 2129323 h 4438809"/>
                <a:gd name="connsiteX1399" fmla="*/ 8216 w 3969572"/>
                <a:gd name="connsiteY1399" fmla="*/ 1698741 h 4438809"/>
                <a:gd name="connsiteX1400" fmla="*/ 109990 w 3969572"/>
                <a:gd name="connsiteY1400" fmla="*/ 1158556 h 4438809"/>
                <a:gd name="connsiteX1401" fmla="*/ 125648 w 3969572"/>
                <a:gd name="connsiteY1401" fmla="*/ 1150727 h 4438809"/>
                <a:gd name="connsiteX1402" fmla="*/ 446627 w 3969572"/>
                <a:gd name="connsiteY1402" fmla="*/ 1158556 h 4438809"/>
                <a:gd name="connsiteX1403" fmla="*/ 521000 w 3969572"/>
                <a:gd name="connsiteY1403" fmla="*/ 1166385 h 4438809"/>
                <a:gd name="connsiteX1404" fmla="*/ 477942 w 3969572"/>
                <a:gd name="connsiteY1404" fmla="*/ 1103755 h 4438809"/>
                <a:gd name="connsiteX1405" fmla="*/ 462285 w 3969572"/>
                <a:gd name="connsiteY1405" fmla="*/ 1092012 h 4438809"/>
                <a:gd name="connsiteX1406" fmla="*/ 477942 w 3969572"/>
                <a:gd name="connsiteY1406" fmla="*/ 1048953 h 4438809"/>
                <a:gd name="connsiteX1407" fmla="*/ 524915 w 3969572"/>
                <a:gd name="connsiteY1407" fmla="*/ 1048953 h 4438809"/>
                <a:gd name="connsiteX1408" fmla="*/ 528829 w 3969572"/>
                <a:gd name="connsiteY1408" fmla="*/ 1072440 h 4438809"/>
                <a:gd name="connsiteX1409" fmla="*/ 532743 w 3969572"/>
                <a:gd name="connsiteY1409" fmla="*/ 1017638 h 4438809"/>
                <a:gd name="connsiteX1410" fmla="*/ 493600 w 3969572"/>
                <a:gd name="connsiteY1410" fmla="*/ 1001981 h 4438809"/>
                <a:gd name="connsiteX1411" fmla="*/ 532743 w 3969572"/>
                <a:gd name="connsiteY1411" fmla="*/ 986323 h 4438809"/>
                <a:gd name="connsiteX1412" fmla="*/ 532743 w 3969572"/>
                <a:gd name="connsiteY1412" fmla="*/ 853234 h 4438809"/>
                <a:gd name="connsiteX1413" fmla="*/ 493600 w 3969572"/>
                <a:gd name="connsiteY1413" fmla="*/ 857149 h 4438809"/>
                <a:gd name="connsiteX1414" fmla="*/ 505343 w 3969572"/>
                <a:gd name="connsiteY1414" fmla="*/ 814090 h 4438809"/>
                <a:gd name="connsiteX1415" fmla="*/ 532743 w 3969572"/>
                <a:gd name="connsiteY1415" fmla="*/ 821919 h 4438809"/>
                <a:gd name="connsiteX1416" fmla="*/ 528829 w 3969572"/>
                <a:gd name="connsiteY1416" fmla="*/ 774947 h 4438809"/>
                <a:gd name="connsiteX1417" fmla="*/ 521000 w 3969572"/>
                <a:gd name="connsiteY1417" fmla="*/ 782775 h 4438809"/>
                <a:gd name="connsiteX1418" fmla="*/ 501428 w 3969572"/>
                <a:gd name="connsiteY1418" fmla="*/ 755375 h 4438809"/>
                <a:gd name="connsiteX1419" fmla="*/ 501428 w 3969572"/>
                <a:gd name="connsiteY1419" fmla="*/ 739717 h 4438809"/>
                <a:gd name="connsiteX1420" fmla="*/ 477942 w 3969572"/>
                <a:gd name="connsiteY1420" fmla="*/ 767118 h 4438809"/>
                <a:gd name="connsiteX1421" fmla="*/ 470113 w 3969572"/>
                <a:gd name="connsiteY1421" fmla="*/ 735803 h 4438809"/>
                <a:gd name="connsiteX1422" fmla="*/ 509257 w 3969572"/>
                <a:gd name="connsiteY1422" fmla="*/ 708402 h 4438809"/>
                <a:gd name="connsiteX1423" fmla="*/ 407483 w 3969572"/>
                <a:gd name="connsiteY1423" fmla="*/ 790604 h 4438809"/>
                <a:gd name="connsiteX1424" fmla="*/ 423141 w 3969572"/>
                <a:gd name="connsiteY1424" fmla="*/ 829748 h 4438809"/>
                <a:gd name="connsiteX1425" fmla="*/ 360511 w 3969572"/>
                <a:gd name="connsiteY1425" fmla="*/ 790604 h 4438809"/>
                <a:gd name="connsiteX1426" fmla="*/ 446627 w 3969572"/>
                <a:gd name="connsiteY1426" fmla="*/ 708402 h 4438809"/>
                <a:gd name="connsiteX1427" fmla="*/ 423141 w 3969572"/>
                <a:gd name="connsiteY1427" fmla="*/ 688830 h 4438809"/>
                <a:gd name="connsiteX1428" fmla="*/ 423141 w 3969572"/>
                <a:gd name="connsiteY1428" fmla="*/ 704488 h 4438809"/>
                <a:gd name="connsiteX1429" fmla="*/ 407483 w 3969572"/>
                <a:gd name="connsiteY1429" fmla="*/ 708402 h 4438809"/>
                <a:gd name="connsiteX1430" fmla="*/ 399654 w 3969572"/>
                <a:gd name="connsiteY1430" fmla="*/ 665344 h 4438809"/>
                <a:gd name="connsiteX1431" fmla="*/ 360511 w 3969572"/>
                <a:gd name="connsiteY1431" fmla="*/ 712316 h 4438809"/>
                <a:gd name="connsiteX1432" fmla="*/ 399654 w 3969572"/>
                <a:gd name="connsiteY1432" fmla="*/ 743631 h 4438809"/>
                <a:gd name="connsiteX1433" fmla="*/ 333110 w 3969572"/>
                <a:gd name="connsiteY1433" fmla="*/ 798433 h 4438809"/>
                <a:gd name="connsiteX1434" fmla="*/ 313538 w 3969572"/>
                <a:gd name="connsiteY1434" fmla="*/ 798433 h 4438809"/>
                <a:gd name="connsiteX1435" fmla="*/ 329196 w 3969572"/>
                <a:gd name="connsiteY1435" fmla="*/ 810176 h 4438809"/>
                <a:gd name="connsiteX1436" fmla="*/ 301795 w 3969572"/>
                <a:gd name="connsiteY1436" fmla="*/ 798433 h 4438809"/>
                <a:gd name="connsiteX1437" fmla="*/ 297880 w 3969572"/>
                <a:gd name="connsiteY1437" fmla="*/ 810176 h 4438809"/>
                <a:gd name="connsiteX1438" fmla="*/ 333110 w 3969572"/>
                <a:gd name="connsiteY1438" fmla="*/ 837577 h 4438809"/>
                <a:gd name="connsiteX1439" fmla="*/ 376168 w 3969572"/>
                <a:gd name="connsiteY1439" fmla="*/ 818005 h 4438809"/>
                <a:gd name="connsiteX1440" fmla="*/ 376168 w 3969572"/>
                <a:gd name="connsiteY1440" fmla="*/ 857149 h 4438809"/>
                <a:gd name="connsiteX1441" fmla="*/ 403569 w 3969572"/>
                <a:gd name="connsiteY1441" fmla="*/ 837577 h 4438809"/>
                <a:gd name="connsiteX1442" fmla="*/ 423141 w 3969572"/>
                <a:gd name="connsiteY1442" fmla="*/ 853234 h 4438809"/>
                <a:gd name="connsiteX1443" fmla="*/ 423141 w 3969572"/>
                <a:gd name="connsiteY1443" fmla="*/ 904121 h 4438809"/>
                <a:gd name="connsiteX1444" fmla="*/ 407483 w 3969572"/>
                <a:gd name="connsiteY1444" fmla="*/ 978494 h 4438809"/>
                <a:gd name="connsiteX1445" fmla="*/ 337024 w 3969572"/>
                <a:gd name="connsiteY1445" fmla="*/ 994152 h 4438809"/>
                <a:gd name="connsiteX1446" fmla="*/ 344853 w 3969572"/>
                <a:gd name="connsiteY1446" fmla="*/ 962837 h 4438809"/>
                <a:gd name="connsiteX1447" fmla="*/ 356596 w 3969572"/>
                <a:gd name="connsiteY1447" fmla="*/ 970666 h 4438809"/>
                <a:gd name="connsiteX1448" fmla="*/ 368339 w 3969572"/>
                <a:gd name="connsiteY1448" fmla="*/ 943265 h 4438809"/>
                <a:gd name="connsiteX1449" fmla="*/ 364425 w 3969572"/>
                <a:gd name="connsiteY1449" fmla="*/ 915864 h 4438809"/>
                <a:gd name="connsiteX1450" fmla="*/ 407483 w 3969572"/>
                <a:gd name="connsiteY1450" fmla="*/ 904121 h 4438809"/>
                <a:gd name="connsiteX1451" fmla="*/ 364425 w 3969572"/>
                <a:gd name="connsiteY1451" fmla="*/ 884549 h 4438809"/>
                <a:gd name="connsiteX1452" fmla="*/ 360511 w 3969572"/>
                <a:gd name="connsiteY1452" fmla="*/ 908036 h 4438809"/>
                <a:gd name="connsiteX1453" fmla="*/ 317452 w 3969572"/>
                <a:gd name="connsiteY1453" fmla="*/ 923693 h 4438809"/>
                <a:gd name="connsiteX1454" fmla="*/ 321367 w 3969572"/>
                <a:gd name="connsiteY1454" fmla="*/ 904121 h 4438809"/>
                <a:gd name="connsiteX1455" fmla="*/ 282223 w 3969572"/>
                <a:gd name="connsiteY1455" fmla="*/ 896292 h 4438809"/>
                <a:gd name="connsiteX1456" fmla="*/ 290052 w 3969572"/>
                <a:gd name="connsiteY1456" fmla="*/ 927608 h 4438809"/>
                <a:gd name="connsiteX1457" fmla="*/ 270480 w 3969572"/>
                <a:gd name="connsiteY1457" fmla="*/ 923693 h 4438809"/>
                <a:gd name="connsiteX1458" fmla="*/ 239165 w 3969572"/>
                <a:gd name="connsiteY1458" fmla="*/ 931522 h 4438809"/>
                <a:gd name="connsiteX1459" fmla="*/ 227422 w 3969572"/>
                <a:gd name="connsiteY1459" fmla="*/ 982409 h 4438809"/>
                <a:gd name="connsiteX1460" fmla="*/ 203935 w 3969572"/>
                <a:gd name="connsiteY1460" fmla="*/ 994152 h 4438809"/>
                <a:gd name="connsiteX1461" fmla="*/ 203935 w 3969572"/>
                <a:gd name="connsiteY1461" fmla="*/ 1033296 h 4438809"/>
                <a:gd name="connsiteX1462" fmla="*/ 223507 w 3969572"/>
                <a:gd name="connsiteY1462" fmla="*/ 1025467 h 4438809"/>
                <a:gd name="connsiteX1463" fmla="*/ 235250 w 3969572"/>
                <a:gd name="connsiteY1463" fmla="*/ 1037210 h 4438809"/>
                <a:gd name="connsiteX1464" fmla="*/ 172620 w 3969572"/>
                <a:gd name="connsiteY1464" fmla="*/ 1056782 h 4438809"/>
                <a:gd name="connsiteX1465" fmla="*/ 164791 w 3969572"/>
                <a:gd name="connsiteY1465" fmla="*/ 1088097 h 4438809"/>
                <a:gd name="connsiteX1466" fmla="*/ 184363 w 3969572"/>
                <a:gd name="connsiteY1466" fmla="*/ 1088097 h 4438809"/>
                <a:gd name="connsiteX1467" fmla="*/ 258737 w 3969572"/>
                <a:gd name="connsiteY1467" fmla="*/ 1115498 h 4438809"/>
                <a:gd name="connsiteX1468" fmla="*/ 219593 w 3969572"/>
                <a:gd name="connsiteY1468" fmla="*/ 1103755 h 4438809"/>
                <a:gd name="connsiteX1469" fmla="*/ 219593 w 3969572"/>
                <a:gd name="connsiteY1469" fmla="*/ 1080269 h 4438809"/>
                <a:gd name="connsiteX1470" fmla="*/ 258737 w 3969572"/>
                <a:gd name="connsiteY1470" fmla="*/ 1076354 h 4438809"/>
                <a:gd name="connsiteX1471" fmla="*/ 243079 w 3969572"/>
                <a:gd name="connsiteY1471" fmla="*/ 1064611 h 4438809"/>
                <a:gd name="connsiteX1472" fmla="*/ 270480 w 3969572"/>
                <a:gd name="connsiteY1472" fmla="*/ 1041125 h 4438809"/>
                <a:gd name="connsiteX1473" fmla="*/ 286137 w 3969572"/>
                <a:gd name="connsiteY1473" fmla="*/ 1064611 h 4438809"/>
                <a:gd name="connsiteX1474" fmla="*/ 305709 w 3969572"/>
                <a:gd name="connsiteY1474" fmla="*/ 1060697 h 4438809"/>
                <a:gd name="connsiteX1475" fmla="*/ 266565 w 3969572"/>
                <a:gd name="connsiteY1475" fmla="*/ 1076354 h 4438809"/>
                <a:gd name="connsiteX1476" fmla="*/ 337024 w 3969572"/>
                <a:gd name="connsiteY1476" fmla="*/ 1092012 h 4438809"/>
                <a:gd name="connsiteX1477" fmla="*/ 329196 w 3969572"/>
                <a:gd name="connsiteY1477" fmla="*/ 1107669 h 4438809"/>
                <a:gd name="connsiteX1478" fmla="*/ 164791 w 3969572"/>
                <a:gd name="connsiteY1478" fmla="*/ 1135070 h 4438809"/>
                <a:gd name="connsiteX1479" fmla="*/ 125648 w 3969572"/>
                <a:gd name="connsiteY1479" fmla="*/ 1135070 h 4438809"/>
                <a:gd name="connsiteX1480" fmla="*/ 356596 w 3969572"/>
                <a:gd name="connsiteY1480" fmla="*/ 665344 h 4438809"/>
                <a:gd name="connsiteX1481" fmla="*/ 1346935 w 3969572"/>
                <a:gd name="connsiteY1481" fmla="*/ 66443 h 4438809"/>
                <a:gd name="connsiteX1482" fmla="*/ 2669997 w 3969572"/>
                <a:gd name="connsiteY1482" fmla="*/ 58614 h 4438809"/>
                <a:gd name="connsiteX1483" fmla="*/ 3891285 w 3969572"/>
                <a:gd name="connsiteY1483" fmla="*/ 1189871 h 443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</a:cxnLst>
              <a:rect l="l" t="t" r="r" b="b"/>
              <a:pathLst>
                <a:path w="3969572" h="4438809">
                  <a:moveTo>
                    <a:pt x="3891285" y="1189871"/>
                  </a:moveTo>
                  <a:cubicBezTo>
                    <a:pt x="3880081" y="1186889"/>
                    <a:pt x="3873560" y="1179060"/>
                    <a:pt x="3871713" y="1166385"/>
                  </a:cubicBezTo>
                  <a:cubicBezTo>
                    <a:pt x="3861465" y="1188306"/>
                    <a:pt x="3849721" y="1209185"/>
                    <a:pt x="3836483" y="1229015"/>
                  </a:cubicBezTo>
                  <a:cubicBezTo>
                    <a:pt x="3813592" y="1230002"/>
                    <a:pt x="3792713" y="1240437"/>
                    <a:pt x="3773853" y="1260330"/>
                  </a:cubicBezTo>
                  <a:cubicBezTo>
                    <a:pt x="3759894" y="1248407"/>
                    <a:pt x="3754681" y="1232749"/>
                    <a:pt x="3758196" y="1213358"/>
                  </a:cubicBezTo>
                  <a:cubicBezTo>
                    <a:pt x="3748997" y="1215072"/>
                    <a:pt x="3741168" y="1212465"/>
                    <a:pt x="3734709" y="1205529"/>
                  </a:cubicBezTo>
                  <a:cubicBezTo>
                    <a:pt x="3754399" y="1200049"/>
                    <a:pt x="3759620" y="1189613"/>
                    <a:pt x="3750367" y="1174214"/>
                  </a:cubicBezTo>
                  <a:cubicBezTo>
                    <a:pt x="3766486" y="1147878"/>
                    <a:pt x="3771708" y="1146570"/>
                    <a:pt x="3766024" y="1170299"/>
                  </a:cubicBezTo>
                  <a:cubicBezTo>
                    <a:pt x="3776460" y="1172906"/>
                    <a:pt x="3786904" y="1175521"/>
                    <a:pt x="3797339" y="1178128"/>
                  </a:cubicBezTo>
                  <a:cubicBezTo>
                    <a:pt x="3806272" y="1183929"/>
                    <a:pt x="3806272" y="1190458"/>
                    <a:pt x="3797339" y="1197700"/>
                  </a:cubicBezTo>
                  <a:cubicBezTo>
                    <a:pt x="3806914" y="1206421"/>
                    <a:pt x="3817350" y="1207729"/>
                    <a:pt x="3828654" y="1201614"/>
                  </a:cubicBezTo>
                  <a:cubicBezTo>
                    <a:pt x="3822963" y="1184986"/>
                    <a:pt x="3817741" y="1168021"/>
                    <a:pt x="3812997" y="1150727"/>
                  </a:cubicBezTo>
                  <a:cubicBezTo>
                    <a:pt x="3823973" y="1140221"/>
                    <a:pt x="3821366" y="1133692"/>
                    <a:pt x="3805168" y="1131155"/>
                  </a:cubicBezTo>
                  <a:cubicBezTo>
                    <a:pt x="3816700" y="1125597"/>
                    <a:pt x="3821922" y="1116469"/>
                    <a:pt x="3820826" y="1103755"/>
                  </a:cubicBezTo>
                  <a:cubicBezTo>
                    <a:pt x="3833375" y="1105227"/>
                    <a:pt x="3843819" y="1101312"/>
                    <a:pt x="3852141" y="1092012"/>
                  </a:cubicBezTo>
                  <a:cubicBezTo>
                    <a:pt x="3840226" y="1073966"/>
                    <a:pt x="3824568" y="1062223"/>
                    <a:pt x="3805168" y="1056782"/>
                  </a:cubicBezTo>
                  <a:cubicBezTo>
                    <a:pt x="3798412" y="1085537"/>
                    <a:pt x="3790583" y="1111631"/>
                    <a:pt x="3781682" y="1135070"/>
                  </a:cubicBezTo>
                  <a:cubicBezTo>
                    <a:pt x="3760004" y="1140534"/>
                    <a:pt x="3741740" y="1150978"/>
                    <a:pt x="3726880" y="1166385"/>
                  </a:cubicBezTo>
                  <a:cubicBezTo>
                    <a:pt x="3715677" y="1162651"/>
                    <a:pt x="3705242" y="1157437"/>
                    <a:pt x="3695565" y="1150727"/>
                  </a:cubicBezTo>
                  <a:cubicBezTo>
                    <a:pt x="3715372" y="1145780"/>
                    <a:pt x="3733637" y="1137951"/>
                    <a:pt x="3750367" y="1127241"/>
                  </a:cubicBezTo>
                  <a:cubicBezTo>
                    <a:pt x="3760920" y="1110715"/>
                    <a:pt x="3758313" y="1096357"/>
                    <a:pt x="3742538" y="1084183"/>
                  </a:cubicBezTo>
                  <a:cubicBezTo>
                    <a:pt x="3752974" y="1081576"/>
                    <a:pt x="3763417" y="1078961"/>
                    <a:pt x="3773853" y="1076354"/>
                  </a:cubicBezTo>
                  <a:cubicBezTo>
                    <a:pt x="3767528" y="1073943"/>
                    <a:pt x="3762306" y="1070028"/>
                    <a:pt x="3758196" y="1064611"/>
                  </a:cubicBezTo>
                  <a:cubicBezTo>
                    <a:pt x="3772655" y="1054199"/>
                    <a:pt x="3784398" y="1056806"/>
                    <a:pt x="3793425" y="1072440"/>
                  </a:cubicBezTo>
                  <a:cubicBezTo>
                    <a:pt x="3791984" y="1046628"/>
                    <a:pt x="3803727" y="1030971"/>
                    <a:pt x="3828654" y="1025467"/>
                  </a:cubicBezTo>
                  <a:cubicBezTo>
                    <a:pt x="3825946" y="1016104"/>
                    <a:pt x="3822031" y="1016104"/>
                    <a:pt x="3816911" y="1025467"/>
                  </a:cubicBezTo>
                  <a:cubicBezTo>
                    <a:pt x="3816911" y="1015031"/>
                    <a:pt x="3816911" y="1004588"/>
                    <a:pt x="3816911" y="994152"/>
                  </a:cubicBezTo>
                  <a:cubicBezTo>
                    <a:pt x="3814304" y="996759"/>
                    <a:pt x="3811690" y="999374"/>
                    <a:pt x="3809083" y="1001981"/>
                  </a:cubicBezTo>
                  <a:cubicBezTo>
                    <a:pt x="3796729" y="980624"/>
                    <a:pt x="3784986" y="959752"/>
                    <a:pt x="3773853" y="939351"/>
                  </a:cubicBezTo>
                  <a:cubicBezTo>
                    <a:pt x="3752199" y="960042"/>
                    <a:pt x="3726105" y="967871"/>
                    <a:pt x="3695565" y="962837"/>
                  </a:cubicBezTo>
                  <a:cubicBezTo>
                    <a:pt x="3679837" y="934293"/>
                    <a:pt x="3687666" y="916021"/>
                    <a:pt x="3719052" y="908036"/>
                  </a:cubicBezTo>
                  <a:cubicBezTo>
                    <a:pt x="3734154" y="922464"/>
                    <a:pt x="3752426" y="923771"/>
                    <a:pt x="3773853" y="911950"/>
                  </a:cubicBezTo>
                  <a:cubicBezTo>
                    <a:pt x="3745435" y="893944"/>
                    <a:pt x="3715427" y="890029"/>
                    <a:pt x="3683822" y="900207"/>
                  </a:cubicBezTo>
                  <a:cubicBezTo>
                    <a:pt x="3672557" y="888354"/>
                    <a:pt x="3660814" y="885747"/>
                    <a:pt x="3648593" y="892378"/>
                  </a:cubicBezTo>
                  <a:cubicBezTo>
                    <a:pt x="3661690" y="908216"/>
                    <a:pt x="3666912" y="926480"/>
                    <a:pt x="3664250" y="947179"/>
                  </a:cubicBezTo>
                  <a:cubicBezTo>
                    <a:pt x="3653502" y="948409"/>
                    <a:pt x="3643058" y="947101"/>
                    <a:pt x="3632935" y="943265"/>
                  </a:cubicBezTo>
                  <a:cubicBezTo>
                    <a:pt x="3627956" y="921540"/>
                    <a:pt x="3616213" y="904583"/>
                    <a:pt x="3597706" y="892378"/>
                  </a:cubicBezTo>
                  <a:cubicBezTo>
                    <a:pt x="3593791" y="896292"/>
                    <a:pt x="3589877" y="900207"/>
                    <a:pt x="3585963" y="904121"/>
                  </a:cubicBezTo>
                  <a:cubicBezTo>
                    <a:pt x="3600399" y="926073"/>
                    <a:pt x="3605621" y="950859"/>
                    <a:pt x="3601620" y="978494"/>
                  </a:cubicBezTo>
                  <a:cubicBezTo>
                    <a:pt x="3578330" y="972067"/>
                    <a:pt x="3557458" y="961631"/>
                    <a:pt x="3538990" y="947179"/>
                  </a:cubicBezTo>
                  <a:cubicBezTo>
                    <a:pt x="3551344" y="942701"/>
                    <a:pt x="3563087" y="940087"/>
                    <a:pt x="3574220" y="939351"/>
                  </a:cubicBezTo>
                  <a:cubicBezTo>
                    <a:pt x="3575566" y="905131"/>
                    <a:pt x="3579480" y="871209"/>
                    <a:pt x="3585963" y="837577"/>
                  </a:cubicBezTo>
                  <a:cubicBezTo>
                    <a:pt x="3593619" y="833842"/>
                    <a:pt x="3600141" y="828628"/>
                    <a:pt x="3605535" y="821919"/>
                  </a:cubicBezTo>
                  <a:cubicBezTo>
                    <a:pt x="3606842" y="824526"/>
                    <a:pt x="3608142" y="827141"/>
                    <a:pt x="3609449" y="829748"/>
                  </a:cubicBezTo>
                  <a:cubicBezTo>
                    <a:pt x="3579105" y="863858"/>
                    <a:pt x="3585626" y="869080"/>
                    <a:pt x="3629021" y="845405"/>
                  </a:cubicBezTo>
                  <a:cubicBezTo>
                    <a:pt x="3645414" y="852436"/>
                    <a:pt x="3662372" y="857657"/>
                    <a:pt x="3679908" y="861063"/>
                  </a:cubicBezTo>
                  <a:cubicBezTo>
                    <a:pt x="3709227" y="861337"/>
                    <a:pt x="3714448" y="853508"/>
                    <a:pt x="3695565" y="837577"/>
                  </a:cubicBezTo>
                  <a:cubicBezTo>
                    <a:pt x="3701625" y="828096"/>
                    <a:pt x="3708146" y="828096"/>
                    <a:pt x="3715137" y="837577"/>
                  </a:cubicBezTo>
                  <a:cubicBezTo>
                    <a:pt x="3718778" y="826374"/>
                    <a:pt x="3725307" y="817245"/>
                    <a:pt x="3734709" y="810176"/>
                  </a:cubicBezTo>
                  <a:cubicBezTo>
                    <a:pt x="3717243" y="805306"/>
                    <a:pt x="3702885" y="796170"/>
                    <a:pt x="3691651" y="782775"/>
                  </a:cubicBezTo>
                  <a:cubicBezTo>
                    <a:pt x="3686429" y="787997"/>
                    <a:pt x="3681215" y="793211"/>
                    <a:pt x="3675993" y="798433"/>
                  </a:cubicBezTo>
                  <a:cubicBezTo>
                    <a:pt x="3673723" y="786345"/>
                    <a:pt x="3668509" y="775910"/>
                    <a:pt x="3660336" y="767118"/>
                  </a:cubicBezTo>
                  <a:cubicBezTo>
                    <a:pt x="3650307" y="776097"/>
                    <a:pt x="3647700" y="773483"/>
                    <a:pt x="3652507" y="759289"/>
                  </a:cubicBezTo>
                  <a:cubicBezTo>
                    <a:pt x="3667405" y="757770"/>
                    <a:pt x="3681763" y="757770"/>
                    <a:pt x="3695565" y="759289"/>
                  </a:cubicBezTo>
                  <a:cubicBezTo>
                    <a:pt x="3685952" y="739161"/>
                    <a:pt x="3670294" y="728718"/>
                    <a:pt x="3648593" y="727974"/>
                  </a:cubicBezTo>
                  <a:cubicBezTo>
                    <a:pt x="3649908" y="761113"/>
                    <a:pt x="3639472" y="768942"/>
                    <a:pt x="3617278" y="751460"/>
                  </a:cubicBezTo>
                  <a:cubicBezTo>
                    <a:pt x="3601346" y="755696"/>
                    <a:pt x="3585689" y="760917"/>
                    <a:pt x="3570305" y="767118"/>
                  </a:cubicBezTo>
                  <a:cubicBezTo>
                    <a:pt x="3576145" y="776794"/>
                    <a:pt x="3578752" y="787238"/>
                    <a:pt x="3578134" y="798433"/>
                  </a:cubicBezTo>
                  <a:cubicBezTo>
                    <a:pt x="3570305" y="798433"/>
                    <a:pt x="3562476" y="798433"/>
                    <a:pt x="3554648" y="798433"/>
                  </a:cubicBezTo>
                  <a:cubicBezTo>
                    <a:pt x="3553019" y="779487"/>
                    <a:pt x="3555634" y="761223"/>
                    <a:pt x="3562476" y="743631"/>
                  </a:cubicBezTo>
                  <a:cubicBezTo>
                    <a:pt x="3552174" y="733399"/>
                    <a:pt x="3544345" y="721656"/>
                    <a:pt x="3538990" y="708402"/>
                  </a:cubicBezTo>
                  <a:cubicBezTo>
                    <a:pt x="3571464" y="697771"/>
                    <a:pt x="3600172" y="686027"/>
                    <a:pt x="3625107" y="673173"/>
                  </a:cubicBezTo>
                  <a:cubicBezTo>
                    <a:pt x="3620464" y="658439"/>
                    <a:pt x="3615242" y="644089"/>
                    <a:pt x="3609449" y="630114"/>
                  </a:cubicBezTo>
                  <a:cubicBezTo>
                    <a:pt x="3612056" y="627505"/>
                    <a:pt x="3614671" y="624895"/>
                    <a:pt x="3617278" y="622286"/>
                  </a:cubicBezTo>
                  <a:cubicBezTo>
                    <a:pt x="3609449" y="618371"/>
                    <a:pt x="3601620" y="614457"/>
                    <a:pt x="3593791" y="610542"/>
                  </a:cubicBezTo>
                  <a:cubicBezTo>
                    <a:pt x="3587340" y="585779"/>
                    <a:pt x="3571683" y="572731"/>
                    <a:pt x="3546819" y="571399"/>
                  </a:cubicBezTo>
                  <a:cubicBezTo>
                    <a:pt x="3546615" y="544382"/>
                    <a:pt x="3534872" y="523505"/>
                    <a:pt x="3511589" y="508768"/>
                  </a:cubicBezTo>
                  <a:cubicBezTo>
                    <a:pt x="3495078" y="537264"/>
                    <a:pt x="3470285" y="552922"/>
                    <a:pt x="3437216" y="555741"/>
                  </a:cubicBezTo>
                  <a:cubicBezTo>
                    <a:pt x="3442438" y="563570"/>
                    <a:pt x="3447652" y="571399"/>
                    <a:pt x="3452874" y="579227"/>
                  </a:cubicBezTo>
                  <a:cubicBezTo>
                    <a:pt x="3444191" y="590694"/>
                    <a:pt x="3448106" y="598523"/>
                    <a:pt x="3464617" y="602714"/>
                  </a:cubicBezTo>
                  <a:cubicBezTo>
                    <a:pt x="3474888" y="581275"/>
                    <a:pt x="3491845" y="570837"/>
                    <a:pt x="3515504" y="571399"/>
                  </a:cubicBezTo>
                  <a:cubicBezTo>
                    <a:pt x="3518487" y="590515"/>
                    <a:pt x="3513265" y="595734"/>
                    <a:pt x="3499846" y="587056"/>
                  </a:cubicBezTo>
                  <a:cubicBezTo>
                    <a:pt x="3494022" y="598725"/>
                    <a:pt x="3488808" y="610468"/>
                    <a:pt x="3484189" y="622286"/>
                  </a:cubicBezTo>
                  <a:cubicBezTo>
                    <a:pt x="3556730" y="629032"/>
                    <a:pt x="3556730" y="638162"/>
                    <a:pt x="3484189" y="649686"/>
                  </a:cubicBezTo>
                  <a:cubicBezTo>
                    <a:pt x="3493497" y="656959"/>
                    <a:pt x="3503933" y="659566"/>
                    <a:pt x="3515504" y="657515"/>
                  </a:cubicBezTo>
                  <a:cubicBezTo>
                    <a:pt x="3516780" y="675967"/>
                    <a:pt x="3515480" y="694232"/>
                    <a:pt x="3511589" y="712316"/>
                  </a:cubicBezTo>
                  <a:cubicBezTo>
                    <a:pt x="3503236" y="717726"/>
                    <a:pt x="3494100" y="721640"/>
                    <a:pt x="3484189" y="724060"/>
                  </a:cubicBezTo>
                  <a:cubicBezTo>
                    <a:pt x="3493325" y="727974"/>
                    <a:pt x="3499846" y="734495"/>
                    <a:pt x="3503761" y="743631"/>
                  </a:cubicBezTo>
                  <a:cubicBezTo>
                    <a:pt x="3520984" y="731967"/>
                    <a:pt x="3535342" y="734574"/>
                    <a:pt x="3546819" y="751460"/>
                  </a:cubicBezTo>
                  <a:cubicBezTo>
                    <a:pt x="3533353" y="753386"/>
                    <a:pt x="3517696" y="753386"/>
                    <a:pt x="3499846" y="751460"/>
                  </a:cubicBezTo>
                  <a:cubicBezTo>
                    <a:pt x="3498562" y="772496"/>
                    <a:pt x="3499870" y="793375"/>
                    <a:pt x="3503761" y="814090"/>
                  </a:cubicBezTo>
                  <a:cubicBezTo>
                    <a:pt x="3508881" y="804727"/>
                    <a:pt x="3512795" y="804727"/>
                    <a:pt x="3515504" y="814090"/>
                  </a:cubicBezTo>
                  <a:cubicBezTo>
                    <a:pt x="3495595" y="839487"/>
                    <a:pt x="3495595" y="864281"/>
                    <a:pt x="3515504" y="888464"/>
                  </a:cubicBezTo>
                  <a:cubicBezTo>
                    <a:pt x="3505593" y="907120"/>
                    <a:pt x="3500379" y="927999"/>
                    <a:pt x="3499846" y="951094"/>
                  </a:cubicBezTo>
                  <a:cubicBezTo>
                    <a:pt x="3501154" y="970666"/>
                    <a:pt x="3502453" y="990238"/>
                    <a:pt x="3503761" y="1009810"/>
                  </a:cubicBezTo>
                  <a:cubicBezTo>
                    <a:pt x="3506368" y="1007203"/>
                    <a:pt x="3508982" y="1004588"/>
                    <a:pt x="3511589" y="1001981"/>
                  </a:cubicBezTo>
                  <a:cubicBezTo>
                    <a:pt x="3514979" y="1018922"/>
                    <a:pt x="3511065" y="1034580"/>
                    <a:pt x="3499846" y="1048953"/>
                  </a:cubicBezTo>
                  <a:cubicBezTo>
                    <a:pt x="3518354" y="1065652"/>
                    <a:pt x="3518354" y="1081310"/>
                    <a:pt x="3499846" y="1095926"/>
                  </a:cubicBezTo>
                  <a:cubicBezTo>
                    <a:pt x="3502555" y="1105289"/>
                    <a:pt x="3506469" y="1105289"/>
                    <a:pt x="3511589" y="1095926"/>
                  </a:cubicBezTo>
                  <a:cubicBezTo>
                    <a:pt x="3512897" y="1102447"/>
                    <a:pt x="3514196" y="1108977"/>
                    <a:pt x="3515504" y="1115498"/>
                  </a:cubicBezTo>
                  <a:cubicBezTo>
                    <a:pt x="3495219" y="1150602"/>
                    <a:pt x="3495219" y="1185832"/>
                    <a:pt x="3515504" y="1221186"/>
                  </a:cubicBezTo>
                  <a:cubicBezTo>
                    <a:pt x="3506078" y="1270140"/>
                    <a:pt x="3500856" y="1319719"/>
                    <a:pt x="3499846" y="1369933"/>
                  </a:cubicBezTo>
                  <a:cubicBezTo>
                    <a:pt x="3500050" y="1414917"/>
                    <a:pt x="3505272" y="1457975"/>
                    <a:pt x="3515504" y="1499108"/>
                  </a:cubicBezTo>
                  <a:cubicBezTo>
                    <a:pt x="3494625" y="1504329"/>
                    <a:pt x="3494625" y="1509543"/>
                    <a:pt x="3515504" y="1514765"/>
                  </a:cubicBezTo>
                  <a:cubicBezTo>
                    <a:pt x="3494625" y="1533030"/>
                    <a:pt x="3494625" y="1551302"/>
                    <a:pt x="3515504" y="1569566"/>
                  </a:cubicBezTo>
                  <a:cubicBezTo>
                    <a:pt x="3502555" y="1630717"/>
                    <a:pt x="3494726" y="1693347"/>
                    <a:pt x="3492017" y="1757457"/>
                  </a:cubicBezTo>
                  <a:cubicBezTo>
                    <a:pt x="3512897" y="1762679"/>
                    <a:pt x="3512897" y="1767893"/>
                    <a:pt x="3492017" y="1773114"/>
                  </a:cubicBezTo>
                  <a:cubicBezTo>
                    <a:pt x="3503494" y="1778086"/>
                    <a:pt x="3513938" y="1784615"/>
                    <a:pt x="3523333" y="1792686"/>
                  </a:cubicBezTo>
                  <a:cubicBezTo>
                    <a:pt x="3534324" y="1780951"/>
                    <a:pt x="3539538" y="1783558"/>
                    <a:pt x="3538990" y="1800515"/>
                  </a:cubicBezTo>
                  <a:cubicBezTo>
                    <a:pt x="3533753" y="1820306"/>
                    <a:pt x="3527231" y="1820306"/>
                    <a:pt x="3519418" y="1800515"/>
                  </a:cubicBezTo>
                  <a:cubicBezTo>
                    <a:pt x="3515425" y="1827117"/>
                    <a:pt x="3512819" y="1853211"/>
                    <a:pt x="3511589" y="1878803"/>
                  </a:cubicBezTo>
                  <a:cubicBezTo>
                    <a:pt x="3532876" y="1886193"/>
                    <a:pt x="3555055" y="1888800"/>
                    <a:pt x="3578134" y="1886632"/>
                  </a:cubicBezTo>
                  <a:cubicBezTo>
                    <a:pt x="3578134" y="1897067"/>
                    <a:pt x="3578134" y="1907511"/>
                    <a:pt x="3578134" y="1917947"/>
                  </a:cubicBezTo>
                  <a:cubicBezTo>
                    <a:pt x="3585963" y="1917947"/>
                    <a:pt x="3593791" y="1917947"/>
                    <a:pt x="3601620" y="1917947"/>
                  </a:cubicBezTo>
                  <a:cubicBezTo>
                    <a:pt x="3601620" y="1936211"/>
                    <a:pt x="3601620" y="1954483"/>
                    <a:pt x="3601620" y="1972748"/>
                  </a:cubicBezTo>
                  <a:cubicBezTo>
                    <a:pt x="3587622" y="1970517"/>
                    <a:pt x="3574572" y="1973124"/>
                    <a:pt x="3562476" y="1980577"/>
                  </a:cubicBezTo>
                  <a:cubicBezTo>
                    <a:pt x="3581821" y="1999851"/>
                    <a:pt x="3577907" y="2015509"/>
                    <a:pt x="3550733" y="2027549"/>
                  </a:cubicBezTo>
                  <a:cubicBezTo>
                    <a:pt x="3541730" y="2020315"/>
                    <a:pt x="3533901" y="2020315"/>
                    <a:pt x="3527247" y="2027549"/>
                  </a:cubicBezTo>
                  <a:cubicBezTo>
                    <a:pt x="3504136" y="2007930"/>
                    <a:pt x="3502829" y="1990965"/>
                    <a:pt x="3523333" y="1976662"/>
                  </a:cubicBezTo>
                  <a:cubicBezTo>
                    <a:pt x="3514697" y="1989815"/>
                    <a:pt x="3517304" y="2001558"/>
                    <a:pt x="3531161" y="2011892"/>
                  </a:cubicBezTo>
                  <a:cubicBezTo>
                    <a:pt x="3538724" y="1997048"/>
                    <a:pt x="3541331" y="1981391"/>
                    <a:pt x="3538990" y="1964919"/>
                  </a:cubicBezTo>
                  <a:cubicBezTo>
                    <a:pt x="3517375" y="1953802"/>
                    <a:pt x="3493889" y="1948581"/>
                    <a:pt x="3468531" y="1949262"/>
                  </a:cubicBezTo>
                  <a:cubicBezTo>
                    <a:pt x="3469627" y="1936548"/>
                    <a:pt x="3464405" y="1927419"/>
                    <a:pt x="3452874" y="1921861"/>
                  </a:cubicBezTo>
                  <a:cubicBezTo>
                    <a:pt x="3468531" y="1919254"/>
                    <a:pt x="3484189" y="1916639"/>
                    <a:pt x="3499846" y="1914032"/>
                  </a:cubicBezTo>
                  <a:cubicBezTo>
                    <a:pt x="3476611" y="1903683"/>
                    <a:pt x="3453124" y="1894546"/>
                    <a:pt x="3429387" y="1886632"/>
                  </a:cubicBezTo>
                  <a:cubicBezTo>
                    <a:pt x="3418693" y="1906704"/>
                    <a:pt x="3405643" y="1926276"/>
                    <a:pt x="3390243" y="1945347"/>
                  </a:cubicBezTo>
                  <a:cubicBezTo>
                    <a:pt x="3405737" y="1950702"/>
                    <a:pt x="3418787" y="1946788"/>
                    <a:pt x="3429387" y="1933604"/>
                  </a:cubicBezTo>
                  <a:cubicBezTo>
                    <a:pt x="3438743" y="1947672"/>
                    <a:pt x="3451793" y="1955501"/>
                    <a:pt x="3468531" y="1957090"/>
                  </a:cubicBezTo>
                  <a:cubicBezTo>
                    <a:pt x="3466942" y="1973828"/>
                    <a:pt x="3459113" y="1986879"/>
                    <a:pt x="3445045" y="1996234"/>
                  </a:cubicBezTo>
                  <a:cubicBezTo>
                    <a:pt x="3458142" y="2011908"/>
                    <a:pt x="3473800" y="2024958"/>
                    <a:pt x="3492017" y="2035378"/>
                  </a:cubicBezTo>
                  <a:cubicBezTo>
                    <a:pt x="3486044" y="2044921"/>
                    <a:pt x="3478215" y="2052750"/>
                    <a:pt x="3468531" y="2058864"/>
                  </a:cubicBezTo>
                  <a:cubicBezTo>
                    <a:pt x="3480298" y="2063186"/>
                    <a:pt x="3493341" y="2063186"/>
                    <a:pt x="3507675" y="2058864"/>
                  </a:cubicBezTo>
                  <a:cubicBezTo>
                    <a:pt x="3506446" y="2048116"/>
                    <a:pt x="3507753" y="2037672"/>
                    <a:pt x="3511589" y="2027549"/>
                  </a:cubicBezTo>
                  <a:cubicBezTo>
                    <a:pt x="3517610" y="2047896"/>
                    <a:pt x="3516302" y="2067468"/>
                    <a:pt x="3507675" y="2086265"/>
                  </a:cubicBezTo>
                  <a:cubicBezTo>
                    <a:pt x="3517798" y="2090101"/>
                    <a:pt x="3528241" y="2091409"/>
                    <a:pt x="3538990" y="2090179"/>
                  </a:cubicBezTo>
                  <a:cubicBezTo>
                    <a:pt x="3534027" y="2114965"/>
                    <a:pt x="3531412" y="2139751"/>
                    <a:pt x="3531161" y="2164553"/>
                  </a:cubicBezTo>
                  <a:cubicBezTo>
                    <a:pt x="3541722" y="2170597"/>
                    <a:pt x="3548244" y="2179733"/>
                    <a:pt x="3550733" y="2191953"/>
                  </a:cubicBezTo>
                  <a:cubicBezTo>
                    <a:pt x="3561842" y="2184438"/>
                    <a:pt x="3573585" y="2177917"/>
                    <a:pt x="3585963" y="2172382"/>
                  </a:cubicBezTo>
                  <a:cubicBezTo>
                    <a:pt x="3579410" y="2164467"/>
                    <a:pt x="3576803" y="2155330"/>
                    <a:pt x="3578134" y="2144981"/>
                  </a:cubicBezTo>
                  <a:cubicBezTo>
                    <a:pt x="3565584" y="2146453"/>
                    <a:pt x="3555141" y="2142538"/>
                    <a:pt x="3546819" y="2133238"/>
                  </a:cubicBezTo>
                  <a:cubicBezTo>
                    <a:pt x="3570517" y="2137074"/>
                    <a:pt x="3592695" y="2140988"/>
                    <a:pt x="3613363" y="2144981"/>
                  </a:cubicBezTo>
                  <a:cubicBezTo>
                    <a:pt x="3619235" y="2140080"/>
                    <a:pt x="3625764" y="2136166"/>
                    <a:pt x="3632935" y="2133238"/>
                  </a:cubicBezTo>
                  <a:cubicBezTo>
                    <a:pt x="3621137" y="2126685"/>
                    <a:pt x="3617223" y="2117549"/>
                    <a:pt x="3621192" y="2105837"/>
                  </a:cubicBezTo>
                  <a:cubicBezTo>
                    <a:pt x="3636505" y="2108060"/>
                    <a:pt x="3653470" y="2108060"/>
                    <a:pt x="3672079" y="2105837"/>
                  </a:cubicBezTo>
                  <a:cubicBezTo>
                    <a:pt x="3673668" y="2120634"/>
                    <a:pt x="3668454" y="2132377"/>
                    <a:pt x="3656422" y="2141067"/>
                  </a:cubicBezTo>
                  <a:cubicBezTo>
                    <a:pt x="3678992" y="2147290"/>
                    <a:pt x="3690735" y="2138162"/>
                    <a:pt x="3691651" y="2113666"/>
                  </a:cubicBezTo>
                  <a:cubicBezTo>
                    <a:pt x="3707817" y="2122497"/>
                    <a:pt x="3713039" y="2135539"/>
                    <a:pt x="3707309" y="2152810"/>
                  </a:cubicBezTo>
                  <a:cubicBezTo>
                    <a:pt x="3698258" y="2141121"/>
                    <a:pt x="3691729" y="2142429"/>
                    <a:pt x="3687737" y="2156724"/>
                  </a:cubicBezTo>
                  <a:cubicBezTo>
                    <a:pt x="3692810" y="2167997"/>
                    <a:pt x="3695417" y="2179741"/>
                    <a:pt x="3695565" y="2191953"/>
                  </a:cubicBezTo>
                  <a:cubicBezTo>
                    <a:pt x="3728274" y="2188384"/>
                    <a:pt x="3762196" y="2188384"/>
                    <a:pt x="3797339" y="2191953"/>
                  </a:cubicBezTo>
                  <a:cubicBezTo>
                    <a:pt x="3795257" y="2159816"/>
                    <a:pt x="3799171" y="2128501"/>
                    <a:pt x="3809083" y="2098008"/>
                  </a:cubicBezTo>
                  <a:cubicBezTo>
                    <a:pt x="3817397" y="2077935"/>
                    <a:pt x="3831755" y="2064885"/>
                    <a:pt x="3852141" y="2058864"/>
                  </a:cubicBezTo>
                  <a:cubicBezTo>
                    <a:pt x="3872276" y="2061104"/>
                    <a:pt x="3891848" y="2061104"/>
                    <a:pt x="3910856" y="2058864"/>
                  </a:cubicBezTo>
                  <a:cubicBezTo>
                    <a:pt x="3916720" y="2067750"/>
                    <a:pt x="3915421" y="2075579"/>
                    <a:pt x="3906942" y="2082351"/>
                  </a:cubicBezTo>
                  <a:cubicBezTo>
                    <a:pt x="3870906" y="2067202"/>
                    <a:pt x="3842206" y="2075031"/>
                    <a:pt x="3820826" y="2105837"/>
                  </a:cubicBezTo>
                  <a:cubicBezTo>
                    <a:pt x="3827801" y="2114370"/>
                    <a:pt x="3835630" y="2114370"/>
                    <a:pt x="3844312" y="2105837"/>
                  </a:cubicBezTo>
                  <a:cubicBezTo>
                    <a:pt x="3857840" y="2119350"/>
                    <a:pt x="3873498" y="2129785"/>
                    <a:pt x="3891285" y="2137152"/>
                  </a:cubicBezTo>
                  <a:cubicBezTo>
                    <a:pt x="3893892" y="2134545"/>
                    <a:pt x="3896506" y="2131930"/>
                    <a:pt x="3899113" y="2129323"/>
                  </a:cubicBezTo>
                  <a:cubicBezTo>
                    <a:pt x="3886204" y="2124250"/>
                    <a:pt x="3875768" y="2116421"/>
                    <a:pt x="3867798" y="2105837"/>
                  </a:cubicBezTo>
                  <a:cubicBezTo>
                    <a:pt x="3869434" y="2101249"/>
                    <a:pt x="3872050" y="2097335"/>
                    <a:pt x="3875627" y="2094094"/>
                  </a:cubicBezTo>
                  <a:cubicBezTo>
                    <a:pt x="3888779" y="2093828"/>
                    <a:pt x="3900522" y="2092520"/>
                    <a:pt x="3910856" y="2090179"/>
                  </a:cubicBezTo>
                  <a:cubicBezTo>
                    <a:pt x="3916212" y="2100232"/>
                    <a:pt x="3914904" y="2109368"/>
                    <a:pt x="3906942" y="2117580"/>
                  </a:cubicBezTo>
                  <a:cubicBezTo>
                    <a:pt x="3925473" y="2134631"/>
                    <a:pt x="3946344" y="2148981"/>
                    <a:pt x="3969572" y="2160638"/>
                  </a:cubicBezTo>
                  <a:cubicBezTo>
                    <a:pt x="3958549" y="2166455"/>
                    <a:pt x="3948113" y="2172984"/>
                    <a:pt x="3938257" y="2180210"/>
                  </a:cubicBezTo>
                  <a:cubicBezTo>
                    <a:pt x="3948309" y="2185565"/>
                    <a:pt x="3957445" y="2184258"/>
                    <a:pt x="3965658" y="2176296"/>
                  </a:cubicBezTo>
                  <a:cubicBezTo>
                    <a:pt x="3965055" y="2204730"/>
                    <a:pt x="3962448" y="2233438"/>
                    <a:pt x="3957829" y="2262412"/>
                  </a:cubicBezTo>
                  <a:cubicBezTo>
                    <a:pt x="3950000" y="2220662"/>
                    <a:pt x="3942172" y="2220662"/>
                    <a:pt x="3934343" y="2262412"/>
                  </a:cubicBezTo>
                  <a:cubicBezTo>
                    <a:pt x="3926130" y="2254451"/>
                    <a:pt x="3916994" y="2253143"/>
                    <a:pt x="3906942" y="2258498"/>
                  </a:cubicBezTo>
                  <a:cubicBezTo>
                    <a:pt x="3908320" y="2271744"/>
                    <a:pt x="3912235" y="2283487"/>
                    <a:pt x="3918685" y="2293727"/>
                  </a:cubicBezTo>
                  <a:cubicBezTo>
                    <a:pt x="3929552" y="2285476"/>
                    <a:pt x="3941295" y="2284176"/>
                    <a:pt x="3953915" y="2289813"/>
                  </a:cubicBezTo>
                  <a:cubicBezTo>
                    <a:pt x="3932033" y="2297924"/>
                    <a:pt x="3911154" y="2308359"/>
                    <a:pt x="3891285" y="2321128"/>
                  </a:cubicBezTo>
                  <a:cubicBezTo>
                    <a:pt x="3906942" y="2326350"/>
                    <a:pt x="3917378" y="2336786"/>
                    <a:pt x="3922600" y="2352443"/>
                  </a:cubicBezTo>
                  <a:cubicBezTo>
                    <a:pt x="3908852" y="2353539"/>
                    <a:pt x="3895810" y="2349625"/>
                    <a:pt x="3883456" y="2340700"/>
                  </a:cubicBezTo>
                  <a:cubicBezTo>
                    <a:pt x="3880849" y="2343307"/>
                    <a:pt x="3878234" y="2345922"/>
                    <a:pt x="3875627" y="2348529"/>
                  </a:cubicBezTo>
                  <a:cubicBezTo>
                    <a:pt x="3889413" y="2364687"/>
                    <a:pt x="3892028" y="2381652"/>
                    <a:pt x="3883456" y="2399416"/>
                  </a:cubicBezTo>
                  <a:cubicBezTo>
                    <a:pt x="3902135" y="2414189"/>
                    <a:pt x="3911271" y="2433761"/>
                    <a:pt x="3910856" y="2458132"/>
                  </a:cubicBezTo>
                  <a:cubicBezTo>
                    <a:pt x="3914098" y="2454554"/>
                    <a:pt x="3918012" y="2451939"/>
                    <a:pt x="3922600" y="2450303"/>
                  </a:cubicBezTo>
                  <a:cubicBezTo>
                    <a:pt x="3945609" y="2455838"/>
                    <a:pt x="3949523" y="2466274"/>
                    <a:pt x="3934343" y="2481618"/>
                  </a:cubicBezTo>
                  <a:cubicBezTo>
                    <a:pt x="3926788" y="2467839"/>
                    <a:pt x="3917652" y="2465224"/>
                    <a:pt x="3906942" y="2473789"/>
                  </a:cubicBezTo>
                  <a:cubicBezTo>
                    <a:pt x="3917378" y="2481618"/>
                    <a:pt x="3917378" y="2489447"/>
                    <a:pt x="3906942" y="2497275"/>
                  </a:cubicBezTo>
                  <a:cubicBezTo>
                    <a:pt x="3921284" y="2501636"/>
                    <a:pt x="3931720" y="2509465"/>
                    <a:pt x="3938257" y="2520762"/>
                  </a:cubicBezTo>
                  <a:cubicBezTo>
                    <a:pt x="3916548" y="2509520"/>
                    <a:pt x="3904805" y="2517348"/>
                    <a:pt x="3903028" y="2544248"/>
                  </a:cubicBezTo>
                  <a:cubicBezTo>
                    <a:pt x="3895872" y="2515736"/>
                    <a:pt x="3889343" y="2487035"/>
                    <a:pt x="3883456" y="2458132"/>
                  </a:cubicBezTo>
                  <a:cubicBezTo>
                    <a:pt x="3868057" y="2448878"/>
                    <a:pt x="3857621" y="2454100"/>
                    <a:pt x="3852141" y="2473789"/>
                  </a:cubicBezTo>
                  <a:cubicBezTo>
                    <a:pt x="3844437" y="2450866"/>
                    <a:pt x="3841830" y="2427380"/>
                    <a:pt x="3844312" y="2403330"/>
                  </a:cubicBezTo>
                  <a:cubicBezTo>
                    <a:pt x="3831261" y="2403330"/>
                    <a:pt x="3818219" y="2403330"/>
                    <a:pt x="3805168" y="2403330"/>
                  </a:cubicBezTo>
                  <a:cubicBezTo>
                    <a:pt x="3805168" y="2392894"/>
                    <a:pt x="3805168" y="2382451"/>
                    <a:pt x="3805168" y="2372015"/>
                  </a:cubicBezTo>
                  <a:cubicBezTo>
                    <a:pt x="3820841" y="2362190"/>
                    <a:pt x="3841721" y="2356968"/>
                    <a:pt x="3867798" y="2356358"/>
                  </a:cubicBezTo>
                  <a:cubicBezTo>
                    <a:pt x="3867798" y="2340700"/>
                    <a:pt x="3867798" y="2325043"/>
                    <a:pt x="3867798" y="2309385"/>
                  </a:cubicBezTo>
                  <a:cubicBezTo>
                    <a:pt x="3876034" y="2310551"/>
                    <a:pt x="3883863" y="2309252"/>
                    <a:pt x="3891285" y="2305471"/>
                  </a:cubicBezTo>
                  <a:cubicBezTo>
                    <a:pt x="3876527" y="2296953"/>
                    <a:pt x="3860870" y="2290432"/>
                    <a:pt x="3844312" y="2285899"/>
                  </a:cubicBezTo>
                  <a:cubicBezTo>
                    <a:pt x="3832224" y="2288169"/>
                    <a:pt x="3821789" y="2293383"/>
                    <a:pt x="3812997" y="2301556"/>
                  </a:cubicBezTo>
                  <a:cubicBezTo>
                    <a:pt x="3798388" y="2293234"/>
                    <a:pt x="3794474" y="2298456"/>
                    <a:pt x="3801254" y="2317214"/>
                  </a:cubicBezTo>
                  <a:cubicBezTo>
                    <a:pt x="3811423" y="2321833"/>
                    <a:pt x="3817945" y="2329661"/>
                    <a:pt x="3820826" y="2340700"/>
                  </a:cubicBezTo>
                  <a:cubicBezTo>
                    <a:pt x="3812042" y="2370567"/>
                    <a:pt x="3806828" y="2370567"/>
                    <a:pt x="3805168" y="2340700"/>
                  </a:cubicBezTo>
                  <a:cubicBezTo>
                    <a:pt x="3789299" y="2341968"/>
                    <a:pt x="3773642" y="2340661"/>
                    <a:pt x="3758196" y="2336786"/>
                  </a:cubicBezTo>
                  <a:cubicBezTo>
                    <a:pt x="3765367" y="2333858"/>
                    <a:pt x="3771896" y="2329943"/>
                    <a:pt x="3777767" y="2325043"/>
                  </a:cubicBezTo>
                  <a:cubicBezTo>
                    <a:pt x="3778715" y="2307608"/>
                    <a:pt x="3785236" y="2293258"/>
                    <a:pt x="3797339" y="2281984"/>
                  </a:cubicBezTo>
                  <a:cubicBezTo>
                    <a:pt x="3788407" y="2276183"/>
                    <a:pt x="3788407" y="2269654"/>
                    <a:pt x="3797339" y="2262412"/>
                  </a:cubicBezTo>
                  <a:cubicBezTo>
                    <a:pt x="3788031" y="2255140"/>
                    <a:pt x="3777595" y="2252533"/>
                    <a:pt x="3766024" y="2254584"/>
                  </a:cubicBezTo>
                  <a:cubicBezTo>
                    <a:pt x="3764694" y="2264933"/>
                    <a:pt x="3767301" y="2274070"/>
                    <a:pt x="3773853" y="2281984"/>
                  </a:cubicBezTo>
                  <a:cubicBezTo>
                    <a:pt x="3760803" y="2287206"/>
                    <a:pt x="3747760" y="2287206"/>
                    <a:pt x="3734709" y="2281984"/>
                  </a:cubicBezTo>
                  <a:cubicBezTo>
                    <a:pt x="3742131" y="2278203"/>
                    <a:pt x="3749960" y="2276904"/>
                    <a:pt x="3758196" y="2278070"/>
                  </a:cubicBezTo>
                  <a:cubicBezTo>
                    <a:pt x="3759425" y="2267321"/>
                    <a:pt x="3758117" y="2256877"/>
                    <a:pt x="3754281" y="2246755"/>
                  </a:cubicBezTo>
                  <a:cubicBezTo>
                    <a:pt x="3743329" y="2252446"/>
                    <a:pt x="3731586" y="2256361"/>
                    <a:pt x="3719052" y="2258498"/>
                  </a:cubicBezTo>
                  <a:cubicBezTo>
                    <a:pt x="3728086" y="2265654"/>
                    <a:pt x="3726779" y="2272175"/>
                    <a:pt x="3715137" y="2278070"/>
                  </a:cubicBezTo>
                  <a:cubicBezTo>
                    <a:pt x="3709203" y="2260306"/>
                    <a:pt x="3710510" y="2243341"/>
                    <a:pt x="3719052" y="2227183"/>
                  </a:cubicBezTo>
                  <a:cubicBezTo>
                    <a:pt x="3711622" y="2222353"/>
                    <a:pt x="3705101" y="2223652"/>
                    <a:pt x="3699480" y="2231097"/>
                  </a:cubicBezTo>
                  <a:cubicBezTo>
                    <a:pt x="3698204" y="2214062"/>
                    <a:pt x="3691683" y="2199712"/>
                    <a:pt x="3679908" y="2188039"/>
                  </a:cubicBezTo>
                  <a:cubicBezTo>
                    <a:pt x="3682515" y="2185432"/>
                    <a:pt x="3685130" y="2182817"/>
                    <a:pt x="3687737" y="2180210"/>
                  </a:cubicBezTo>
                  <a:cubicBezTo>
                    <a:pt x="3637390" y="2171779"/>
                    <a:pt x="3632176" y="2178300"/>
                    <a:pt x="3672079" y="2199782"/>
                  </a:cubicBezTo>
                  <a:cubicBezTo>
                    <a:pt x="3661338" y="2216379"/>
                    <a:pt x="3666560" y="2224208"/>
                    <a:pt x="3687737" y="2223269"/>
                  </a:cubicBezTo>
                  <a:cubicBezTo>
                    <a:pt x="3689490" y="2252070"/>
                    <a:pt x="3692105" y="2280779"/>
                    <a:pt x="3695565" y="2309385"/>
                  </a:cubicBezTo>
                  <a:cubicBezTo>
                    <a:pt x="3673066" y="2319907"/>
                    <a:pt x="3649579" y="2329035"/>
                    <a:pt x="3625107" y="2336786"/>
                  </a:cubicBezTo>
                  <a:cubicBezTo>
                    <a:pt x="3628755" y="2346955"/>
                    <a:pt x="3628755" y="2358698"/>
                    <a:pt x="3625107" y="2372015"/>
                  </a:cubicBezTo>
                  <a:cubicBezTo>
                    <a:pt x="3606560" y="2374763"/>
                    <a:pt x="3588288" y="2376070"/>
                    <a:pt x="3570305" y="2375930"/>
                  </a:cubicBezTo>
                  <a:cubicBezTo>
                    <a:pt x="3575527" y="2362879"/>
                    <a:pt x="3580741" y="2349836"/>
                    <a:pt x="3585963" y="2336786"/>
                  </a:cubicBezTo>
                  <a:cubicBezTo>
                    <a:pt x="3576482" y="2328072"/>
                    <a:pt x="3576482" y="2318936"/>
                    <a:pt x="3585963" y="2309385"/>
                  </a:cubicBezTo>
                  <a:cubicBezTo>
                    <a:pt x="3576952" y="2299748"/>
                    <a:pt x="3567824" y="2299748"/>
                    <a:pt x="3558562" y="2309385"/>
                  </a:cubicBezTo>
                  <a:cubicBezTo>
                    <a:pt x="3539695" y="2302684"/>
                    <a:pt x="3530559" y="2292240"/>
                    <a:pt x="3531161" y="2278070"/>
                  </a:cubicBezTo>
                  <a:cubicBezTo>
                    <a:pt x="3518549" y="2284490"/>
                    <a:pt x="3513327" y="2294933"/>
                    <a:pt x="3515504" y="2309385"/>
                  </a:cubicBezTo>
                  <a:cubicBezTo>
                    <a:pt x="3501710" y="2310505"/>
                    <a:pt x="3488659" y="2307890"/>
                    <a:pt x="3476360" y="2301556"/>
                  </a:cubicBezTo>
                  <a:cubicBezTo>
                    <a:pt x="3473753" y="2304163"/>
                    <a:pt x="3471138" y="2306778"/>
                    <a:pt x="3468531" y="2309385"/>
                  </a:cubicBezTo>
                  <a:cubicBezTo>
                    <a:pt x="3476360" y="2314607"/>
                    <a:pt x="3484189" y="2319821"/>
                    <a:pt x="3492017" y="2325043"/>
                  </a:cubicBezTo>
                  <a:cubicBezTo>
                    <a:pt x="3488103" y="2327650"/>
                    <a:pt x="3484189" y="2330264"/>
                    <a:pt x="3480274" y="2332871"/>
                  </a:cubicBezTo>
                  <a:cubicBezTo>
                    <a:pt x="3448309" y="2321762"/>
                    <a:pt x="3415687" y="2317848"/>
                    <a:pt x="3382415" y="2321128"/>
                  </a:cubicBezTo>
                  <a:cubicBezTo>
                    <a:pt x="3373051" y="2326248"/>
                    <a:pt x="3373051" y="2330162"/>
                    <a:pt x="3382415" y="2332871"/>
                  </a:cubicBezTo>
                  <a:cubicBezTo>
                    <a:pt x="3394925" y="2325160"/>
                    <a:pt x="3407976" y="2323860"/>
                    <a:pt x="3421559" y="2328957"/>
                  </a:cubicBezTo>
                  <a:cubicBezTo>
                    <a:pt x="3431994" y="2336786"/>
                    <a:pt x="3431994" y="2344614"/>
                    <a:pt x="3421559" y="2352443"/>
                  </a:cubicBezTo>
                  <a:cubicBezTo>
                    <a:pt x="3385452" y="2360883"/>
                    <a:pt x="3352838" y="2354353"/>
                    <a:pt x="3323699" y="2332871"/>
                  </a:cubicBezTo>
                  <a:cubicBezTo>
                    <a:pt x="3317867" y="2344536"/>
                    <a:pt x="3308730" y="2352365"/>
                    <a:pt x="3296298" y="2356358"/>
                  </a:cubicBezTo>
                  <a:cubicBezTo>
                    <a:pt x="3254422" y="2339087"/>
                    <a:pt x="3257029" y="2327344"/>
                    <a:pt x="3304127" y="2321128"/>
                  </a:cubicBezTo>
                  <a:cubicBezTo>
                    <a:pt x="3293167" y="2309870"/>
                    <a:pt x="3280116" y="2303349"/>
                    <a:pt x="3264983" y="2301556"/>
                  </a:cubicBezTo>
                  <a:cubicBezTo>
                    <a:pt x="3266572" y="2316353"/>
                    <a:pt x="3261358" y="2328096"/>
                    <a:pt x="3249326" y="2336786"/>
                  </a:cubicBezTo>
                  <a:cubicBezTo>
                    <a:pt x="3270103" y="2353007"/>
                    <a:pt x="3267488" y="2366058"/>
                    <a:pt x="3241497" y="2375930"/>
                  </a:cubicBezTo>
                  <a:cubicBezTo>
                    <a:pt x="3256567" y="2374873"/>
                    <a:pt x="3272225" y="2373565"/>
                    <a:pt x="3288470" y="2372015"/>
                  </a:cubicBezTo>
                  <a:cubicBezTo>
                    <a:pt x="3286144" y="2398140"/>
                    <a:pt x="3283537" y="2421626"/>
                    <a:pt x="3280641" y="2442474"/>
                  </a:cubicBezTo>
                  <a:cubicBezTo>
                    <a:pt x="3265422" y="2437080"/>
                    <a:pt x="3249764" y="2433166"/>
                    <a:pt x="3233668" y="2430731"/>
                  </a:cubicBezTo>
                  <a:cubicBezTo>
                    <a:pt x="3241497" y="2422902"/>
                    <a:pt x="3249326" y="2415073"/>
                    <a:pt x="3257154" y="2407245"/>
                  </a:cubicBezTo>
                  <a:cubicBezTo>
                    <a:pt x="3254547" y="2405937"/>
                    <a:pt x="3251933" y="2404638"/>
                    <a:pt x="3249326" y="2403330"/>
                  </a:cubicBezTo>
                  <a:cubicBezTo>
                    <a:pt x="3233018" y="2417023"/>
                    <a:pt x="3214754" y="2423544"/>
                    <a:pt x="3194524" y="2422902"/>
                  </a:cubicBezTo>
                  <a:cubicBezTo>
                    <a:pt x="3198102" y="2419661"/>
                    <a:pt x="3200717" y="2415747"/>
                    <a:pt x="3202353" y="2411159"/>
                  </a:cubicBezTo>
                  <a:cubicBezTo>
                    <a:pt x="3189444" y="2402171"/>
                    <a:pt x="3177700" y="2391736"/>
                    <a:pt x="3167124" y="2379844"/>
                  </a:cubicBezTo>
                  <a:cubicBezTo>
                    <a:pt x="3163209" y="2383758"/>
                    <a:pt x="3159295" y="2387673"/>
                    <a:pt x="3155380" y="2391587"/>
                  </a:cubicBezTo>
                  <a:cubicBezTo>
                    <a:pt x="3187275" y="2403643"/>
                    <a:pt x="3189882" y="2414079"/>
                    <a:pt x="3163209" y="2422902"/>
                  </a:cubicBezTo>
                  <a:cubicBezTo>
                    <a:pt x="3165816" y="2425509"/>
                    <a:pt x="3168431" y="2428124"/>
                    <a:pt x="3171038" y="2430731"/>
                  </a:cubicBezTo>
                  <a:cubicBezTo>
                    <a:pt x="3196544" y="2430754"/>
                    <a:pt x="3217423" y="2439891"/>
                    <a:pt x="3233668" y="2458132"/>
                  </a:cubicBezTo>
                  <a:cubicBezTo>
                    <a:pt x="3255417" y="2454648"/>
                    <a:pt x="3276296" y="2454648"/>
                    <a:pt x="3296298" y="2458132"/>
                  </a:cubicBezTo>
                  <a:cubicBezTo>
                    <a:pt x="3329093" y="2441370"/>
                    <a:pt x="3363015" y="2437456"/>
                    <a:pt x="3398072" y="2446388"/>
                  </a:cubicBezTo>
                  <a:cubicBezTo>
                    <a:pt x="3412665" y="2425908"/>
                    <a:pt x="3430930" y="2419379"/>
                    <a:pt x="3452874" y="2426817"/>
                  </a:cubicBezTo>
                  <a:cubicBezTo>
                    <a:pt x="3434633" y="2450475"/>
                    <a:pt x="3411146" y="2463526"/>
                    <a:pt x="3382415" y="2465960"/>
                  </a:cubicBezTo>
                  <a:cubicBezTo>
                    <a:pt x="3381945" y="2497158"/>
                    <a:pt x="3397603" y="2510209"/>
                    <a:pt x="3429387" y="2505104"/>
                  </a:cubicBezTo>
                  <a:cubicBezTo>
                    <a:pt x="3429387" y="2515540"/>
                    <a:pt x="3429387" y="2525983"/>
                    <a:pt x="3429387" y="2536419"/>
                  </a:cubicBezTo>
                  <a:cubicBezTo>
                    <a:pt x="3410387" y="2536599"/>
                    <a:pt x="3392122" y="2540514"/>
                    <a:pt x="3374586" y="2548162"/>
                  </a:cubicBezTo>
                  <a:cubicBezTo>
                    <a:pt x="3383158" y="2565347"/>
                    <a:pt x="3390987" y="2582311"/>
                    <a:pt x="3398072" y="2599049"/>
                  </a:cubicBezTo>
                  <a:cubicBezTo>
                    <a:pt x="3395230" y="2604397"/>
                    <a:pt x="3392623" y="2609618"/>
                    <a:pt x="3390243" y="2614707"/>
                  </a:cubicBezTo>
                  <a:cubicBezTo>
                    <a:pt x="3308699" y="2550440"/>
                    <a:pt x="3217361" y="2507382"/>
                    <a:pt x="3116237" y="2485532"/>
                  </a:cubicBezTo>
                  <a:cubicBezTo>
                    <a:pt x="2934993" y="2453380"/>
                    <a:pt x="2770589" y="2489908"/>
                    <a:pt x="2623024" y="2595135"/>
                  </a:cubicBezTo>
                  <a:cubicBezTo>
                    <a:pt x="2604760" y="2613400"/>
                    <a:pt x="2586488" y="2631672"/>
                    <a:pt x="2568223" y="2649936"/>
                  </a:cubicBezTo>
                  <a:cubicBezTo>
                    <a:pt x="2570830" y="2651244"/>
                    <a:pt x="2573445" y="2652543"/>
                    <a:pt x="2576052" y="2653851"/>
                  </a:cubicBezTo>
                  <a:cubicBezTo>
                    <a:pt x="2713995" y="2530579"/>
                    <a:pt x="2875792" y="2479692"/>
                    <a:pt x="3061435" y="2501190"/>
                  </a:cubicBezTo>
                  <a:cubicBezTo>
                    <a:pt x="3192450" y="2514397"/>
                    <a:pt x="3308582" y="2562677"/>
                    <a:pt x="3409815" y="2646022"/>
                  </a:cubicBezTo>
                  <a:cubicBezTo>
                    <a:pt x="3413495" y="2637590"/>
                    <a:pt x="3412188" y="2629762"/>
                    <a:pt x="3405901" y="2622536"/>
                  </a:cubicBezTo>
                  <a:cubicBezTo>
                    <a:pt x="3420353" y="2620359"/>
                    <a:pt x="3430796" y="2625581"/>
                    <a:pt x="3437216" y="2638193"/>
                  </a:cubicBezTo>
                  <a:cubicBezTo>
                    <a:pt x="3429458" y="2652465"/>
                    <a:pt x="3419022" y="2664208"/>
                    <a:pt x="3405901" y="2673423"/>
                  </a:cubicBezTo>
                  <a:cubicBezTo>
                    <a:pt x="3422248" y="2681486"/>
                    <a:pt x="3439212" y="2688008"/>
                    <a:pt x="3456788" y="2692995"/>
                  </a:cubicBezTo>
                  <a:cubicBezTo>
                    <a:pt x="3469024" y="2688282"/>
                    <a:pt x="3467717" y="2681760"/>
                    <a:pt x="3452874" y="2673423"/>
                  </a:cubicBezTo>
                  <a:cubicBezTo>
                    <a:pt x="3473213" y="2649201"/>
                    <a:pt x="3486263" y="2650500"/>
                    <a:pt x="3492017" y="2677337"/>
                  </a:cubicBezTo>
                  <a:cubicBezTo>
                    <a:pt x="3523708" y="2681299"/>
                    <a:pt x="3553716" y="2691742"/>
                    <a:pt x="3582048" y="2708652"/>
                  </a:cubicBezTo>
                  <a:cubicBezTo>
                    <a:pt x="3603021" y="2697731"/>
                    <a:pt x="3625200" y="2692517"/>
                    <a:pt x="3648593" y="2692995"/>
                  </a:cubicBezTo>
                  <a:cubicBezTo>
                    <a:pt x="3648593" y="2713874"/>
                    <a:pt x="3648593" y="2734745"/>
                    <a:pt x="3648593" y="2755625"/>
                  </a:cubicBezTo>
                  <a:cubicBezTo>
                    <a:pt x="3661643" y="2755625"/>
                    <a:pt x="3674686" y="2755625"/>
                    <a:pt x="3687737" y="2755625"/>
                  </a:cubicBezTo>
                  <a:cubicBezTo>
                    <a:pt x="3690719" y="2766828"/>
                    <a:pt x="3698548" y="2773349"/>
                    <a:pt x="3711223" y="2775197"/>
                  </a:cubicBezTo>
                  <a:cubicBezTo>
                    <a:pt x="3682515" y="2780418"/>
                    <a:pt x="3653815" y="2780418"/>
                    <a:pt x="3625107" y="2775197"/>
                  </a:cubicBezTo>
                  <a:cubicBezTo>
                    <a:pt x="3611719" y="2746637"/>
                    <a:pt x="3590848" y="2737501"/>
                    <a:pt x="3562476" y="2747796"/>
                  </a:cubicBezTo>
                  <a:cubicBezTo>
                    <a:pt x="3573045" y="2759148"/>
                    <a:pt x="3586088" y="2764369"/>
                    <a:pt x="3601620" y="2763453"/>
                  </a:cubicBezTo>
                  <a:cubicBezTo>
                    <a:pt x="3600391" y="2774202"/>
                    <a:pt x="3601699" y="2784646"/>
                    <a:pt x="3605535" y="2794769"/>
                  </a:cubicBezTo>
                  <a:cubicBezTo>
                    <a:pt x="3612526" y="2785288"/>
                    <a:pt x="3619047" y="2785288"/>
                    <a:pt x="3625107" y="2794769"/>
                  </a:cubicBezTo>
                  <a:cubicBezTo>
                    <a:pt x="3618648" y="2801705"/>
                    <a:pt x="3610819" y="2804312"/>
                    <a:pt x="3601620" y="2802597"/>
                  </a:cubicBezTo>
                  <a:cubicBezTo>
                    <a:pt x="3601620" y="2820862"/>
                    <a:pt x="3601620" y="2839134"/>
                    <a:pt x="3601620" y="2857399"/>
                  </a:cubicBezTo>
                  <a:cubicBezTo>
                    <a:pt x="3593791" y="2857399"/>
                    <a:pt x="3585963" y="2857399"/>
                    <a:pt x="3578134" y="2857399"/>
                  </a:cubicBezTo>
                  <a:cubicBezTo>
                    <a:pt x="3564997" y="2809886"/>
                    <a:pt x="3557168" y="2762913"/>
                    <a:pt x="3554648" y="2716481"/>
                  </a:cubicBezTo>
                  <a:cubicBezTo>
                    <a:pt x="3541597" y="2719088"/>
                    <a:pt x="3533768" y="2726917"/>
                    <a:pt x="3531161" y="2739967"/>
                  </a:cubicBezTo>
                  <a:cubicBezTo>
                    <a:pt x="3528797" y="2759265"/>
                    <a:pt x="3532711" y="2777530"/>
                    <a:pt x="3542904" y="2794769"/>
                  </a:cubicBezTo>
                  <a:cubicBezTo>
                    <a:pt x="3529329" y="2788905"/>
                    <a:pt x="3514979" y="2784990"/>
                    <a:pt x="3499846" y="2783025"/>
                  </a:cubicBezTo>
                  <a:cubicBezTo>
                    <a:pt x="3495376" y="2773592"/>
                    <a:pt x="3490154" y="2764456"/>
                    <a:pt x="3484189" y="2755625"/>
                  </a:cubicBezTo>
                  <a:cubicBezTo>
                    <a:pt x="3479601" y="2757261"/>
                    <a:pt x="3475687" y="2759876"/>
                    <a:pt x="3472446" y="2763453"/>
                  </a:cubicBezTo>
                  <a:cubicBezTo>
                    <a:pt x="3452670" y="2743388"/>
                    <a:pt x="3439620" y="2748602"/>
                    <a:pt x="3433302" y="2779111"/>
                  </a:cubicBezTo>
                  <a:cubicBezTo>
                    <a:pt x="3429113" y="2765246"/>
                    <a:pt x="3422584" y="2762639"/>
                    <a:pt x="3413730" y="2771282"/>
                  </a:cubicBezTo>
                  <a:cubicBezTo>
                    <a:pt x="3422662" y="2778524"/>
                    <a:pt x="3422662" y="2785053"/>
                    <a:pt x="3413730" y="2790854"/>
                  </a:cubicBezTo>
                  <a:cubicBezTo>
                    <a:pt x="3434327" y="2788686"/>
                    <a:pt x="3453899" y="2789993"/>
                    <a:pt x="3472446" y="2794769"/>
                  </a:cubicBezTo>
                  <a:cubicBezTo>
                    <a:pt x="3475053" y="2789547"/>
                    <a:pt x="3477667" y="2784333"/>
                    <a:pt x="3480274" y="2779111"/>
                  </a:cubicBezTo>
                  <a:cubicBezTo>
                    <a:pt x="3484502" y="2791911"/>
                    <a:pt x="3480588" y="2802347"/>
                    <a:pt x="3468531" y="2810426"/>
                  </a:cubicBezTo>
                  <a:cubicBezTo>
                    <a:pt x="3480204" y="2816251"/>
                    <a:pt x="3491947" y="2821465"/>
                    <a:pt x="3503761" y="2826084"/>
                  </a:cubicBezTo>
                  <a:cubicBezTo>
                    <a:pt x="3535663" y="2791465"/>
                    <a:pt x="3551320" y="2796687"/>
                    <a:pt x="3550733" y="2841741"/>
                  </a:cubicBezTo>
                  <a:cubicBezTo>
                    <a:pt x="3548126" y="2839134"/>
                    <a:pt x="3545511" y="2836519"/>
                    <a:pt x="3542904" y="2833912"/>
                  </a:cubicBezTo>
                  <a:cubicBezTo>
                    <a:pt x="3535835" y="2843315"/>
                    <a:pt x="3526707" y="2849844"/>
                    <a:pt x="3515504" y="2853484"/>
                  </a:cubicBezTo>
                  <a:cubicBezTo>
                    <a:pt x="3526456" y="2858142"/>
                    <a:pt x="3536892" y="2856835"/>
                    <a:pt x="3546819" y="2849570"/>
                  </a:cubicBezTo>
                  <a:cubicBezTo>
                    <a:pt x="3549426" y="2853484"/>
                    <a:pt x="3552041" y="2857399"/>
                    <a:pt x="3554648" y="2861313"/>
                  </a:cubicBezTo>
                  <a:cubicBezTo>
                    <a:pt x="3546545" y="2863294"/>
                    <a:pt x="3538716" y="2869815"/>
                    <a:pt x="3531161" y="2880885"/>
                  </a:cubicBezTo>
                  <a:cubicBezTo>
                    <a:pt x="3536383" y="2883492"/>
                    <a:pt x="3541597" y="2886107"/>
                    <a:pt x="3546819" y="2888714"/>
                  </a:cubicBezTo>
                  <a:cubicBezTo>
                    <a:pt x="3563619" y="2877800"/>
                    <a:pt x="3581884" y="2872587"/>
                    <a:pt x="3601620" y="2873056"/>
                  </a:cubicBezTo>
                  <a:cubicBezTo>
                    <a:pt x="3601620" y="2883492"/>
                    <a:pt x="3601620" y="2893935"/>
                    <a:pt x="3601620" y="2904371"/>
                  </a:cubicBezTo>
                  <a:cubicBezTo>
                    <a:pt x="3585751" y="2903103"/>
                    <a:pt x="3570094" y="2904410"/>
                    <a:pt x="3554648" y="2908286"/>
                  </a:cubicBezTo>
                  <a:cubicBezTo>
                    <a:pt x="3564692" y="2930167"/>
                    <a:pt x="3564692" y="2952346"/>
                    <a:pt x="3554648" y="2974830"/>
                  </a:cubicBezTo>
                  <a:cubicBezTo>
                    <a:pt x="3540783" y="2970642"/>
                    <a:pt x="3538176" y="2964113"/>
                    <a:pt x="3546819" y="2955258"/>
                  </a:cubicBezTo>
                  <a:cubicBezTo>
                    <a:pt x="3520851" y="2951360"/>
                    <a:pt x="3494758" y="2950052"/>
                    <a:pt x="3468531" y="2951344"/>
                  </a:cubicBezTo>
                  <a:cubicBezTo>
                    <a:pt x="3468531" y="2961780"/>
                    <a:pt x="3468531" y="2972223"/>
                    <a:pt x="3468531" y="2982659"/>
                  </a:cubicBezTo>
                  <a:cubicBezTo>
                    <a:pt x="3476767" y="2981493"/>
                    <a:pt x="3484596" y="2982792"/>
                    <a:pt x="3492017" y="2986573"/>
                  </a:cubicBezTo>
                  <a:cubicBezTo>
                    <a:pt x="3482654" y="2991693"/>
                    <a:pt x="3482654" y="2995608"/>
                    <a:pt x="3492017" y="2998317"/>
                  </a:cubicBezTo>
                  <a:cubicBezTo>
                    <a:pt x="3501717" y="2986519"/>
                    <a:pt x="3499102" y="2977382"/>
                    <a:pt x="3484189" y="2970916"/>
                  </a:cubicBezTo>
                  <a:cubicBezTo>
                    <a:pt x="3499322" y="2968951"/>
                    <a:pt x="3513672" y="2965036"/>
                    <a:pt x="3527247" y="2959173"/>
                  </a:cubicBezTo>
                  <a:cubicBezTo>
                    <a:pt x="3523434" y="2971260"/>
                    <a:pt x="3519520" y="2984303"/>
                    <a:pt x="3515504" y="2998317"/>
                  </a:cubicBezTo>
                  <a:cubicBezTo>
                    <a:pt x="3530903" y="3000188"/>
                    <a:pt x="3545261" y="2997581"/>
                    <a:pt x="3558562" y="2990488"/>
                  </a:cubicBezTo>
                  <a:cubicBezTo>
                    <a:pt x="3609668" y="3020722"/>
                    <a:pt x="3639676" y="3007672"/>
                    <a:pt x="3648593" y="2951344"/>
                  </a:cubicBezTo>
                  <a:cubicBezTo>
                    <a:pt x="3665080" y="2952745"/>
                    <a:pt x="3678123" y="2960574"/>
                    <a:pt x="3687737" y="2974830"/>
                  </a:cubicBezTo>
                  <a:cubicBezTo>
                    <a:pt x="3718864" y="2981766"/>
                    <a:pt x="3750179" y="2986980"/>
                    <a:pt x="3781682" y="2990488"/>
                  </a:cubicBezTo>
                  <a:cubicBezTo>
                    <a:pt x="3780515" y="2982252"/>
                    <a:pt x="3781815" y="2974423"/>
                    <a:pt x="3785596" y="2967001"/>
                  </a:cubicBezTo>
                  <a:cubicBezTo>
                    <a:pt x="3788203" y="2969608"/>
                    <a:pt x="3790818" y="2972223"/>
                    <a:pt x="3793425" y="2974830"/>
                  </a:cubicBezTo>
                  <a:cubicBezTo>
                    <a:pt x="3804463" y="2964755"/>
                    <a:pt x="3816206" y="2955618"/>
                    <a:pt x="3828654" y="2947430"/>
                  </a:cubicBezTo>
                  <a:cubicBezTo>
                    <a:pt x="3809388" y="2913296"/>
                    <a:pt x="3809388" y="2879374"/>
                    <a:pt x="3828654" y="2845656"/>
                  </a:cubicBezTo>
                  <a:cubicBezTo>
                    <a:pt x="3841188" y="2843518"/>
                    <a:pt x="3852932" y="2839604"/>
                    <a:pt x="3863884" y="2833912"/>
                  </a:cubicBezTo>
                  <a:cubicBezTo>
                    <a:pt x="3870656" y="2852608"/>
                    <a:pt x="3864134" y="2864351"/>
                    <a:pt x="3844312" y="2869142"/>
                  </a:cubicBezTo>
                  <a:cubicBezTo>
                    <a:pt x="3868526" y="2873095"/>
                    <a:pt x="3889406" y="2871788"/>
                    <a:pt x="3906942" y="2865227"/>
                  </a:cubicBezTo>
                  <a:cubicBezTo>
                    <a:pt x="3901822" y="2852584"/>
                    <a:pt x="3897908" y="2839533"/>
                    <a:pt x="3895199" y="2826084"/>
                  </a:cubicBezTo>
                  <a:cubicBezTo>
                    <a:pt x="3887370" y="2815648"/>
                    <a:pt x="3879541" y="2815648"/>
                    <a:pt x="3871713" y="2826084"/>
                  </a:cubicBezTo>
                  <a:cubicBezTo>
                    <a:pt x="3867932" y="2818662"/>
                    <a:pt x="3866632" y="2810833"/>
                    <a:pt x="3867798" y="2802597"/>
                  </a:cubicBezTo>
                  <a:cubicBezTo>
                    <a:pt x="3841298" y="2809346"/>
                    <a:pt x="3817812" y="2822389"/>
                    <a:pt x="3797339" y="2841741"/>
                  </a:cubicBezTo>
                  <a:cubicBezTo>
                    <a:pt x="3808480" y="2889019"/>
                    <a:pt x="3803266" y="2891626"/>
                    <a:pt x="3781682" y="2849570"/>
                  </a:cubicBezTo>
                  <a:cubicBezTo>
                    <a:pt x="3775865" y="2860593"/>
                    <a:pt x="3769336" y="2871029"/>
                    <a:pt x="3762110" y="2880885"/>
                  </a:cubicBezTo>
                  <a:cubicBezTo>
                    <a:pt x="3769140" y="2848404"/>
                    <a:pt x="3774362" y="2814481"/>
                    <a:pt x="3777767" y="2779111"/>
                  </a:cubicBezTo>
                  <a:cubicBezTo>
                    <a:pt x="3780374" y="2773889"/>
                    <a:pt x="3782989" y="2768675"/>
                    <a:pt x="3785596" y="2763453"/>
                  </a:cubicBezTo>
                  <a:cubicBezTo>
                    <a:pt x="3792587" y="2772934"/>
                    <a:pt x="3799109" y="2772934"/>
                    <a:pt x="3805168" y="2763453"/>
                  </a:cubicBezTo>
                  <a:cubicBezTo>
                    <a:pt x="3798709" y="2756517"/>
                    <a:pt x="3790881" y="2753910"/>
                    <a:pt x="3781682" y="2755625"/>
                  </a:cubicBezTo>
                  <a:cubicBezTo>
                    <a:pt x="3780429" y="2742324"/>
                    <a:pt x="3781729" y="2729273"/>
                    <a:pt x="3785596" y="2716481"/>
                  </a:cubicBezTo>
                  <a:cubicBezTo>
                    <a:pt x="3807024" y="2725171"/>
                    <a:pt x="3829210" y="2726478"/>
                    <a:pt x="3852141" y="2720395"/>
                  </a:cubicBezTo>
                  <a:cubicBezTo>
                    <a:pt x="3855539" y="2696721"/>
                    <a:pt x="3867282" y="2674542"/>
                    <a:pt x="3887370" y="2653851"/>
                  </a:cubicBezTo>
                  <a:cubicBezTo>
                    <a:pt x="3881060" y="2674761"/>
                    <a:pt x="3882368" y="2695641"/>
                    <a:pt x="3891285" y="2716481"/>
                  </a:cubicBezTo>
                  <a:cubicBezTo>
                    <a:pt x="3921292" y="2721656"/>
                    <a:pt x="3933035" y="2711220"/>
                    <a:pt x="3926514" y="2685166"/>
                  </a:cubicBezTo>
                  <a:cubicBezTo>
                    <a:pt x="3932057" y="2678269"/>
                    <a:pt x="3938586" y="2673055"/>
                    <a:pt x="3946086" y="2669508"/>
                  </a:cubicBezTo>
                  <a:cubicBezTo>
                    <a:pt x="3924330" y="2960214"/>
                    <a:pt x="3893015" y="3249878"/>
                    <a:pt x="3852141" y="3538501"/>
                  </a:cubicBezTo>
                  <a:cubicBezTo>
                    <a:pt x="3835536" y="3539871"/>
                    <a:pt x="3819879" y="3537257"/>
                    <a:pt x="3805168" y="3530673"/>
                  </a:cubicBezTo>
                  <a:cubicBezTo>
                    <a:pt x="3786536" y="3504258"/>
                    <a:pt x="3763049" y="3500344"/>
                    <a:pt x="3734709" y="3518930"/>
                  </a:cubicBezTo>
                  <a:cubicBezTo>
                    <a:pt x="3728822" y="3524183"/>
                    <a:pt x="3726207" y="3530704"/>
                    <a:pt x="3726880" y="3538501"/>
                  </a:cubicBezTo>
                  <a:cubicBezTo>
                    <a:pt x="3721698" y="3524378"/>
                    <a:pt x="3719091" y="3508721"/>
                    <a:pt x="3719052" y="3491529"/>
                  </a:cubicBezTo>
                  <a:cubicBezTo>
                    <a:pt x="3724273" y="3421070"/>
                    <a:pt x="3729488" y="3350611"/>
                    <a:pt x="3734709" y="3280152"/>
                  </a:cubicBezTo>
                  <a:cubicBezTo>
                    <a:pt x="3732705" y="3174221"/>
                    <a:pt x="3680519" y="3108984"/>
                    <a:pt x="3578134" y="3084433"/>
                  </a:cubicBezTo>
                  <a:cubicBezTo>
                    <a:pt x="3296056" y="3081975"/>
                    <a:pt x="3014220" y="3084582"/>
                    <a:pt x="2732627" y="3092262"/>
                  </a:cubicBezTo>
                  <a:cubicBezTo>
                    <a:pt x="2724391" y="3093428"/>
                    <a:pt x="2716562" y="3092129"/>
                    <a:pt x="2709141" y="3088347"/>
                  </a:cubicBezTo>
                  <a:cubicBezTo>
                    <a:pt x="2718504" y="3083227"/>
                    <a:pt x="2718504" y="3079313"/>
                    <a:pt x="2709141" y="3076604"/>
                  </a:cubicBezTo>
                  <a:cubicBezTo>
                    <a:pt x="2694665" y="3085161"/>
                    <a:pt x="2681615" y="3095597"/>
                    <a:pt x="2669997" y="3107919"/>
                  </a:cubicBezTo>
                  <a:cubicBezTo>
                    <a:pt x="2665409" y="3106283"/>
                    <a:pt x="2661495" y="3103668"/>
                    <a:pt x="2658254" y="3100090"/>
                  </a:cubicBezTo>
                  <a:cubicBezTo>
                    <a:pt x="2650770" y="3111004"/>
                    <a:pt x="2640334" y="3116226"/>
                    <a:pt x="2626939" y="3115748"/>
                  </a:cubicBezTo>
                  <a:cubicBezTo>
                    <a:pt x="2614530" y="3109916"/>
                    <a:pt x="2602787" y="3106001"/>
                    <a:pt x="2591709" y="3104005"/>
                  </a:cubicBezTo>
                  <a:cubicBezTo>
                    <a:pt x="2597769" y="3122833"/>
                    <a:pt x="2601683" y="3142405"/>
                    <a:pt x="2603452" y="3162721"/>
                  </a:cubicBezTo>
                  <a:cubicBezTo>
                    <a:pt x="2608572" y="3153357"/>
                    <a:pt x="2612487" y="3153357"/>
                    <a:pt x="2615196" y="3162721"/>
                  </a:cubicBezTo>
                  <a:cubicBezTo>
                    <a:pt x="2605715" y="3172272"/>
                    <a:pt x="2605715" y="3181408"/>
                    <a:pt x="2615196" y="3190121"/>
                  </a:cubicBezTo>
                  <a:cubicBezTo>
                    <a:pt x="2607774" y="3193903"/>
                    <a:pt x="2599945" y="3195202"/>
                    <a:pt x="2591709" y="3194036"/>
                  </a:cubicBezTo>
                  <a:cubicBezTo>
                    <a:pt x="2581798" y="3211212"/>
                    <a:pt x="2581798" y="3229484"/>
                    <a:pt x="2591709" y="3248837"/>
                  </a:cubicBezTo>
                  <a:cubicBezTo>
                    <a:pt x="2577657" y="3266084"/>
                    <a:pt x="2559384" y="3275212"/>
                    <a:pt x="2536908" y="3276238"/>
                  </a:cubicBezTo>
                  <a:cubicBezTo>
                    <a:pt x="2546772" y="3284951"/>
                    <a:pt x="2555908" y="3286259"/>
                    <a:pt x="2564309" y="3280152"/>
                  </a:cubicBezTo>
                  <a:cubicBezTo>
                    <a:pt x="2569875" y="3294768"/>
                    <a:pt x="2565960" y="3306512"/>
                    <a:pt x="2552565" y="3315382"/>
                  </a:cubicBezTo>
                  <a:cubicBezTo>
                    <a:pt x="2566524" y="3323735"/>
                    <a:pt x="2570438" y="3335478"/>
                    <a:pt x="2564309" y="3350611"/>
                  </a:cubicBezTo>
                  <a:cubicBezTo>
                    <a:pt x="2558688" y="3358056"/>
                    <a:pt x="2552166" y="3359356"/>
                    <a:pt x="2544737" y="3354525"/>
                  </a:cubicBezTo>
                  <a:cubicBezTo>
                    <a:pt x="2556535" y="3347973"/>
                    <a:pt x="2560449" y="3338837"/>
                    <a:pt x="2556480" y="3327125"/>
                  </a:cubicBezTo>
                  <a:cubicBezTo>
                    <a:pt x="2541042" y="3333427"/>
                    <a:pt x="2529298" y="3343871"/>
                    <a:pt x="2521250" y="3358440"/>
                  </a:cubicBezTo>
                  <a:cubicBezTo>
                    <a:pt x="2508458" y="3354776"/>
                    <a:pt x="2499330" y="3346947"/>
                    <a:pt x="2493850" y="3334953"/>
                  </a:cubicBezTo>
                  <a:cubicBezTo>
                    <a:pt x="2491642" y="3362370"/>
                    <a:pt x="2490335" y="3388463"/>
                    <a:pt x="2489935" y="3413241"/>
                  </a:cubicBezTo>
                  <a:cubicBezTo>
                    <a:pt x="2504779" y="3420804"/>
                    <a:pt x="2520436" y="3423411"/>
                    <a:pt x="2536908" y="3421070"/>
                  </a:cubicBezTo>
                  <a:cubicBezTo>
                    <a:pt x="2535742" y="3429306"/>
                    <a:pt x="2537041" y="3437135"/>
                    <a:pt x="2540822" y="3444556"/>
                  </a:cubicBezTo>
                  <a:cubicBezTo>
                    <a:pt x="2565483" y="3431553"/>
                    <a:pt x="2577226" y="3439381"/>
                    <a:pt x="2576052" y="3468043"/>
                  </a:cubicBezTo>
                  <a:cubicBezTo>
                    <a:pt x="2549246" y="3468591"/>
                    <a:pt x="2525760" y="3477719"/>
                    <a:pt x="2505593" y="3495443"/>
                  </a:cubicBezTo>
                  <a:cubicBezTo>
                    <a:pt x="2515715" y="3499279"/>
                    <a:pt x="2526159" y="3500587"/>
                    <a:pt x="2536908" y="3499358"/>
                  </a:cubicBezTo>
                  <a:cubicBezTo>
                    <a:pt x="2536908" y="3509793"/>
                    <a:pt x="2536908" y="3520237"/>
                    <a:pt x="2536908" y="3530673"/>
                  </a:cubicBezTo>
                  <a:cubicBezTo>
                    <a:pt x="2505593" y="3533280"/>
                    <a:pt x="2505593" y="3535894"/>
                    <a:pt x="2536908" y="3538501"/>
                  </a:cubicBezTo>
                  <a:cubicBezTo>
                    <a:pt x="2536908" y="3548937"/>
                    <a:pt x="2536908" y="3559381"/>
                    <a:pt x="2536908" y="3569817"/>
                  </a:cubicBezTo>
                  <a:cubicBezTo>
                    <a:pt x="2522910" y="3567585"/>
                    <a:pt x="2509860" y="3570192"/>
                    <a:pt x="2497764" y="3577645"/>
                  </a:cubicBezTo>
                  <a:cubicBezTo>
                    <a:pt x="2508082" y="3599597"/>
                    <a:pt x="2519825" y="3620477"/>
                    <a:pt x="2532994" y="3640275"/>
                  </a:cubicBezTo>
                  <a:cubicBezTo>
                    <a:pt x="2538215" y="3648104"/>
                    <a:pt x="2538215" y="3655933"/>
                    <a:pt x="2532994" y="3663762"/>
                  </a:cubicBezTo>
                  <a:cubicBezTo>
                    <a:pt x="2514729" y="3655933"/>
                    <a:pt x="2496457" y="3648104"/>
                    <a:pt x="2478192" y="3640275"/>
                  </a:cubicBezTo>
                  <a:cubicBezTo>
                    <a:pt x="2477495" y="3627648"/>
                    <a:pt x="2484025" y="3618511"/>
                    <a:pt x="2497764" y="3612875"/>
                  </a:cubicBezTo>
                  <a:cubicBezTo>
                    <a:pt x="2491211" y="3604960"/>
                    <a:pt x="2488604" y="3595824"/>
                    <a:pt x="2489935" y="3585474"/>
                  </a:cubicBezTo>
                  <a:cubicBezTo>
                    <a:pt x="2482107" y="3585474"/>
                    <a:pt x="2474278" y="3585474"/>
                    <a:pt x="2466449" y="3585474"/>
                  </a:cubicBezTo>
                  <a:cubicBezTo>
                    <a:pt x="2466449" y="3567209"/>
                    <a:pt x="2466449" y="3548937"/>
                    <a:pt x="2466449" y="3530673"/>
                  </a:cubicBezTo>
                  <a:cubicBezTo>
                    <a:pt x="2445578" y="3534070"/>
                    <a:pt x="2436441" y="3526242"/>
                    <a:pt x="2439048" y="3507186"/>
                  </a:cubicBezTo>
                  <a:cubicBezTo>
                    <a:pt x="2444270" y="3512408"/>
                    <a:pt x="2449484" y="3517622"/>
                    <a:pt x="2454706" y="3522844"/>
                  </a:cubicBezTo>
                  <a:cubicBezTo>
                    <a:pt x="2458933" y="3510044"/>
                    <a:pt x="2455019" y="3499608"/>
                    <a:pt x="2442963" y="3491529"/>
                  </a:cubicBezTo>
                  <a:cubicBezTo>
                    <a:pt x="2449985" y="3490206"/>
                    <a:pt x="2457814" y="3487599"/>
                    <a:pt x="2466449" y="3483700"/>
                  </a:cubicBezTo>
                  <a:cubicBezTo>
                    <a:pt x="2472289" y="3474024"/>
                    <a:pt x="2474896" y="3463580"/>
                    <a:pt x="2474278" y="3452385"/>
                  </a:cubicBezTo>
                  <a:cubicBezTo>
                    <a:pt x="2483476" y="3454099"/>
                    <a:pt x="2491305" y="3451492"/>
                    <a:pt x="2497764" y="3444556"/>
                  </a:cubicBezTo>
                  <a:cubicBezTo>
                    <a:pt x="2489411" y="3428437"/>
                    <a:pt x="2478975" y="3414087"/>
                    <a:pt x="2466449" y="3401498"/>
                  </a:cubicBezTo>
                  <a:cubicBezTo>
                    <a:pt x="2471671" y="3398891"/>
                    <a:pt x="2476885" y="3396276"/>
                    <a:pt x="2482107" y="3393669"/>
                  </a:cubicBezTo>
                  <a:cubicBezTo>
                    <a:pt x="2461227" y="3388448"/>
                    <a:pt x="2440356" y="3388448"/>
                    <a:pt x="2419476" y="3393669"/>
                  </a:cubicBezTo>
                  <a:cubicBezTo>
                    <a:pt x="2414255" y="3422377"/>
                    <a:pt x="2409041" y="3451078"/>
                    <a:pt x="2403819" y="3479786"/>
                  </a:cubicBezTo>
                  <a:cubicBezTo>
                    <a:pt x="2426444" y="3500970"/>
                    <a:pt x="2423837" y="3517928"/>
                    <a:pt x="2395990" y="3530673"/>
                  </a:cubicBezTo>
                  <a:cubicBezTo>
                    <a:pt x="2398511" y="3484812"/>
                    <a:pt x="2395904" y="3440446"/>
                    <a:pt x="2388161" y="3397584"/>
                  </a:cubicBezTo>
                  <a:cubicBezTo>
                    <a:pt x="2385789" y="3259054"/>
                    <a:pt x="2379260" y="3120751"/>
                    <a:pt x="2368589" y="2982659"/>
                  </a:cubicBezTo>
                  <a:cubicBezTo>
                    <a:pt x="2349346" y="2909906"/>
                    <a:pt x="2303681" y="2865541"/>
                    <a:pt x="2231586" y="2849570"/>
                  </a:cubicBezTo>
                  <a:cubicBezTo>
                    <a:pt x="2268052" y="2848372"/>
                    <a:pt x="2275881" y="2834022"/>
                    <a:pt x="2255072" y="2806512"/>
                  </a:cubicBezTo>
                  <a:cubicBezTo>
                    <a:pt x="2216014" y="2802605"/>
                    <a:pt x="2176871" y="2801298"/>
                    <a:pt x="2137641" y="2802597"/>
                  </a:cubicBezTo>
                  <a:cubicBezTo>
                    <a:pt x="2137641" y="2813033"/>
                    <a:pt x="2137641" y="2823477"/>
                    <a:pt x="2137641" y="2833912"/>
                  </a:cubicBezTo>
                  <a:cubicBezTo>
                    <a:pt x="2098411" y="2835212"/>
                    <a:pt x="2059267" y="2833905"/>
                    <a:pt x="2020209" y="2829998"/>
                  </a:cubicBezTo>
                  <a:cubicBezTo>
                    <a:pt x="2034959" y="2828307"/>
                    <a:pt x="2048009" y="2823085"/>
                    <a:pt x="2059353" y="2814340"/>
                  </a:cubicBezTo>
                  <a:cubicBezTo>
                    <a:pt x="2038936" y="2799842"/>
                    <a:pt x="2020671" y="2801141"/>
                    <a:pt x="2004552" y="2818255"/>
                  </a:cubicBezTo>
                  <a:cubicBezTo>
                    <a:pt x="1991846" y="2810614"/>
                    <a:pt x="1981402" y="2814528"/>
                    <a:pt x="1973237" y="2829998"/>
                  </a:cubicBezTo>
                  <a:cubicBezTo>
                    <a:pt x="1934093" y="2835220"/>
                    <a:pt x="1894949" y="2835220"/>
                    <a:pt x="1855805" y="2829998"/>
                  </a:cubicBezTo>
                  <a:cubicBezTo>
                    <a:pt x="1864605" y="2828049"/>
                    <a:pt x="1872433" y="2824134"/>
                    <a:pt x="1879291" y="2818255"/>
                  </a:cubicBezTo>
                  <a:cubicBezTo>
                    <a:pt x="1858694" y="2806473"/>
                    <a:pt x="1861309" y="2801259"/>
                    <a:pt x="1887120" y="2802597"/>
                  </a:cubicBezTo>
                  <a:cubicBezTo>
                    <a:pt x="1887120" y="2810426"/>
                    <a:pt x="1887120" y="2818255"/>
                    <a:pt x="1887120" y="2826084"/>
                  </a:cubicBezTo>
                  <a:cubicBezTo>
                    <a:pt x="1916572" y="2825089"/>
                    <a:pt x="1945272" y="2819868"/>
                    <a:pt x="1973237" y="2810426"/>
                  </a:cubicBezTo>
                  <a:cubicBezTo>
                    <a:pt x="1966261" y="2801893"/>
                    <a:pt x="1958432" y="2801893"/>
                    <a:pt x="1949750" y="2810426"/>
                  </a:cubicBezTo>
                  <a:cubicBezTo>
                    <a:pt x="1924643" y="2787871"/>
                    <a:pt x="1895935" y="2772214"/>
                    <a:pt x="1863634" y="2763453"/>
                  </a:cubicBezTo>
                  <a:cubicBezTo>
                    <a:pt x="1869967" y="2751154"/>
                    <a:pt x="1872582" y="2738104"/>
                    <a:pt x="1871463" y="2724310"/>
                  </a:cubicBezTo>
                  <a:cubicBezTo>
                    <a:pt x="1837204" y="2719518"/>
                    <a:pt x="1831982" y="2728647"/>
                    <a:pt x="1855805" y="2751710"/>
                  </a:cubicBezTo>
                  <a:cubicBezTo>
                    <a:pt x="1840672" y="2753675"/>
                    <a:pt x="1826322" y="2757590"/>
                    <a:pt x="1812747" y="2763453"/>
                  </a:cubicBezTo>
                  <a:cubicBezTo>
                    <a:pt x="1808707" y="2743615"/>
                    <a:pt x="1799571" y="2726658"/>
                    <a:pt x="1785346" y="2712567"/>
                  </a:cubicBezTo>
                  <a:cubicBezTo>
                    <a:pt x="1799900" y="2707212"/>
                    <a:pt x="1812950" y="2699383"/>
                    <a:pt x="1824490" y="2689080"/>
                  </a:cubicBezTo>
                  <a:cubicBezTo>
                    <a:pt x="1820912" y="2685839"/>
                    <a:pt x="1818298" y="2681925"/>
                    <a:pt x="1816661" y="2677337"/>
                  </a:cubicBezTo>
                  <a:cubicBezTo>
                    <a:pt x="1826651" y="2668373"/>
                    <a:pt x="1837087" y="2668373"/>
                    <a:pt x="1847976" y="2677337"/>
                  </a:cubicBezTo>
                  <a:cubicBezTo>
                    <a:pt x="1857457" y="2671278"/>
                    <a:pt x="1857457" y="2664756"/>
                    <a:pt x="1847976" y="2657765"/>
                  </a:cubicBezTo>
                  <a:cubicBezTo>
                    <a:pt x="1857253" y="2647173"/>
                    <a:pt x="1867697" y="2638037"/>
                    <a:pt x="1879291" y="2630364"/>
                  </a:cubicBezTo>
                  <a:cubicBezTo>
                    <a:pt x="1864879" y="2624649"/>
                    <a:pt x="1850521" y="2619428"/>
                    <a:pt x="1836233" y="2614707"/>
                  </a:cubicBezTo>
                  <a:cubicBezTo>
                    <a:pt x="1838840" y="2625143"/>
                    <a:pt x="1841455" y="2635586"/>
                    <a:pt x="1844062" y="2646022"/>
                  </a:cubicBezTo>
                  <a:cubicBezTo>
                    <a:pt x="1830816" y="2659683"/>
                    <a:pt x="1816466" y="2662290"/>
                    <a:pt x="1801004" y="2653851"/>
                  </a:cubicBezTo>
                  <a:cubicBezTo>
                    <a:pt x="1808864" y="2636808"/>
                    <a:pt x="1803650" y="2634193"/>
                    <a:pt x="1785346" y="2646022"/>
                  </a:cubicBezTo>
                  <a:cubicBezTo>
                    <a:pt x="1776030" y="2630732"/>
                    <a:pt x="1765587" y="2616375"/>
                    <a:pt x="1754031" y="2602964"/>
                  </a:cubicBezTo>
                  <a:cubicBezTo>
                    <a:pt x="1758141" y="2597546"/>
                    <a:pt x="1763363" y="2593632"/>
                    <a:pt x="1769689" y="2591221"/>
                  </a:cubicBezTo>
                  <a:cubicBezTo>
                    <a:pt x="1778480" y="2605226"/>
                    <a:pt x="1788916" y="2607833"/>
                    <a:pt x="1801004" y="2599049"/>
                  </a:cubicBezTo>
                  <a:cubicBezTo>
                    <a:pt x="1782622" y="2588402"/>
                    <a:pt x="1781314" y="2575352"/>
                    <a:pt x="1797089" y="2559906"/>
                  </a:cubicBezTo>
                  <a:cubicBezTo>
                    <a:pt x="1807055" y="2588105"/>
                    <a:pt x="1826627" y="2597233"/>
                    <a:pt x="1855805" y="2587306"/>
                  </a:cubicBezTo>
                  <a:cubicBezTo>
                    <a:pt x="1860166" y="2558770"/>
                    <a:pt x="1870602" y="2531370"/>
                    <a:pt x="1887120" y="2505104"/>
                  </a:cubicBezTo>
                  <a:cubicBezTo>
                    <a:pt x="1925763" y="2508557"/>
                    <a:pt x="1928378" y="2520300"/>
                    <a:pt x="1894949" y="2540334"/>
                  </a:cubicBezTo>
                  <a:cubicBezTo>
                    <a:pt x="1914302" y="2556649"/>
                    <a:pt x="1932566" y="2555341"/>
                    <a:pt x="1949750" y="2536419"/>
                  </a:cubicBezTo>
                  <a:cubicBezTo>
                    <a:pt x="1966551" y="2547333"/>
                    <a:pt x="1984815" y="2552546"/>
                    <a:pt x="2004552" y="2552077"/>
                  </a:cubicBezTo>
                  <a:cubicBezTo>
                    <a:pt x="2004552" y="2562513"/>
                    <a:pt x="2004552" y="2572956"/>
                    <a:pt x="2004552" y="2583392"/>
                  </a:cubicBezTo>
                  <a:cubicBezTo>
                    <a:pt x="2012380" y="2583392"/>
                    <a:pt x="2020209" y="2583392"/>
                    <a:pt x="2028038" y="2583392"/>
                  </a:cubicBezTo>
                  <a:cubicBezTo>
                    <a:pt x="2025799" y="2597304"/>
                    <a:pt x="2020577" y="2610354"/>
                    <a:pt x="2012380" y="2622536"/>
                  </a:cubicBezTo>
                  <a:cubicBezTo>
                    <a:pt x="2024265" y="2657107"/>
                    <a:pt x="2037307" y="2691037"/>
                    <a:pt x="2051524" y="2724310"/>
                  </a:cubicBezTo>
                  <a:cubicBezTo>
                    <a:pt x="2063095" y="2726361"/>
                    <a:pt x="2073531" y="2723754"/>
                    <a:pt x="2082839" y="2716481"/>
                  </a:cubicBezTo>
                  <a:cubicBezTo>
                    <a:pt x="2066454" y="2701058"/>
                    <a:pt x="2053403" y="2682786"/>
                    <a:pt x="2043696" y="2661680"/>
                  </a:cubicBezTo>
                  <a:cubicBezTo>
                    <a:pt x="2053004" y="2654407"/>
                    <a:pt x="2063440" y="2651800"/>
                    <a:pt x="2075011" y="2653851"/>
                  </a:cubicBezTo>
                  <a:cubicBezTo>
                    <a:pt x="2068505" y="2617486"/>
                    <a:pt x="2077641" y="2609657"/>
                    <a:pt x="2102411" y="2630364"/>
                  </a:cubicBezTo>
                  <a:cubicBezTo>
                    <a:pt x="2110240" y="2622536"/>
                    <a:pt x="2118069" y="2614707"/>
                    <a:pt x="2125898" y="2606878"/>
                  </a:cubicBezTo>
                  <a:cubicBezTo>
                    <a:pt x="2129139" y="2610456"/>
                    <a:pt x="2133053" y="2613071"/>
                    <a:pt x="2137641" y="2614707"/>
                  </a:cubicBezTo>
                  <a:cubicBezTo>
                    <a:pt x="2142307" y="2605187"/>
                    <a:pt x="2143614" y="2594751"/>
                    <a:pt x="2141555" y="2583392"/>
                  </a:cubicBezTo>
                  <a:cubicBezTo>
                    <a:pt x="2164799" y="2598039"/>
                    <a:pt x="2167414" y="2616304"/>
                    <a:pt x="2149384" y="2638193"/>
                  </a:cubicBezTo>
                  <a:cubicBezTo>
                    <a:pt x="2144264" y="2628830"/>
                    <a:pt x="2140350" y="2628830"/>
                    <a:pt x="2137641" y="2638193"/>
                  </a:cubicBezTo>
                  <a:cubicBezTo>
                    <a:pt x="2141829" y="2652058"/>
                    <a:pt x="2148358" y="2654665"/>
                    <a:pt x="2157213" y="2646022"/>
                  </a:cubicBezTo>
                  <a:cubicBezTo>
                    <a:pt x="2161049" y="2656145"/>
                    <a:pt x="2162356" y="2666588"/>
                    <a:pt x="2161127" y="2677337"/>
                  </a:cubicBezTo>
                  <a:cubicBezTo>
                    <a:pt x="2175125" y="2679568"/>
                    <a:pt x="2188175" y="2676961"/>
                    <a:pt x="2200271" y="2669508"/>
                  </a:cubicBezTo>
                  <a:cubicBezTo>
                    <a:pt x="2222121" y="2642734"/>
                    <a:pt x="2243000" y="2615333"/>
                    <a:pt x="2262901" y="2587306"/>
                  </a:cubicBezTo>
                  <a:cubicBezTo>
                    <a:pt x="2256951" y="2558598"/>
                    <a:pt x="2245208" y="2554684"/>
                    <a:pt x="2227672" y="2575563"/>
                  </a:cubicBezTo>
                  <a:cubicBezTo>
                    <a:pt x="2222841" y="2568134"/>
                    <a:pt x="2224141" y="2561612"/>
                    <a:pt x="2231586" y="2555991"/>
                  </a:cubicBezTo>
                  <a:cubicBezTo>
                    <a:pt x="2202432" y="2549752"/>
                    <a:pt x="2173731" y="2541923"/>
                    <a:pt x="2145470" y="2532505"/>
                  </a:cubicBezTo>
                  <a:cubicBezTo>
                    <a:pt x="2135034" y="2524676"/>
                    <a:pt x="2135034" y="2516847"/>
                    <a:pt x="2145470" y="2509019"/>
                  </a:cubicBezTo>
                  <a:cubicBezTo>
                    <a:pt x="2131801" y="2505331"/>
                    <a:pt x="2118750" y="2500109"/>
                    <a:pt x="2106326" y="2493361"/>
                  </a:cubicBezTo>
                  <a:cubicBezTo>
                    <a:pt x="2109903" y="2490120"/>
                    <a:pt x="2112518" y="2486206"/>
                    <a:pt x="2114154" y="2481618"/>
                  </a:cubicBezTo>
                  <a:cubicBezTo>
                    <a:pt x="2108447" y="2462234"/>
                    <a:pt x="2103226" y="2442662"/>
                    <a:pt x="2098497" y="2422902"/>
                  </a:cubicBezTo>
                  <a:cubicBezTo>
                    <a:pt x="2086816" y="2408145"/>
                    <a:pt x="2071159" y="2400316"/>
                    <a:pt x="2051524" y="2399416"/>
                  </a:cubicBezTo>
                  <a:cubicBezTo>
                    <a:pt x="2067182" y="2396809"/>
                    <a:pt x="2082839" y="2394194"/>
                    <a:pt x="2098497" y="2391587"/>
                  </a:cubicBezTo>
                  <a:cubicBezTo>
                    <a:pt x="2107633" y="2387673"/>
                    <a:pt x="2114154" y="2381151"/>
                    <a:pt x="2118069" y="2372015"/>
                  </a:cubicBezTo>
                  <a:cubicBezTo>
                    <a:pt x="2121983" y="2381151"/>
                    <a:pt x="2128505" y="2387673"/>
                    <a:pt x="2137641" y="2391587"/>
                  </a:cubicBezTo>
                  <a:cubicBezTo>
                    <a:pt x="2130219" y="2395368"/>
                    <a:pt x="2122390" y="2396668"/>
                    <a:pt x="2114154" y="2395501"/>
                  </a:cubicBezTo>
                  <a:cubicBezTo>
                    <a:pt x="2115752" y="2419129"/>
                    <a:pt x="2118358" y="2442615"/>
                    <a:pt x="2121983" y="2465960"/>
                  </a:cubicBezTo>
                  <a:cubicBezTo>
                    <a:pt x="2135034" y="2465960"/>
                    <a:pt x="2148077" y="2465960"/>
                    <a:pt x="2161127" y="2465960"/>
                  </a:cubicBezTo>
                  <a:cubicBezTo>
                    <a:pt x="2161033" y="2434598"/>
                    <a:pt x="2176691" y="2416326"/>
                    <a:pt x="2208100" y="2411159"/>
                  </a:cubicBezTo>
                  <a:cubicBezTo>
                    <a:pt x="2208100" y="2392894"/>
                    <a:pt x="2208100" y="2374622"/>
                    <a:pt x="2208100" y="2356358"/>
                  </a:cubicBezTo>
                  <a:cubicBezTo>
                    <a:pt x="2215928" y="2356358"/>
                    <a:pt x="2223757" y="2356358"/>
                    <a:pt x="2231586" y="2356358"/>
                  </a:cubicBezTo>
                  <a:cubicBezTo>
                    <a:pt x="2231586" y="2345922"/>
                    <a:pt x="2231586" y="2335478"/>
                    <a:pt x="2231586" y="2325043"/>
                  </a:cubicBezTo>
                  <a:cubicBezTo>
                    <a:pt x="2293605" y="2317809"/>
                    <a:pt x="2293605" y="2309980"/>
                    <a:pt x="2231586" y="2301556"/>
                  </a:cubicBezTo>
                  <a:cubicBezTo>
                    <a:pt x="2230255" y="2291207"/>
                    <a:pt x="2232862" y="2282070"/>
                    <a:pt x="2239415" y="2274156"/>
                  </a:cubicBezTo>
                  <a:cubicBezTo>
                    <a:pt x="2229292" y="2270320"/>
                    <a:pt x="2218848" y="2269012"/>
                    <a:pt x="2208100" y="2270241"/>
                  </a:cubicBezTo>
                  <a:cubicBezTo>
                    <a:pt x="2209368" y="2254372"/>
                    <a:pt x="2208061" y="2238715"/>
                    <a:pt x="2204185" y="2223269"/>
                  </a:cubicBezTo>
                  <a:cubicBezTo>
                    <a:pt x="2196294" y="2219495"/>
                    <a:pt x="2187158" y="2218195"/>
                    <a:pt x="2176785" y="2219354"/>
                  </a:cubicBezTo>
                  <a:cubicBezTo>
                    <a:pt x="2198533" y="2208457"/>
                    <a:pt x="2222019" y="2204542"/>
                    <a:pt x="2247244" y="2207611"/>
                  </a:cubicBezTo>
                  <a:cubicBezTo>
                    <a:pt x="2247087" y="2220474"/>
                    <a:pt x="2252309" y="2230910"/>
                    <a:pt x="2262901" y="2238926"/>
                  </a:cubicBezTo>
                  <a:cubicBezTo>
                    <a:pt x="2256552" y="2244532"/>
                    <a:pt x="2251330" y="2251061"/>
                    <a:pt x="2247244" y="2258498"/>
                  </a:cubicBezTo>
                  <a:cubicBezTo>
                    <a:pt x="2254477" y="2272676"/>
                    <a:pt x="2260999" y="2271376"/>
                    <a:pt x="2266815" y="2254584"/>
                  </a:cubicBezTo>
                  <a:cubicBezTo>
                    <a:pt x="2277525" y="2270194"/>
                    <a:pt x="2281440" y="2285852"/>
                    <a:pt x="2278559" y="2301556"/>
                  </a:cubicBezTo>
                  <a:cubicBezTo>
                    <a:pt x="2299430" y="2311248"/>
                    <a:pt x="2320302" y="2311248"/>
                    <a:pt x="2341189" y="2301556"/>
                  </a:cubicBezTo>
                  <a:cubicBezTo>
                    <a:pt x="2326345" y="2293994"/>
                    <a:pt x="2310688" y="2291387"/>
                    <a:pt x="2294216" y="2293727"/>
                  </a:cubicBezTo>
                  <a:cubicBezTo>
                    <a:pt x="2290599" y="2263955"/>
                    <a:pt x="2282770" y="2235254"/>
                    <a:pt x="2270730" y="2207611"/>
                  </a:cubicBezTo>
                  <a:cubicBezTo>
                    <a:pt x="2286387" y="2212833"/>
                    <a:pt x="2302045" y="2218047"/>
                    <a:pt x="2317702" y="2223269"/>
                  </a:cubicBezTo>
                  <a:cubicBezTo>
                    <a:pt x="2317702" y="2233704"/>
                    <a:pt x="2317702" y="2244148"/>
                    <a:pt x="2317702" y="2254584"/>
                  </a:cubicBezTo>
                  <a:cubicBezTo>
                    <a:pt x="2331700" y="2256815"/>
                    <a:pt x="2344751" y="2254208"/>
                    <a:pt x="2356846" y="2246755"/>
                  </a:cubicBezTo>
                  <a:cubicBezTo>
                    <a:pt x="2368597" y="2227520"/>
                    <a:pt x="2381648" y="2227520"/>
                    <a:pt x="2395990" y="2246755"/>
                  </a:cubicBezTo>
                  <a:cubicBezTo>
                    <a:pt x="2413284" y="2222752"/>
                    <a:pt x="2435471" y="2217538"/>
                    <a:pt x="2462535" y="2231097"/>
                  </a:cubicBezTo>
                  <a:cubicBezTo>
                    <a:pt x="2482748" y="2206797"/>
                    <a:pt x="2507542" y="2200275"/>
                    <a:pt x="2536908" y="2211525"/>
                  </a:cubicBezTo>
                  <a:cubicBezTo>
                    <a:pt x="2517023" y="2194263"/>
                    <a:pt x="2500058" y="2174691"/>
                    <a:pt x="2486021" y="2152810"/>
                  </a:cubicBezTo>
                  <a:cubicBezTo>
                    <a:pt x="2478192" y="2155417"/>
                    <a:pt x="2470363" y="2158031"/>
                    <a:pt x="2462535" y="2160638"/>
                  </a:cubicBezTo>
                  <a:cubicBezTo>
                    <a:pt x="2455050" y="2152191"/>
                    <a:pt x="2448529" y="2143063"/>
                    <a:pt x="2442963" y="2133238"/>
                  </a:cubicBezTo>
                  <a:cubicBezTo>
                    <a:pt x="2482725" y="2130247"/>
                    <a:pt x="2520561" y="2131555"/>
                    <a:pt x="2556480" y="2137152"/>
                  </a:cubicBezTo>
                  <a:cubicBezTo>
                    <a:pt x="2584006" y="2134576"/>
                    <a:pt x="2607492" y="2124141"/>
                    <a:pt x="2626939" y="2105837"/>
                  </a:cubicBezTo>
                  <a:cubicBezTo>
                    <a:pt x="2630423" y="2124963"/>
                    <a:pt x="2630423" y="2145842"/>
                    <a:pt x="2626939" y="2168467"/>
                  </a:cubicBezTo>
                  <a:cubicBezTo>
                    <a:pt x="2652766" y="2163191"/>
                    <a:pt x="2680167" y="2155362"/>
                    <a:pt x="2709141" y="2144981"/>
                  </a:cubicBezTo>
                  <a:cubicBezTo>
                    <a:pt x="2712280" y="2129840"/>
                    <a:pt x="2720109" y="2118097"/>
                    <a:pt x="2732627" y="2109751"/>
                  </a:cubicBezTo>
                  <a:cubicBezTo>
                    <a:pt x="2721675" y="2105093"/>
                    <a:pt x="2711239" y="2106401"/>
                    <a:pt x="2701312" y="2113666"/>
                  </a:cubicBezTo>
                  <a:cubicBezTo>
                    <a:pt x="2674522" y="2099480"/>
                    <a:pt x="2648421" y="2083822"/>
                    <a:pt x="2623024" y="2066693"/>
                  </a:cubicBezTo>
                  <a:cubicBezTo>
                    <a:pt x="2628074" y="2057048"/>
                    <a:pt x="2629374" y="2046612"/>
                    <a:pt x="2626939" y="2035378"/>
                  </a:cubicBezTo>
                  <a:cubicBezTo>
                    <a:pt x="2651482" y="2045548"/>
                    <a:pt x="2676268" y="2045548"/>
                    <a:pt x="2701312" y="2035378"/>
                  </a:cubicBezTo>
                  <a:cubicBezTo>
                    <a:pt x="2727554" y="2052507"/>
                    <a:pt x="2756254" y="2065558"/>
                    <a:pt x="2787428" y="2074522"/>
                  </a:cubicBezTo>
                  <a:cubicBezTo>
                    <a:pt x="2792650" y="2071915"/>
                    <a:pt x="2797864" y="2069300"/>
                    <a:pt x="2803086" y="2066693"/>
                  </a:cubicBezTo>
                  <a:cubicBezTo>
                    <a:pt x="2795257" y="2061471"/>
                    <a:pt x="2787428" y="2056257"/>
                    <a:pt x="2779600" y="2051036"/>
                  </a:cubicBezTo>
                  <a:cubicBezTo>
                    <a:pt x="2841658" y="2023181"/>
                    <a:pt x="2862538" y="2040146"/>
                    <a:pt x="2842230" y="2101923"/>
                  </a:cubicBezTo>
                  <a:cubicBezTo>
                    <a:pt x="2866233" y="2101148"/>
                    <a:pt x="2889719" y="2099840"/>
                    <a:pt x="2912689" y="2098008"/>
                  </a:cubicBezTo>
                  <a:cubicBezTo>
                    <a:pt x="2912689" y="2084958"/>
                    <a:pt x="2912689" y="2071915"/>
                    <a:pt x="2912689" y="2058864"/>
                  </a:cubicBezTo>
                  <a:cubicBezTo>
                    <a:pt x="2928558" y="2060133"/>
                    <a:pt x="2944215" y="2058825"/>
                    <a:pt x="2959661" y="2054950"/>
                  </a:cubicBezTo>
                  <a:cubicBezTo>
                    <a:pt x="2956084" y="2051709"/>
                    <a:pt x="2953469" y="2047795"/>
                    <a:pt x="2951833" y="2043207"/>
                  </a:cubicBezTo>
                  <a:cubicBezTo>
                    <a:pt x="2968516" y="2044475"/>
                    <a:pt x="2976345" y="2034039"/>
                    <a:pt x="2975319" y="2011892"/>
                  </a:cubicBezTo>
                  <a:cubicBezTo>
                    <a:pt x="2957579" y="2009081"/>
                    <a:pt x="2943229" y="2014303"/>
                    <a:pt x="2932261" y="2027549"/>
                  </a:cubicBezTo>
                  <a:cubicBezTo>
                    <a:pt x="2861528" y="2029264"/>
                    <a:pt x="2791069" y="2024042"/>
                    <a:pt x="2720884" y="2011892"/>
                  </a:cubicBezTo>
                  <a:cubicBezTo>
                    <a:pt x="2718277" y="2017114"/>
                    <a:pt x="2715662" y="2022328"/>
                    <a:pt x="2713055" y="2027549"/>
                  </a:cubicBezTo>
                  <a:cubicBezTo>
                    <a:pt x="2630454" y="2025443"/>
                    <a:pt x="2549559" y="2025443"/>
                    <a:pt x="2470363" y="2027549"/>
                  </a:cubicBezTo>
                  <a:cubicBezTo>
                    <a:pt x="2467756" y="2022328"/>
                    <a:pt x="2465142" y="2017114"/>
                    <a:pt x="2462535" y="2011892"/>
                  </a:cubicBezTo>
                  <a:cubicBezTo>
                    <a:pt x="2454706" y="2022328"/>
                    <a:pt x="2446877" y="2022328"/>
                    <a:pt x="2439048" y="2011892"/>
                  </a:cubicBezTo>
                  <a:cubicBezTo>
                    <a:pt x="2431220" y="2032771"/>
                    <a:pt x="2423391" y="2032771"/>
                    <a:pt x="2415562" y="2011892"/>
                  </a:cubicBezTo>
                  <a:cubicBezTo>
                    <a:pt x="2391770" y="2020566"/>
                    <a:pt x="2366977" y="2025788"/>
                    <a:pt x="2341189" y="2027549"/>
                  </a:cubicBezTo>
                  <a:cubicBezTo>
                    <a:pt x="2319793" y="2019924"/>
                    <a:pt x="2300221" y="2014702"/>
                    <a:pt x="2282473" y="2011892"/>
                  </a:cubicBezTo>
                  <a:cubicBezTo>
                    <a:pt x="2277063" y="2030610"/>
                    <a:pt x="2269234" y="2030610"/>
                    <a:pt x="2258987" y="2011892"/>
                  </a:cubicBezTo>
                  <a:cubicBezTo>
                    <a:pt x="2244926" y="2021811"/>
                    <a:pt x="2230576" y="2021811"/>
                    <a:pt x="2215928" y="2011892"/>
                  </a:cubicBezTo>
                  <a:cubicBezTo>
                    <a:pt x="2207779" y="2031393"/>
                    <a:pt x="2201257" y="2031393"/>
                    <a:pt x="2196357" y="2011892"/>
                  </a:cubicBezTo>
                  <a:cubicBezTo>
                    <a:pt x="2188528" y="2022328"/>
                    <a:pt x="2180699" y="2022328"/>
                    <a:pt x="2172870" y="2011892"/>
                  </a:cubicBezTo>
                  <a:cubicBezTo>
                    <a:pt x="2167594" y="2020331"/>
                    <a:pt x="2159765" y="2025553"/>
                    <a:pt x="2149384" y="2027549"/>
                  </a:cubicBezTo>
                  <a:cubicBezTo>
                    <a:pt x="2087842" y="2022938"/>
                    <a:pt x="2025212" y="2022938"/>
                    <a:pt x="1961493" y="2027549"/>
                  </a:cubicBezTo>
                  <a:cubicBezTo>
                    <a:pt x="1958886" y="2022328"/>
                    <a:pt x="1956272" y="2017114"/>
                    <a:pt x="1953665" y="2011892"/>
                  </a:cubicBezTo>
                  <a:cubicBezTo>
                    <a:pt x="1936974" y="2021913"/>
                    <a:pt x="1920017" y="2021913"/>
                    <a:pt x="1902778" y="2011892"/>
                  </a:cubicBezTo>
                  <a:cubicBezTo>
                    <a:pt x="1888819" y="2028951"/>
                    <a:pt x="1873162" y="2028951"/>
                    <a:pt x="1855805" y="2011892"/>
                  </a:cubicBezTo>
                  <a:cubicBezTo>
                    <a:pt x="1849323" y="2019055"/>
                    <a:pt x="1841494" y="2024269"/>
                    <a:pt x="1832319" y="2027549"/>
                  </a:cubicBezTo>
                  <a:cubicBezTo>
                    <a:pt x="1727053" y="2020167"/>
                    <a:pt x="1621365" y="2020167"/>
                    <a:pt x="1515254" y="2027549"/>
                  </a:cubicBezTo>
                  <a:cubicBezTo>
                    <a:pt x="1501859" y="2028027"/>
                    <a:pt x="1491423" y="2022805"/>
                    <a:pt x="1483939" y="2011892"/>
                  </a:cubicBezTo>
                  <a:cubicBezTo>
                    <a:pt x="1468281" y="2022328"/>
                    <a:pt x="1452624" y="2022328"/>
                    <a:pt x="1436966" y="2011892"/>
                  </a:cubicBezTo>
                  <a:cubicBezTo>
                    <a:pt x="1434555" y="2018218"/>
                    <a:pt x="1430640" y="2023439"/>
                    <a:pt x="1425223" y="2027549"/>
                  </a:cubicBezTo>
                  <a:cubicBezTo>
                    <a:pt x="1418741" y="2020386"/>
                    <a:pt x="1410912" y="2015172"/>
                    <a:pt x="1401737" y="2011892"/>
                  </a:cubicBezTo>
                  <a:cubicBezTo>
                    <a:pt x="1384396" y="2020065"/>
                    <a:pt x="1366131" y="2025279"/>
                    <a:pt x="1346935" y="2027549"/>
                  </a:cubicBezTo>
                  <a:cubicBezTo>
                    <a:pt x="1322439" y="2023862"/>
                    <a:pt x="1301560" y="2018640"/>
                    <a:pt x="1284305" y="2011892"/>
                  </a:cubicBezTo>
                  <a:cubicBezTo>
                    <a:pt x="1274253" y="2020386"/>
                    <a:pt x="1262510" y="2025608"/>
                    <a:pt x="1249076" y="2027549"/>
                  </a:cubicBezTo>
                  <a:cubicBezTo>
                    <a:pt x="1219248" y="2005143"/>
                    <a:pt x="1194454" y="2010357"/>
                    <a:pt x="1174702" y="2043207"/>
                  </a:cubicBezTo>
                  <a:cubicBezTo>
                    <a:pt x="1147771" y="2009277"/>
                    <a:pt x="1115157" y="2004063"/>
                    <a:pt x="1076843" y="2027549"/>
                  </a:cubicBezTo>
                  <a:cubicBezTo>
                    <a:pt x="1048691" y="2023220"/>
                    <a:pt x="1021290" y="2023220"/>
                    <a:pt x="994641" y="2027549"/>
                  </a:cubicBezTo>
                  <a:cubicBezTo>
                    <a:pt x="980752" y="2024520"/>
                    <a:pt x="967702" y="2019306"/>
                    <a:pt x="955497" y="2011892"/>
                  </a:cubicBezTo>
                  <a:cubicBezTo>
                    <a:pt x="950079" y="2016002"/>
                    <a:pt x="946165" y="2021224"/>
                    <a:pt x="943754" y="2027549"/>
                  </a:cubicBezTo>
                  <a:cubicBezTo>
                    <a:pt x="926264" y="2028536"/>
                    <a:pt x="907992" y="2025929"/>
                    <a:pt x="888952" y="2019721"/>
                  </a:cubicBezTo>
                  <a:cubicBezTo>
                    <a:pt x="891685" y="2050065"/>
                    <a:pt x="885163" y="2050065"/>
                    <a:pt x="869380" y="2019721"/>
                  </a:cubicBezTo>
                  <a:cubicBezTo>
                    <a:pt x="844219" y="2018812"/>
                    <a:pt x="818126" y="2021427"/>
                    <a:pt x="791093" y="2027549"/>
                  </a:cubicBezTo>
                  <a:cubicBezTo>
                    <a:pt x="788486" y="2032771"/>
                    <a:pt x="785871" y="2037985"/>
                    <a:pt x="783264" y="2043207"/>
                  </a:cubicBezTo>
                  <a:cubicBezTo>
                    <a:pt x="797739" y="2059976"/>
                    <a:pt x="813397" y="2069112"/>
                    <a:pt x="830237" y="2070608"/>
                  </a:cubicBezTo>
                  <a:cubicBezTo>
                    <a:pt x="825015" y="2073215"/>
                    <a:pt x="819801" y="2075829"/>
                    <a:pt x="814579" y="2078436"/>
                  </a:cubicBezTo>
                  <a:cubicBezTo>
                    <a:pt x="848141" y="2073308"/>
                    <a:pt x="882071" y="2066787"/>
                    <a:pt x="916353" y="2058864"/>
                  </a:cubicBezTo>
                  <a:cubicBezTo>
                    <a:pt x="959020" y="2066537"/>
                    <a:pt x="996864" y="2074365"/>
                    <a:pt x="1029870" y="2082351"/>
                  </a:cubicBezTo>
                  <a:cubicBezTo>
                    <a:pt x="1031178" y="2079744"/>
                    <a:pt x="1032477" y="2077129"/>
                    <a:pt x="1033785" y="2074522"/>
                  </a:cubicBezTo>
                  <a:cubicBezTo>
                    <a:pt x="1001389" y="2069449"/>
                    <a:pt x="996167" y="2056398"/>
                    <a:pt x="1018127" y="2035378"/>
                  </a:cubicBezTo>
                  <a:cubicBezTo>
                    <a:pt x="1026003" y="2038807"/>
                    <a:pt x="1026003" y="2044021"/>
                    <a:pt x="1018127" y="2051036"/>
                  </a:cubicBezTo>
                  <a:cubicBezTo>
                    <a:pt x="1067503" y="2057541"/>
                    <a:pt x="1117091" y="2061456"/>
                    <a:pt x="1166874" y="2062779"/>
                  </a:cubicBezTo>
                  <a:cubicBezTo>
                    <a:pt x="1175994" y="2071265"/>
                    <a:pt x="1186430" y="2077786"/>
                    <a:pt x="1198189" y="2082351"/>
                  </a:cubicBezTo>
                  <a:cubicBezTo>
                    <a:pt x="1196592" y="2074295"/>
                    <a:pt x="1200506" y="2066466"/>
                    <a:pt x="1209932" y="2058864"/>
                  </a:cubicBezTo>
                  <a:cubicBezTo>
                    <a:pt x="1214981" y="2067836"/>
                    <a:pt x="1221503" y="2075665"/>
                    <a:pt x="1229504" y="2082351"/>
                  </a:cubicBezTo>
                  <a:cubicBezTo>
                    <a:pt x="1219068" y="2087572"/>
                    <a:pt x="1208624" y="2092787"/>
                    <a:pt x="1198189" y="2098008"/>
                  </a:cubicBezTo>
                  <a:cubicBezTo>
                    <a:pt x="1213979" y="2106072"/>
                    <a:pt x="1229637" y="2113901"/>
                    <a:pt x="1245161" y="2121495"/>
                  </a:cubicBezTo>
                  <a:cubicBezTo>
                    <a:pt x="1271395" y="2117674"/>
                    <a:pt x="1274003" y="2108538"/>
                    <a:pt x="1252990" y="2094094"/>
                  </a:cubicBezTo>
                  <a:cubicBezTo>
                    <a:pt x="1284814" y="2054864"/>
                    <a:pt x="1323958" y="2044428"/>
                    <a:pt x="1370422" y="2062779"/>
                  </a:cubicBezTo>
                  <a:cubicBezTo>
                    <a:pt x="1362976" y="2068400"/>
                    <a:pt x="1361677" y="2074921"/>
                    <a:pt x="1366507" y="2082351"/>
                  </a:cubicBezTo>
                  <a:cubicBezTo>
                    <a:pt x="1379558" y="2077129"/>
                    <a:pt x="1392600" y="2071915"/>
                    <a:pt x="1405651" y="2066693"/>
                  </a:cubicBezTo>
                  <a:cubicBezTo>
                    <a:pt x="1410481" y="2074123"/>
                    <a:pt x="1409182" y="2080644"/>
                    <a:pt x="1401737" y="2086265"/>
                  </a:cubicBezTo>
                  <a:cubicBezTo>
                    <a:pt x="1412172" y="2091487"/>
                    <a:pt x="1422616" y="2091487"/>
                    <a:pt x="1433052" y="2086265"/>
                  </a:cubicBezTo>
                  <a:cubicBezTo>
                    <a:pt x="1427478" y="2075109"/>
                    <a:pt x="1426170" y="2063366"/>
                    <a:pt x="1429137" y="2051036"/>
                  </a:cubicBezTo>
                  <a:cubicBezTo>
                    <a:pt x="1412392" y="2060970"/>
                    <a:pt x="1395435" y="2060970"/>
                    <a:pt x="1378250" y="2051036"/>
                  </a:cubicBezTo>
                  <a:cubicBezTo>
                    <a:pt x="1387081" y="2045070"/>
                    <a:pt x="1396217" y="2039848"/>
                    <a:pt x="1405651" y="2035378"/>
                  </a:cubicBezTo>
                  <a:cubicBezTo>
                    <a:pt x="1423524" y="2044921"/>
                    <a:pt x="1441789" y="2044921"/>
                    <a:pt x="1460452" y="2035378"/>
                  </a:cubicBezTo>
                  <a:cubicBezTo>
                    <a:pt x="1494257" y="2058536"/>
                    <a:pt x="1530786" y="2063757"/>
                    <a:pt x="1570055" y="2051036"/>
                  </a:cubicBezTo>
                  <a:cubicBezTo>
                    <a:pt x="1623463" y="2065221"/>
                    <a:pt x="1676957" y="2078264"/>
                    <a:pt x="1730545" y="2090179"/>
                  </a:cubicBezTo>
                  <a:cubicBezTo>
                    <a:pt x="1735767" y="2087572"/>
                    <a:pt x="1740981" y="2084958"/>
                    <a:pt x="1746202" y="2082351"/>
                  </a:cubicBezTo>
                  <a:cubicBezTo>
                    <a:pt x="1736894" y="2075078"/>
                    <a:pt x="1726458" y="2072471"/>
                    <a:pt x="1714887" y="2074522"/>
                  </a:cubicBezTo>
                  <a:cubicBezTo>
                    <a:pt x="1713721" y="2066286"/>
                    <a:pt x="1715020" y="2058457"/>
                    <a:pt x="1718802" y="2051036"/>
                  </a:cubicBezTo>
                  <a:cubicBezTo>
                    <a:pt x="1745490" y="2059820"/>
                    <a:pt x="1772891" y="2061127"/>
                    <a:pt x="1801004" y="2054950"/>
                  </a:cubicBezTo>
                  <a:cubicBezTo>
                    <a:pt x="1804370" y="2047747"/>
                    <a:pt x="1806985" y="2041226"/>
                    <a:pt x="1808833" y="2035378"/>
                  </a:cubicBezTo>
                  <a:cubicBezTo>
                    <a:pt x="1818008" y="2038658"/>
                    <a:pt x="1825837" y="2043872"/>
                    <a:pt x="1832319" y="2051036"/>
                  </a:cubicBezTo>
                  <a:cubicBezTo>
                    <a:pt x="1815025" y="2055443"/>
                    <a:pt x="1803282" y="2065879"/>
                    <a:pt x="1797089" y="2082351"/>
                  </a:cubicBezTo>
                  <a:cubicBezTo>
                    <a:pt x="1783788" y="2075258"/>
                    <a:pt x="1769430" y="2072651"/>
                    <a:pt x="1754031" y="2074522"/>
                  </a:cubicBezTo>
                  <a:cubicBezTo>
                    <a:pt x="1752865" y="2082758"/>
                    <a:pt x="1754164" y="2090587"/>
                    <a:pt x="1757946" y="2098008"/>
                  </a:cubicBezTo>
                  <a:cubicBezTo>
                    <a:pt x="1778410" y="2107740"/>
                    <a:pt x="1797982" y="2105125"/>
                    <a:pt x="1816661" y="2090179"/>
                  </a:cubicBezTo>
                  <a:cubicBezTo>
                    <a:pt x="1844735" y="2100866"/>
                    <a:pt x="1852564" y="2091730"/>
                    <a:pt x="1840148" y="2062779"/>
                  </a:cubicBezTo>
                  <a:cubicBezTo>
                    <a:pt x="1857183" y="2061503"/>
                    <a:pt x="1871533" y="2054981"/>
                    <a:pt x="1883206" y="2043207"/>
                  </a:cubicBezTo>
                  <a:cubicBezTo>
                    <a:pt x="1882994" y="2058215"/>
                    <a:pt x="1876465" y="2071265"/>
                    <a:pt x="1863634" y="2082351"/>
                  </a:cubicBezTo>
                  <a:cubicBezTo>
                    <a:pt x="1871463" y="2084958"/>
                    <a:pt x="1879291" y="2087572"/>
                    <a:pt x="1887120" y="2090179"/>
                  </a:cubicBezTo>
                  <a:cubicBezTo>
                    <a:pt x="1905424" y="2083627"/>
                    <a:pt x="1923696" y="2077105"/>
                    <a:pt x="1941922" y="2070608"/>
                  </a:cubicBezTo>
                  <a:cubicBezTo>
                    <a:pt x="1939315" y="2068001"/>
                    <a:pt x="1936700" y="2065386"/>
                    <a:pt x="1934093" y="2062779"/>
                  </a:cubicBezTo>
                  <a:cubicBezTo>
                    <a:pt x="1957767" y="2037742"/>
                    <a:pt x="1986475" y="2029914"/>
                    <a:pt x="2020209" y="2039292"/>
                  </a:cubicBezTo>
                  <a:cubicBezTo>
                    <a:pt x="1991736" y="2036819"/>
                    <a:pt x="1970857" y="2047262"/>
                    <a:pt x="1957579" y="2070608"/>
                  </a:cubicBezTo>
                  <a:cubicBezTo>
                    <a:pt x="1983359" y="2069410"/>
                    <a:pt x="2008153" y="2070717"/>
                    <a:pt x="2031952" y="2074522"/>
                  </a:cubicBezTo>
                  <a:cubicBezTo>
                    <a:pt x="2067503" y="2067742"/>
                    <a:pt x="2100118" y="2054699"/>
                    <a:pt x="2129812" y="2035378"/>
                  </a:cubicBezTo>
                  <a:cubicBezTo>
                    <a:pt x="2153236" y="2037797"/>
                    <a:pt x="2163672" y="2050848"/>
                    <a:pt x="2161127" y="2074522"/>
                  </a:cubicBezTo>
                  <a:cubicBezTo>
                    <a:pt x="2182163" y="2075806"/>
                    <a:pt x="2203042" y="2074499"/>
                    <a:pt x="2223757" y="2070608"/>
                  </a:cubicBezTo>
                  <a:cubicBezTo>
                    <a:pt x="2212226" y="2065049"/>
                    <a:pt x="2207004" y="2055921"/>
                    <a:pt x="2208100" y="2043207"/>
                  </a:cubicBezTo>
                  <a:cubicBezTo>
                    <a:pt x="2228775" y="2037234"/>
                    <a:pt x="2249655" y="2035926"/>
                    <a:pt x="2270730" y="2039292"/>
                  </a:cubicBezTo>
                  <a:cubicBezTo>
                    <a:pt x="2261938" y="2047466"/>
                    <a:pt x="2251502" y="2052680"/>
                    <a:pt x="2239415" y="2054950"/>
                  </a:cubicBezTo>
                  <a:cubicBezTo>
                    <a:pt x="2287890" y="2053228"/>
                    <a:pt x="2336163" y="2054527"/>
                    <a:pt x="2384247" y="2058864"/>
                  </a:cubicBezTo>
                  <a:cubicBezTo>
                    <a:pt x="2407624" y="2035926"/>
                    <a:pt x="2435024" y="2030704"/>
                    <a:pt x="2466449" y="2043207"/>
                  </a:cubicBezTo>
                  <a:cubicBezTo>
                    <a:pt x="2448709" y="2049579"/>
                    <a:pt x="2430437" y="2053494"/>
                    <a:pt x="2411648" y="2054950"/>
                  </a:cubicBezTo>
                  <a:cubicBezTo>
                    <a:pt x="2457109" y="2057181"/>
                    <a:pt x="2501475" y="2050660"/>
                    <a:pt x="2544737" y="2035378"/>
                  </a:cubicBezTo>
                  <a:cubicBezTo>
                    <a:pt x="2554217" y="2041437"/>
                    <a:pt x="2554217" y="2047959"/>
                    <a:pt x="2544737" y="2054950"/>
                  </a:cubicBezTo>
                  <a:cubicBezTo>
                    <a:pt x="2525948" y="2056406"/>
                    <a:pt x="2507675" y="2060321"/>
                    <a:pt x="2489935" y="2066693"/>
                  </a:cubicBezTo>
                  <a:cubicBezTo>
                    <a:pt x="2510008" y="2071555"/>
                    <a:pt x="2529580" y="2074162"/>
                    <a:pt x="2548651" y="2074522"/>
                  </a:cubicBezTo>
                  <a:cubicBezTo>
                    <a:pt x="2556864" y="2061941"/>
                    <a:pt x="2568607" y="2056727"/>
                    <a:pt x="2583881" y="2058864"/>
                  </a:cubicBezTo>
                  <a:cubicBezTo>
                    <a:pt x="2577797" y="2085654"/>
                    <a:pt x="2569969" y="2106526"/>
                    <a:pt x="2560394" y="2121495"/>
                  </a:cubicBezTo>
                  <a:cubicBezTo>
                    <a:pt x="2533964" y="2121698"/>
                    <a:pt x="2509178" y="2116476"/>
                    <a:pt x="2486021" y="2105837"/>
                  </a:cubicBezTo>
                  <a:cubicBezTo>
                    <a:pt x="2468805" y="2109446"/>
                    <a:pt x="2451841" y="2110746"/>
                    <a:pt x="2435134" y="2109751"/>
                  </a:cubicBezTo>
                  <a:cubicBezTo>
                    <a:pt x="2448380" y="2098783"/>
                    <a:pt x="2453602" y="2084433"/>
                    <a:pt x="2450791" y="2066693"/>
                  </a:cubicBezTo>
                  <a:cubicBezTo>
                    <a:pt x="2420009" y="2068071"/>
                    <a:pt x="2391301" y="2075900"/>
                    <a:pt x="2364675" y="2090179"/>
                  </a:cubicBezTo>
                  <a:cubicBezTo>
                    <a:pt x="2349996" y="2079720"/>
                    <a:pt x="2339560" y="2083635"/>
                    <a:pt x="2333360" y="2101923"/>
                  </a:cubicBezTo>
                  <a:cubicBezTo>
                    <a:pt x="2348806" y="2105798"/>
                    <a:pt x="2364464" y="2107105"/>
                    <a:pt x="2380333" y="2105837"/>
                  </a:cubicBezTo>
                  <a:cubicBezTo>
                    <a:pt x="2379808" y="2120720"/>
                    <a:pt x="2382423" y="2135070"/>
                    <a:pt x="2388161" y="2148895"/>
                  </a:cubicBezTo>
                  <a:cubicBezTo>
                    <a:pt x="2387277" y="2158916"/>
                    <a:pt x="2382055" y="2165438"/>
                    <a:pt x="2372504" y="2168467"/>
                  </a:cubicBezTo>
                  <a:cubicBezTo>
                    <a:pt x="2363861" y="2159613"/>
                    <a:pt x="2366468" y="2153084"/>
                    <a:pt x="2380333" y="2148895"/>
                  </a:cubicBezTo>
                  <a:cubicBezTo>
                    <a:pt x="2351437" y="2145607"/>
                    <a:pt x="2322728" y="2141693"/>
                    <a:pt x="2294216" y="2137152"/>
                  </a:cubicBezTo>
                  <a:cubicBezTo>
                    <a:pt x="2294216" y="2144981"/>
                    <a:pt x="2294216" y="2152810"/>
                    <a:pt x="2294216" y="2160638"/>
                  </a:cubicBezTo>
                  <a:cubicBezTo>
                    <a:pt x="2278559" y="2160638"/>
                    <a:pt x="2262901" y="2160638"/>
                    <a:pt x="2247244" y="2160638"/>
                  </a:cubicBezTo>
                  <a:cubicBezTo>
                    <a:pt x="2244402" y="2141763"/>
                    <a:pt x="2252230" y="2130020"/>
                    <a:pt x="2270730" y="2125409"/>
                  </a:cubicBezTo>
                  <a:cubicBezTo>
                    <a:pt x="2257938" y="2121542"/>
                    <a:pt x="2244887" y="2120242"/>
                    <a:pt x="2231586" y="2121495"/>
                  </a:cubicBezTo>
                  <a:cubicBezTo>
                    <a:pt x="2231586" y="2113666"/>
                    <a:pt x="2231586" y="2105837"/>
                    <a:pt x="2231586" y="2098008"/>
                  </a:cubicBezTo>
                  <a:cubicBezTo>
                    <a:pt x="2196028" y="2110801"/>
                    <a:pt x="2162106" y="2108186"/>
                    <a:pt x="2129812" y="2090179"/>
                  </a:cubicBezTo>
                  <a:cubicBezTo>
                    <a:pt x="2018714" y="2110292"/>
                    <a:pt x="1907804" y="2131163"/>
                    <a:pt x="1797089" y="2152810"/>
                  </a:cubicBezTo>
                  <a:cubicBezTo>
                    <a:pt x="1760231" y="2141482"/>
                    <a:pt x="1722387" y="2133653"/>
                    <a:pt x="1683572" y="2129323"/>
                  </a:cubicBezTo>
                  <a:cubicBezTo>
                    <a:pt x="1665089" y="2114018"/>
                    <a:pt x="1644209" y="2107497"/>
                    <a:pt x="1620942" y="2109751"/>
                  </a:cubicBezTo>
                  <a:cubicBezTo>
                    <a:pt x="1628332" y="2131038"/>
                    <a:pt x="1630939" y="2153217"/>
                    <a:pt x="1628771" y="2176296"/>
                  </a:cubicBezTo>
                  <a:cubicBezTo>
                    <a:pt x="1641821" y="2176296"/>
                    <a:pt x="1654864" y="2176296"/>
                    <a:pt x="1667915" y="2176296"/>
                  </a:cubicBezTo>
                  <a:cubicBezTo>
                    <a:pt x="1658606" y="2224459"/>
                    <a:pt x="1658606" y="2268824"/>
                    <a:pt x="1667915" y="2309385"/>
                  </a:cubicBezTo>
                  <a:cubicBezTo>
                    <a:pt x="1681231" y="2299192"/>
                    <a:pt x="1690368" y="2286141"/>
                    <a:pt x="1695315" y="2270241"/>
                  </a:cubicBezTo>
                  <a:cubicBezTo>
                    <a:pt x="1697922" y="2272848"/>
                    <a:pt x="1700537" y="2275463"/>
                    <a:pt x="1703144" y="2278070"/>
                  </a:cubicBezTo>
                  <a:cubicBezTo>
                    <a:pt x="1718246" y="2272754"/>
                    <a:pt x="1733903" y="2264926"/>
                    <a:pt x="1750117" y="2254584"/>
                  </a:cubicBezTo>
                  <a:cubicBezTo>
                    <a:pt x="1754031" y="2257191"/>
                    <a:pt x="1757946" y="2259805"/>
                    <a:pt x="1761860" y="2262412"/>
                  </a:cubicBezTo>
                  <a:cubicBezTo>
                    <a:pt x="1739791" y="2272144"/>
                    <a:pt x="1718911" y="2283887"/>
                    <a:pt x="1699230" y="2297642"/>
                  </a:cubicBezTo>
                  <a:cubicBezTo>
                    <a:pt x="1710989" y="2302206"/>
                    <a:pt x="1721424" y="2308727"/>
                    <a:pt x="1730545" y="2317214"/>
                  </a:cubicBezTo>
                  <a:cubicBezTo>
                    <a:pt x="1741521" y="2327720"/>
                    <a:pt x="1738914" y="2334249"/>
                    <a:pt x="1722716" y="2336786"/>
                  </a:cubicBezTo>
                  <a:cubicBezTo>
                    <a:pt x="1747510" y="2340974"/>
                    <a:pt x="1768389" y="2333145"/>
                    <a:pt x="1785346" y="2313299"/>
                  </a:cubicBezTo>
                  <a:cubicBezTo>
                    <a:pt x="1778793" y="2305385"/>
                    <a:pt x="1776186" y="2296248"/>
                    <a:pt x="1777517" y="2285899"/>
                  </a:cubicBezTo>
                  <a:cubicBezTo>
                    <a:pt x="1840148" y="2280677"/>
                    <a:pt x="1840148" y="2275463"/>
                    <a:pt x="1777517" y="2270241"/>
                  </a:cubicBezTo>
                  <a:cubicBezTo>
                    <a:pt x="1785017" y="2247890"/>
                    <a:pt x="1800675" y="2232232"/>
                    <a:pt x="1824490" y="2223269"/>
                  </a:cubicBezTo>
                  <a:cubicBezTo>
                    <a:pt x="1838965" y="2237564"/>
                    <a:pt x="1854623" y="2240171"/>
                    <a:pt x="1871463" y="2231097"/>
                  </a:cubicBezTo>
                  <a:cubicBezTo>
                    <a:pt x="1871463" y="2249362"/>
                    <a:pt x="1871463" y="2267634"/>
                    <a:pt x="1871463" y="2285899"/>
                  </a:cubicBezTo>
                  <a:cubicBezTo>
                    <a:pt x="1887488" y="2274038"/>
                    <a:pt x="1905761" y="2267509"/>
                    <a:pt x="1926264" y="2266327"/>
                  </a:cubicBezTo>
                  <a:cubicBezTo>
                    <a:pt x="1912791" y="2260541"/>
                    <a:pt x="1899748" y="2254012"/>
                    <a:pt x="1887120" y="2246755"/>
                  </a:cubicBezTo>
                  <a:cubicBezTo>
                    <a:pt x="1889727" y="2241533"/>
                    <a:pt x="1892342" y="2236319"/>
                    <a:pt x="1894949" y="2231097"/>
                  </a:cubicBezTo>
                  <a:cubicBezTo>
                    <a:pt x="1937678" y="2216458"/>
                    <a:pt x="1980737" y="2211236"/>
                    <a:pt x="2024124" y="2215440"/>
                  </a:cubicBezTo>
                  <a:cubicBezTo>
                    <a:pt x="2028038" y="2216747"/>
                    <a:pt x="2031952" y="2218047"/>
                    <a:pt x="2035867" y="2219354"/>
                  </a:cubicBezTo>
                  <a:cubicBezTo>
                    <a:pt x="2028829" y="2229030"/>
                    <a:pt x="2019692" y="2235560"/>
                    <a:pt x="2008466" y="2238926"/>
                  </a:cubicBezTo>
                  <a:cubicBezTo>
                    <a:pt x="1997561" y="2230197"/>
                    <a:pt x="1985817" y="2226283"/>
                    <a:pt x="1973237" y="2227183"/>
                  </a:cubicBezTo>
                  <a:cubicBezTo>
                    <a:pt x="1975844" y="2229790"/>
                    <a:pt x="1978458" y="2232405"/>
                    <a:pt x="1981065" y="2235012"/>
                  </a:cubicBezTo>
                  <a:cubicBezTo>
                    <a:pt x="1968485" y="2243224"/>
                    <a:pt x="1963271" y="2254967"/>
                    <a:pt x="1965408" y="2270241"/>
                  </a:cubicBezTo>
                  <a:cubicBezTo>
                    <a:pt x="1954659" y="2269012"/>
                    <a:pt x="1944215" y="2270320"/>
                    <a:pt x="1934093" y="2274156"/>
                  </a:cubicBezTo>
                  <a:cubicBezTo>
                    <a:pt x="1940646" y="2282070"/>
                    <a:pt x="1943253" y="2291207"/>
                    <a:pt x="1941922" y="2301556"/>
                  </a:cubicBezTo>
                  <a:cubicBezTo>
                    <a:pt x="1923469" y="2300280"/>
                    <a:pt x="1905205" y="2301580"/>
                    <a:pt x="1887120" y="2305471"/>
                  </a:cubicBezTo>
                  <a:cubicBezTo>
                    <a:pt x="1894542" y="2309252"/>
                    <a:pt x="1902371" y="2310551"/>
                    <a:pt x="1910606" y="2309385"/>
                  </a:cubicBezTo>
                  <a:cubicBezTo>
                    <a:pt x="1910606" y="2319821"/>
                    <a:pt x="1910606" y="2330264"/>
                    <a:pt x="1910606" y="2340700"/>
                  </a:cubicBezTo>
                  <a:cubicBezTo>
                    <a:pt x="1897556" y="2340700"/>
                    <a:pt x="1884513" y="2340700"/>
                    <a:pt x="1871463" y="2340700"/>
                  </a:cubicBezTo>
                  <a:cubicBezTo>
                    <a:pt x="1871463" y="2351136"/>
                    <a:pt x="1871463" y="2361579"/>
                    <a:pt x="1871463" y="2372015"/>
                  </a:cubicBezTo>
                  <a:cubicBezTo>
                    <a:pt x="1886564" y="2369909"/>
                    <a:pt x="1899607" y="2373823"/>
                    <a:pt x="1910606" y="2383758"/>
                  </a:cubicBezTo>
                  <a:cubicBezTo>
                    <a:pt x="1895145" y="2391415"/>
                    <a:pt x="1882094" y="2401851"/>
                    <a:pt x="1871463" y="2415073"/>
                  </a:cubicBezTo>
                  <a:cubicBezTo>
                    <a:pt x="1881812" y="2434802"/>
                    <a:pt x="1876590" y="2438716"/>
                    <a:pt x="1855805" y="2426817"/>
                  </a:cubicBezTo>
                  <a:cubicBezTo>
                    <a:pt x="1853198" y="2430731"/>
                    <a:pt x="1850583" y="2434645"/>
                    <a:pt x="1847976" y="2438560"/>
                  </a:cubicBezTo>
                  <a:cubicBezTo>
                    <a:pt x="1847679" y="2481728"/>
                    <a:pt x="1850294" y="2527393"/>
                    <a:pt x="1855805" y="2575563"/>
                  </a:cubicBezTo>
                  <a:cubicBezTo>
                    <a:pt x="1842504" y="2576816"/>
                    <a:pt x="1829454" y="2575516"/>
                    <a:pt x="1816661" y="2571649"/>
                  </a:cubicBezTo>
                  <a:cubicBezTo>
                    <a:pt x="1824083" y="2567867"/>
                    <a:pt x="1831912" y="2566568"/>
                    <a:pt x="1840148" y="2567734"/>
                  </a:cubicBezTo>
                  <a:cubicBezTo>
                    <a:pt x="1841486" y="2541923"/>
                    <a:pt x="1836272" y="2539308"/>
                    <a:pt x="1824490" y="2559906"/>
                  </a:cubicBezTo>
                  <a:cubicBezTo>
                    <a:pt x="1812598" y="2549329"/>
                    <a:pt x="1802162" y="2537586"/>
                    <a:pt x="1793175" y="2524676"/>
                  </a:cubicBezTo>
                  <a:cubicBezTo>
                    <a:pt x="1807744" y="2510099"/>
                    <a:pt x="1818180" y="2514013"/>
                    <a:pt x="1824490" y="2536419"/>
                  </a:cubicBezTo>
                  <a:cubicBezTo>
                    <a:pt x="1834127" y="2527408"/>
                    <a:pt x="1834127" y="2518280"/>
                    <a:pt x="1824490" y="2509019"/>
                  </a:cubicBezTo>
                  <a:cubicBezTo>
                    <a:pt x="1838269" y="2501464"/>
                    <a:pt x="1840883" y="2492328"/>
                    <a:pt x="1832319" y="2481618"/>
                  </a:cubicBezTo>
                  <a:cubicBezTo>
                    <a:pt x="1823464" y="2491412"/>
                    <a:pt x="1813029" y="2499240"/>
                    <a:pt x="1801004" y="2505104"/>
                  </a:cubicBezTo>
                  <a:cubicBezTo>
                    <a:pt x="1788274" y="2489822"/>
                    <a:pt x="1772617" y="2479379"/>
                    <a:pt x="1754031" y="2473789"/>
                  </a:cubicBezTo>
                  <a:cubicBezTo>
                    <a:pt x="1754031" y="2484225"/>
                    <a:pt x="1754031" y="2494668"/>
                    <a:pt x="1754031" y="2505104"/>
                  </a:cubicBezTo>
                  <a:cubicBezTo>
                    <a:pt x="1738499" y="2506020"/>
                    <a:pt x="1725456" y="2500798"/>
                    <a:pt x="1714887" y="2489447"/>
                  </a:cubicBezTo>
                  <a:cubicBezTo>
                    <a:pt x="1712280" y="2492054"/>
                    <a:pt x="1709666" y="2494668"/>
                    <a:pt x="1707059" y="2497275"/>
                  </a:cubicBezTo>
                  <a:cubicBezTo>
                    <a:pt x="1718324" y="2513348"/>
                    <a:pt x="1733982" y="2521177"/>
                    <a:pt x="1754031" y="2520762"/>
                  </a:cubicBezTo>
                  <a:cubicBezTo>
                    <a:pt x="1754031" y="2531198"/>
                    <a:pt x="1754031" y="2541641"/>
                    <a:pt x="1754031" y="2552077"/>
                  </a:cubicBezTo>
                  <a:cubicBezTo>
                    <a:pt x="1745795" y="2550910"/>
                    <a:pt x="1737967" y="2552210"/>
                    <a:pt x="1730545" y="2555991"/>
                  </a:cubicBezTo>
                  <a:cubicBezTo>
                    <a:pt x="1746657" y="2570146"/>
                    <a:pt x="1749271" y="2587111"/>
                    <a:pt x="1738374" y="2606878"/>
                  </a:cubicBezTo>
                  <a:cubicBezTo>
                    <a:pt x="1722254" y="2577356"/>
                    <a:pt x="1703990" y="2548648"/>
                    <a:pt x="1683572" y="2520762"/>
                  </a:cubicBezTo>
                  <a:cubicBezTo>
                    <a:pt x="1680965" y="2523369"/>
                    <a:pt x="1678350" y="2525983"/>
                    <a:pt x="1675743" y="2528590"/>
                  </a:cubicBezTo>
                  <a:cubicBezTo>
                    <a:pt x="1688254" y="2545798"/>
                    <a:pt x="1698690" y="2564063"/>
                    <a:pt x="1707059" y="2583392"/>
                  </a:cubicBezTo>
                  <a:cubicBezTo>
                    <a:pt x="1708335" y="2601844"/>
                    <a:pt x="1707035" y="2620109"/>
                    <a:pt x="1703144" y="2638193"/>
                  </a:cubicBezTo>
                  <a:cubicBezTo>
                    <a:pt x="1687228" y="2652676"/>
                    <a:pt x="1687228" y="2657890"/>
                    <a:pt x="1703144" y="2653851"/>
                  </a:cubicBezTo>
                  <a:cubicBezTo>
                    <a:pt x="1706925" y="2661272"/>
                    <a:pt x="1708225" y="2669101"/>
                    <a:pt x="1707059" y="2677337"/>
                  </a:cubicBezTo>
                  <a:cubicBezTo>
                    <a:pt x="1690031" y="2678762"/>
                    <a:pt x="1674373" y="2683984"/>
                    <a:pt x="1660086" y="2692995"/>
                  </a:cubicBezTo>
                  <a:cubicBezTo>
                    <a:pt x="1654864" y="2691687"/>
                    <a:pt x="1649650" y="2690388"/>
                    <a:pt x="1644428" y="2689080"/>
                  </a:cubicBezTo>
                  <a:cubicBezTo>
                    <a:pt x="1653071" y="2680226"/>
                    <a:pt x="1650464" y="2673697"/>
                    <a:pt x="1636600" y="2669508"/>
                  </a:cubicBezTo>
                  <a:cubicBezTo>
                    <a:pt x="1621631" y="2669414"/>
                    <a:pt x="1605973" y="2672021"/>
                    <a:pt x="1589627" y="2677337"/>
                  </a:cubicBezTo>
                  <a:cubicBezTo>
                    <a:pt x="1582691" y="2670878"/>
                    <a:pt x="1580084" y="2663049"/>
                    <a:pt x="1581798" y="2653851"/>
                  </a:cubicBezTo>
                  <a:cubicBezTo>
                    <a:pt x="1597197" y="2651980"/>
                    <a:pt x="1611555" y="2654587"/>
                    <a:pt x="1624856" y="2661680"/>
                  </a:cubicBezTo>
                  <a:cubicBezTo>
                    <a:pt x="1629906" y="2652708"/>
                    <a:pt x="1636427" y="2644879"/>
                    <a:pt x="1644428" y="2638193"/>
                  </a:cubicBezTo>
                  <a:cubicBezTo>
                    <a:pt x="1641821" y="2635586"/>
                    <a:pt x="1639207" y="2632971"/>
                    <a:pt x="1636600" y="2630364"/>
                  </a:cubicBezTo>
                  <a:cubicBezTo>
                    <a:pt x="1606702" y="2641755"/>
                    <a:pt x="1578001" y="2639148"/>
                    <a:pt x="1550483" y="2622536"/>
                  </a:cubicBezTo>
                  <a:cubicBezTo>
                    <a:pt x="1540259" y="2633590"/>
                    <a:pt x="1533730" y="2646641"/>
                    <a:pt x="1530911" y="2661680"/>
                  </a:cubicBezTo>
                  <a:cubicBezTo>
                    <a:pt x="1528962" y="2652880"/>
                    <a:pt x="1525048" y="2645051"/>
                    <a:pt x="1519168" y="2638193"/>
                  </a:cubicBezTo>
                  <a:cubicBezTo>
                    <a:pt x="1511715" y="2650289"/>
                    <a:pt x="1509108" y="2663339"/>
                    <a:pt x="1511339" y="2677337"/>
                  </a:cubicBezTo>
                  <a:cubicBezTo>
                    <a:pt x="1526739" y="2675466"/>
                    <a:pt x="1541096" y="2678073"/>
                    <a:pt x="1554398" y="2685166"/>
                  </a:cubicBezTo>
                  <a:cubicBezTo>
                    <a:pt x="1562931" y="2709271"/>
                    <a:pt x="1556410" y="2727535"/>
                    <a:pt x="1534826" y="2739967"/>
                  </a:cubicBezTo>
                  <a:cubicBezTo>
                    <a:pt x="1518064" y="2728600"/>
                    <a:pt x="1499792" y="2720771"/>
                    <a:pt x="1480024" y="2716481"/>
                  </a:cubicBezTo>
                  <a:cubicBezTo>
                    <a:pt x="1492096" y="2711290"/>
                    <a:pt x="1505147" y="2706069"/>
                    <a:pt x="1519168" y="2700823"/>
                  </a:cubicBezTo>
                  <a:cubicBezTo>
                    <a:pt x="1513109" y="2691343"/>
                    <a:pt x="1506587" y="2691343"/>
                    <a:pt x="1499596" y="2700823"/>
                  </a:cubicBezTo>
                  <a:cubicBezTo>
                    <a:pt x="1495697" y="2677478"/>
                    <a:pt x="1494390" y="2653992"/>
                    <a:pt x="1495682" y="2630364"/>
                  </a:cubicBezTo>
                  <a:cubicBezTo>
                    <a:pt x="1506885" y="2627382"/>
                    <a:pt x="1513406" y="2619553"/>
                    <a:pt x="1515254" y="2606878"/>
                  </a:cubicBezTo>
                  <a:cubicBezTo>
                    <a:pt x="1522417" y="2613360"/>
                    <a:pt x="1527631" y="2621189"/>
                    <a:pt x="1530911" y="2630364"/>
                  </a:cubicBezTo>
                  <a:cubicBezTo>
                    <a:pt x="1532219" y="2625143"/>
                    <a:pt x="1533518" y="2619929"/>
                    <a:pt x="1534826" y="2614707"/>
                  </a:cubicBezTo>
                  <a:cubicBezTo>
                    <a:pt x="1526817" y="2602940"/>
                    <a:pt x="1518988" y="2591197"/>
                    <a:pt x="1511339" y="2579477"/>
                  </a:cubicBezTo>
                  <a:cubicBezTo>
                    <a:pt x="1520303" y="2562262"/>
                    <a:pt x="1520303" y="2545305"/>
                    <a:pt x="1511339" y="2528590"/>
                  </a:cubicBezTo>
                  <a:cubicBezTo>
                    <a:pt x="1503683" y="2532325"/>
                    <a:pt x="1497161" y="2537539"/>
                    <a:pt x="1491767" y="2544248"/>
                  </a:cubicBezTo>
                  <a:cubicBezTo>
                    <a:pt x="1485637" y="2529115"/>
                    <a:pt x="1489552" y="2517372"/>
                    <a:pt x="1503511" y="2509019"/>
                  </a:cubicBezTo>
                  <a:cubicBezTo>
                    <a:pt x="1481715" y="2505605"/>
                    <a:pt x="1472587" y="2493862"/>
                    <a:pt x="1476110" y="2473789"/>
                  </a:cubicBezTo>
                  <a:cubicBezTo>
                    <a:pt x="1484322" y="2465827"/>
                    <a:pt x="1493459" y="2464520"/>
                    <a:pt x="1503511" y="2469875"/>
                  </a:cubicBezTo>
                  <a:cubicBezTo>
                    <a:pt x="1520272" y="2532121"/>
                    <a:pt x="1546365" y="2536036"/>
                    <a:pt x="1581798" y="2481618"/>
                  </a:cubicBezTo>
                  <a:cubicBezTo>
                    <a:pt x="1611039" y="2472255"/>
                    <a:pt x="1634525" y="2455290"/>
                    <a:pt x="1652257" y="2430731"/>
                  </a:cubicBezTo>
                  <a:cubicBezTo>
                    <a:pt x="1645704" y="2422816"/>
                    <a:pt x="1643098" y="2413680"/>
                    <a:pt x="1644428" y="2403330"/>
                  </a:cubicBezTo>
                  <a:cubicBezTo>
                    <a:pt x="1631378" y="2403330"/>
                    <a:pt x="1618335" y="2403330"/>
                    <a:pt x="1605285" y="2403330"/>
                  </a:cubicBezTo>
                  <a:cubicBezTo>
                    <a:pt x="1617654" y="2368351"/>
                    <a:pt x="1608518" y="2363129"/>
                    <a:pt x="1577884" y="2387673"/>
                  </a:cubicBezTo>
                  <a:cubicBezTo>
                    <a:pt x="1556731" y="2362213"/>
                    <a:pt x="1531937" y="2359607"/>
                    <a:pt x="1503511" y="2379844"/>
                  </a:cubicBezTo>
                  <a:cubicBezTo>
                    <a:pt x="1495885" y="2397404"/>
                    <a:pt x="1493271" y="2415668"/>
                    <a:pt x="1495682" y="2434645"/>
                  </a:cubicBezTo>
                  <a:cubicBezTo>
                    <a:pt x="1480024" y="2434645"/>
                    <a:pt x="1464367" y="2434645"/>
                    <a:pt x="1448709" y="2434645"/>
                  </a:cubicBezTo>
                  <a:cubicBezTo>
                    <a:pt x="1451997" y="2451665"/>
                    <a:pt x="1451997" y="2467323"/>
                    <a:pt x="1448709" y="2481618"/>
                  </a:cubicBezTo>
                  <a:cubicBezTo>
                    <a:pt x="1441546" y="2475136"/>
                    <a:pt x="1436332" y="2467307"/>
                    <a:pt x="1433052" y="2458132"/>
                  </a:cubicBezTo>
                  <a:cubicBezTo>
                    <a:pt x="1413582" y="2456167"/>
                    <a:pt x="1395317" y="2452252"/>
                    <a:pt x="1378250" y="2446388"/>
                  </a:cubicBezTo>
                  <a:cubicBezTo>
                    <a:pt x="1380857" y="2443781"/>
                    <a:pt x="1383472" y="2441167"/>
                    <a:pt x="1386079" y="2438560"/>
                  </a:cubicBezTo>
                  <a:cubicBezTo>
                    <a:pt x="1373858" y="2436070"/>
                    <a:pt x="1364722" y="2429549"/>
                    <a:pt x="1358678" y="2418988"/>
                  </a:cubicBezTo>
                  <a:cubicBezTo>
                    <a:pt x="1352204" y="2428085"/>
                    <a:pt x="1345683" y="2437221"/>
                    <a:pt x="1339107" y="2446388"/>
                  </a:cubicBezTo>
                  <a:cubicBezTo>
                    <a:pt x="1342277" y="2453787"/>
                    <a:pt x="1347499" y="2459008"/>
                    <a:pt x="1354764" y="2462046"/>
                  </a:cubicBezTo>
                  <a:cubicBezTo>
                    <a:pt x="1339107" y="2464653"/>
                    <a:pt x="1323449" y="2467268"/>
                    <a:pt x="1307791" y="2469875"/>
                  </a:cubicBezTo>
                  <a:cubicBezTo>
                    <a:pt x="1316473" y="2484068"/>
                    <a:pt x="1311252" y="2490590"/>
                    <a:pt x="1292134" y="2489447"/>
                  </a:cubicBezTo>
                  <a:cubicBezTo>
                    <a:pt x="1294608" y="2453747"/>
                    <a:pt x="1294608" y="2418518"/>
                    <a:pt x="1292134" y="2383758"/>
                  </a:cubicBezTo>
                  <a:cubicBezTo>
                    <a:pt x="1304864" y="2385285"/>
                    <a:pt x="1317914" y="2385285"/>
                    <a:pt x="1331278" y="2383758"/>
                  </a:cubicBezTo>
                  <a:cubicBezTo>
                    <a:pt x="1311479" y="2375444"/>
                    <a:pt x="1290599" y="2368923"/>
                    <a:pt x="1268648" y="2364186"/>
                  </a:cubicBezTo>
                  <a:cubicBezTo>
                    <a:pt x="1293606" y="2361399"/>
                    <a:pt x="1310571" y="2348349"/>
                    <a:pt x="1319535" y="2325043"/>
                  </a:cubicBezTo>
                  <a:cubicBezTo>
                    <a:pt x="1329837" y="2344834"/>
                    <a:pt x="1338973" y="2344834"/>
                    <a:pt x="1346935" y="2325043"/>
                  </a:cubicBezTo>
                  <a:cubicBezTo>
                    <a:pt x="1338934" y="2318357"/>
                    <a:pt x="1332413" y="2310528"/>
                    <a:pt x="1327363" y="2301556"/>
                  </a:cubicBezTo>
                  <a:cubicBezTo>
                    <a:pt x="1324122" y="2305134"/>
                    <a:pt x="1320208" y="2307749"/>
                    <a:pt x="1315620" y="2309385"/>
                  </a:cubicBezTo>
                  <a:cubicBezTo>
                    <a:pt x="1289010" y="2295199"/>
                    <a:pt x="1260302" y="2289977"/>
                    <a:pt x="1229504" y="2293727"/>
                  </a:cubicBezTo>
                  <a:cubicBezTo>
                    <a:pt x="1229504" y="2304163"/>
                    <a:pt x="1229504" y="2314607"/>
                    <a:pt x="1229504" y="2325043"/>
                  </a:cubicBezTo>
                  <a:cubicBezTo>
                    <a:pt x="1209501" y="2332190"/>
                    <a:pt x="1188630" y="2337412"/>
                    <a:pt x="1166874" y="2340700"/>
                  </a:cubicBezTo>
                  <a:cubicBezTo>
                    <a:pt x="1151772" y="2340387"/>
                    <a:pt x="1137422" y="2337780"/>
                    <a:pt x="1123815" y="2332871"/>
                  </a:cubicBezTo>
                  <a:cubicBezTo>
                    <a:pt x="1111172" y="2341921"/>
                    <a:pt x="1111172" y="2352357"/>
                    <a:pt x="1123815" y="2364186"/>
                  </a:cubicBezTo>
                  <a:cubicBezTo>
                    <a:pt x="1128207" y="2360100"/>
                    <a:pt x="1133429" y="2357493"/>
                    <a:pt x="1139473" y="2356358"/>
                  </a:cubicBezTo>
                  <a:cubicBezTo>
                    <a:pt x="1159656" y="2368250"/>
                    <a:pt x="1181834" y="2374771"/>
                    <a:pt x="1206017" y="2375930"/>
                  </a:cubicBezTo>
                  <a:cubicBezTo>
                    <a:pt x="1227194" y="2397787"/>
                    <a:pt x="1253288" y="2408231"/>
                    <a:pt x="1284305" y="2407245"/>
                  </a:cubicBezTo>
                  <a:cubicBezTo>
                    <a:pt x="1268608" y="2423388"/>
                    <a:pt x="1250336" y="2431216"/>
                    <a:pt x="1229504" y="2430731"/>
                  </a:cubicBezTo>
                  <a:cubicBezTo>
                    <a:pt x="1232111" y="2428124"/>
                    <a:pt x="1234726" y="2425509"/>
                    <a:pt x="1237333" y="2422902"/>
                  </a:cubicBezTo>
                  <a:cubicBezTo>
                    <a:pt x="1216931" y="2419379"/>
                    <a:pt x="1206495" y="2407636"/>
                    <a:pt x="1206017" y="2387673"/>
                  </a:cubicBezTo>
                  <a:cubicBezTo>
                    <a:pt x="1181185" y="2391023"/>
                    <a:pt x="1157698" y="2392331"/>
                    <a:pt x="1135559" y="2391587"/>
                  </a:cubicBezTo>
                  <a:cubicBezTo>
                    <a:pt x="1140459" y="2397459"/>
                    <a:pt x="1144374" y="2403988"/>
                    <a:pt x="1147302" y="2411159"/>
                  </a:cubicBezTo>
                  <a:cubicBezTo>
                    <a:pt x="1161707" y="2400723"/>
                    <a:pt x="1165621" y="2402031"/>
                    <a:pt x="1159045" y="2415073"/>
                  </a:cubicBezTo>
                  <a:cubicBezTo>
                    <a:pt x="1066752" y="2427709"/>
                    <a:pt x="1066752" y="2434230"/>
                    <a:pt x="1159045" y="2434645"/>
                  </a:cubicBezTo>
                  <a:cubicBezTo>
                    <a:pt x="1163304" y="2450929"/>
                    <a:pt x="1169833" y="2466587"/>
                    <a:pt x="1178617" y="2481618"/>
                  </a:cubicBezTo>
                  <a:cubicBezTo>
                    <a:pt x="1183009" y="2477531"/>
                    <a:pt x="1188230" y="2474924"/>
                    <a:pt x="1194274" y="2473789"/>
                  </a:cubicBezTo>
                  <a:cubicBezTo>
                    <a:pt x="1241521" y="2487897"/>
                    <a:pt x="1287186" y="2506161"/>
                    <a:pt x="1331278" y="2528590"/>
                  </a:cubicBezTo>
                  <a:cubicBezTo>
                    <a:pt x="1339592" y="2535832"/>
                    <a:pt x="1339592" y="2543661"/>
                    <a:pt x="1331278" y="2552077"/>
                  </a:cubicBezTo>
                  <a:cubicBezTo>
                    <a:pt x="1168698" y="2477320"/>
                    <a:pt x="999072" y="2460355"/>
                    <a:pt x="822408" y="2501190"/>
                  </a:cubicBezTo>
                  <a:cubicBezTo>
                    <a:pt x="772468" y="2517027"/>
                    <a:pt x="725496" y="2539206"/>
                    <a:pt x="681490" y="2567734"/>
                  </a:cubicBezTo>
                  <a:cubicBezTo>
                    <a:pt x="682336" y="2545172"/>
                    <a:pt x="691464" y="2526907"/>
                    <a:pt x="708891" y="2512933"/>
                  </a:cubicBezTo>
                  <a:cubicBezTo>
                    <a:pt x="712132" y="2516511"/>
                    <a:pt x="716046" y="2519125"/>
                    <a:pt x="720634" y="2520762"/>
                  </a:cubicBezTo>
                  <a:cubicBezTo>
                    <a:pt x="742085" y="2506083"/>
                    <a:pt x="764264" y="2500861"/>
                    <a:pt x="787178" y="2505104"/>
                  </a:cubicBezTo>
                  <a:cubicBezTo>
                    <a:pt x="791093" y="2495968"/>
                    <a:pt x="797614" y="2489447"/>
                    <a:pt x="806750" y="2485532"/>
                  </a:cubicBezTo>
                  <a:cubicBezTo>
                    <a:pt x="794929" y="2478878"/>
                    <a:pt x="783186" y="2472356"/>
                    <a:pt x="771521" y="2465960"/>
                  </a:cubicBezTo>
                  <a:cubicBezTo>
                    <a:pt x="749616" y="2468763"/>
                    <a:pt x="728744" y="2468763"/>
                    <a:pt x="708891" y="2465960"/>
                  </a:cubicBezTo>
                  <a:cubicBezTo>
                    <a:pt x="703669" y="2486840"/>
                    <a:pt x="698455" y="2486840"/>
                    <a:pt x="693233" y="2465960"/>
                  </a:cubicBezTo>
                  <a:cubicBezTo>
                    <a:pt x="690626" y="2468567"/>
                    <a:pt x="688011" y="2471182"/>
                    <a:pt x="685404" y="2473789"/>
                  </a:cubicBezTo>
                  <a:cubicBezTo>
                    <a:pt x="678335" y="2464387"/>
                    <a:pt x="669207" y="2457858"/>
                    <a:pt x="658004" y="2454217"/>
                  </a:cubicBezTo>
                  <a:cubicBezTo>
                    <a:pt x="668956" y="2449559"/>
                    <a:pt x="679392" y="2450866"/>
                    <a:pt x="689319" y="2458132"/>
                  </a:cubicBezTo>
                  <a:cubicBezTo>
                    <a:pt x="695644" y="2455720"/>
                    <a:pt x="700866" y="2451806"/>
                    <a:pt x="704976" y="2446388"/>
                  </a:cubicBezTo>
                  <a:cubicBezTo>
                    <a:pt x="692654" y="2443758"/>
                    <a:pt x="682210" y="2437237"/>
                    <a:pt x="673661" y="2426817"/>
                  </a:cubicBezTo>
                  <a:cubicBezTo>
                    <a:pt x="680433" y="2418338"/>
                    <a:pt x="688262" y="2417038"/>
                    <a:pt x="697148" y="2422902"/>
                  </a:cubicBezTo>
                  <a:cubicBezTo>
                    <a:pt x="714496" y="2435773"/>
                    <a:pt x="732761" y="2447516"/>
                    <a:pt x="751949" y="2458132"/>
                  </a:cubicBezTo>
                  <a:cubicBezTo>
                    <a:pt x="759778" y="2450303"/>
                    <a:pt x="767606" y="2442474"/>
                    <a:pt x="775435" y="2434645"/>
                  </a:cubicBezTo>
                  <a:cubicBezTo>
                    <a:pt x="763731" y="2434818"/>
                    <a:pt x="750681" y="2432210"/>
                    <a:pt x="736291" y="2426817"/>
                  </a:cubicBezTo>
                  <a:cubicBezTo>
                    <a:pt x="772460" y="2419042"/>
                    <a:pt x="808989" y="2416428"/>
                    <a:pt x="845894" y="2418988"/>
                  </a:cubicBezTo>
                  <a:cubicBezTo>
                    <a:pt x="845894" y="2426817"/>
                    <a:pt x="845894" y="2434645"/>
                    <a:pt x="845894" y="2442474"/>
                  </a:cubicBezTo>
                  <a:cubicBezTo>
                    <a:pt x="856643" y="2441245"/>
                    <a:pt x="867087" y="2442552"/>
                    <a:pt x="877209" y="2446388"/>
                  </a:cubicBezTo>
                  <a:cubicBezTo>
                    <a:pt x="867494" y="2458030"/>
                    <a:pt x="871408" y="2464551"/>
                    <a:pt x="888952" y="2465960"/>
                  </a:cubicBezTo>
                  <a:cubicBezTo>
                    <a:pt x="895474" y="2463353"/>
                    <a:pt x="902003" y="2460739"/>
                    <a:pt x="908524" y="2458132"/>
                  </a:cubicBezTo>
                  <a:cubicBezTo>
                    <a:pt x="905033" y="2436399"/>
                    <a:pt x="897204" y="2416827"/>
                    <a:pt x="885038" y="2399416"/>
                  </a:cubicBezTo>
                  <a:cubicBezTo>
                    <a:pt x="887645" y="2396809"/>
                    <a:pt x="890260" y="2394194"/>
                    <a:pt x="892867" y="2391587"/>
                  </a:cubicBezTo>
                  <a:cubicBezTo>
                    <a:pt x="872935" y="2396535"/>
                    <a:pt x="852063" y="2400449"/>
                    <a:pt x="830237" y="2403330"/>
                  </a:cubicBezTo>
                  <a:cubicBezTo>
                    <a:pt x="830237" y="2392894"/>
                    <a:pt x="830237" y="2382451"/>
                    <a:pt x="830237" y="2372015"/>
                  </a:cubicBezTo>
                  <a:cubicBezTo>
                    <a:pt x="838065" y="2372015"/>
                    <a:pt x="845894" y="2372015"/>
                    <a:pt x="853723" y="2372015"/>
                  </a:cubicBezTo>
                  <a:cubicBezTo>
                    <a:pt x="852008" y="2362816"/>
                    <a:pt x="854615" y="2354988"/>
                    <a:pt x="861552" y="2348529"/>
                  </a:cubicBezTo>
                  <a:cubicBezTo>
                    <a:pt x="874062" y="2356240"/>
                    <a:pt x="887113" y="2357540"/>
                    <a:pt x="900696" y="2352443"/>
                  </a:cubicBezTo>
                  <a:cubicBezTo>
                    <a:pt x="891215" y="2345452"/>
                    <a:pt x="891215" y="2338931"/>
                    <a:pt x="900696" y="2332871"/>
                  </a:cubicBezTo>
                  <a:cubicBezTo>
                    <a:pt x="919179" y="2342861"/>
                    <a:pt x="936144" y="2340246"/>
                    <a:pt x="951583" y="2325043"/>
                  </a:cubicBezTo>
                  <a:cubicBezTo>
                    <a:pt x="955646" y="2332996"/>
                    <a:pt x="962175" y="2338211"/>
                    <a:pt x="971154" y="2340700"/>
                  </a:cubicBezTo>
                  <a:cubicBezTo>
                    <a:pt x="986601" y="2334194"/>
                    <a:pt x="1002258" y="2332887"/>
                    <a:pt x="1018127" y="2336786"/>
                  </a:cubicBezTo>
                  <a:cubicBezTo>
                    <a:pt x="979328" y="2358510"/>
                    <a:pt x="937569" y="2368946"/>
                    <a:pt x="892867" y="2368101"/>
                  </a:cubicBezTo>
                  <a:cubicBezTo>
                    <a:pt x="904735" y="2382952"/>
                    <a:pt x="909957" y="2399917"/>
                    <a:pt x="908524" y="2418988"/>
                  </a:cubicBezTo>
                  <a:cubicBezTo>
                    <a:pt x="940528" y="2405835"/>
                    <a:pt x="974450" y="2400614"/>
                    <a:pt x="1010298" y="2403330"/>
                  </a:cubicBezTo>
                  <a:cubicBezTo>
                    <a:pt x="1010298" y="2392894"/>
                    <a:pt x="1010298" y="2382451"/>
                    <a:pt x="1010298" y="2372015"/>
                  </a:cubicBezTo>
                  <a:cubicBezTo>
                    <a:pt x="980737" y="2372258"/>
                    <a:pt x="979429" y="2367036"/>
                    <a:pt x="1006384" y="2356358"/>
                  </a:cubicBezTo>
                  <a:cubicBezTo>
                    <a:pt x="1013821" y="2360444"/>
                    <a:pt x="1020350" y="2365666"/>
                    <a:pt x="1025956" y="2372015"/>
                  </a:cubicBezTo>
                  <a:cubicBezTo>
                    <a:pt x="1035593" y="2363004"/>
                    <a:pt x="1035593" y="2353876"/>
                    <a:pt x="1025956" y="2344614"/>
                  </a:cubicBezTo>
                  <a:cubicBezTo>
                    <a:pt x="1057271" y="2339393"/>
                    <a:pt x="1057271" y="2334179"/>
                    <a:pt x="1025956" y="2328957"/>
                  </a:cubicBezTo>
                  <a:cubicBezTo>
                    <a:pt x="1037347" y="2313174"/>
                    <a:pt x="1053004" y="2306653"/>
                    <a:pt x="1072928" y="2309385"/>
                  </a:cubicBezTo>
                  <a:cubicBezTo>
                    <a:pt x="1074604" y="2296514"/>
                    <a:pt x="1071989" y="2284771"/>
                    <a:pt x="1065100" y="2274156"/>
                  </a:cubicBezTo>
                  <a:cubicBezTo>
                    <a:pt x="1082440" y="2272825"/>
                    <a:pt x="1098098" y="2267603"/>
                    <a:pt x="1112072" y="2258498"/>
                  </a:cubicBezTo>
                  <a:cubicBezTo>
                    <a:pt x="1099852" y="2256009"/>
                    <a:pt x="1090715" y="2249487"/>
                    <a:pt x="1084672" y="2238926"/>
                  </a:cubicBezTo>
                  <a:cubicBezTo>
                    <a:pt x="1082065" y="2244148"/>
                    <a:pt x="1079450" y="2249362"/>
                    <a:pt x="1076843" y="2254584"/>
                  </a:cubicBezTo>
                  <a:cubicBezTo>
                    <a:pt x="1066916" y="2253676"/>
                    <a:pt x="1056472" y="2251068"/>
                    <a:pt x="1045528" y="2246755"/>
                  </a:cubicBezTo>
                  <a:cubicBezTo>
                    <a:pt x="1041300" y="2259555"/>
                    <a:pt x="1045215" y="2269991"/>
                    <a:pt x="1057271" y="2278070"/>
                  </a:cubicBezTo>
                  <a:cubicBezTo>
                    <a:pt x="1040095" y="2303435"/>
                    <a:pt x="1016608" y="2319093"/>
                    <a:pt x="986812" y="2325043"/>
                  </a:cubicBezTo>
                  <a:cubicBezTo>
                    <a:pt x="988041" y="2314294"/>
                    <a:pt x="986734" y="2303850"/>
                    <a:pt x="982898" y="2293727"/>
                  </a:cubicBezTo>
                  <a:cubicBezTo>
                    <a:pt x="960507" y="2297430"/>
                    <a:pt x="942243" y="2307866"/>
                    <a:pt x="928096" y="2325043"/>
                  </a:cubicBezTo>
                  <a:cubicBezTo>
                    <a:pt x="917363" y="2327054"/>
                    <a:pt x="905620" y="2324440"/>
                    <a:pt x="892867" y="2317214"/>
                  </a:cubicBezTo>
                  <a:cubicBezTo>
                    <a:pt x="878407" y="2322584"/>
                    <a:pt x="865356" y="2330413"/>
                    <a:pt x="853723" y="2340700"/>
                  </a:cubicBezTo>
                  <a:cubicBezTo>
                    <a:pt x="805874" y="2349390"/>
                    <a:pt x="798045" y="2349390"/>
                    <a:pt x="830237" y="2340700"/>
                  </a:cubicBezTo>
                  <a:cubicBezTo>
                    <a:pt x="832343" y="2325598"/>
                    <a:pt x="828428" y="2312556"/>
                    <a:pt x="818493" y="2301556"/>
                  </a:cubicBezTo>
                  <a:cubicBezTo>
                    <a:pt x="807455" y="2311632"/>
                    <a:pt x="795712" y="2320768"/>
                    <a:pt x="783264" y="2328957"/>
                  </a:cubicBezTo>
                  <a:cubicBezTo>
                    <a:pt x="793700" y="2334179"/>
                    <a:pt x="793700" y="2339393"/>
                    <a:pt x="783264" y="2344614"/>
                  </a:cubicBezTo>
                  <a:cubicBezTo>
                    <a:pt x="799885" y="2353962"/>
                    <a:pt x="818157" y="2359176"/>
                    <a:pt x="838065" y="2360272"/>
                  </a:cubicBezTo>
                  <a:cubicBezTo>
                    <a:pt x="789895" y="2363999"/>
                    <a:pt x="758580" y="2360084"/>
                    <a:pt x="744120" y="2348529"/>
                  </a:cubicBezTo>
                  <a:cubicBezTo>
                    <a:pt x="745287" y="2340293"/>
                    <a:pt x="743987" y="2332464"/>
                    <a:pt x="740206" y="2325043"/>
                  </a:cubicBezTo>
                  <a:cubicBezTo>
                    <a:pt x="723961" y="2341859"/>
                    <a:pt x="705697" y="2344473"/>
                    <a:pt x="685404" y="2332871"/>
                  </a:cubicBezTo>
                  <a:cubicBezTo>
                    <a:pt x="669113" y="2347863"/>
                    <a:pt x="670412" y="2360906"/>
                    <a:pt x="689319" y="2372015"/>
                  </a:cubicBezTo>
                  <a:cubicBezTo>
                    <a:pt x="730122" y="2370661"/>
                    <a:pt x="771881" y="2370661"/>
                    <a:pt x="814579" y="2372015"/>
                  </a:cubicBezTo>
                  <a:cubicBezTo>
                    <a:pt x="814579" y="2382451"/>
                    <a:pt x="814579" y="2392894"/>
                    <a:pt x="814579" y="2403330"/>
                  </a:cubicBezTo>
                  <a:cubicBezTo>
                    <a:pt x="787593" y="2392534"/>
                    <a:pt x="758885" y="2387313"/>
                    <a:pt x="728463" y="2387673"/>
                  </a:cubicBezTo>
                  <a:cubicBezTo>
                    <a:pt x="712805" y="2388980"/>
                    <a:pt x="697148" y="2390280"/>
                    <a:pt x="681490" y="2391587"/>
                  </a:cubicBezTo>
                  <a:cubicBezTo>
                    <a:pt x="702369" y="2394194"/>
                    <a:pt x="723241" y="2396809"/>
                    <a:pt x="744120" y="2399416"/>
                  </a:cubicBezTo>
                  <a:cubicBezTo>
                    <a:pt x="720775" y="2403314"/>
                    <a:pt x="697289" y="2404622"/>
                    <a:pt x="673661" y="2403330"/>
                  </a:cubicBezTo>
                  <a:cubicBezTo>
                    <a:pt x="673661" y="2392894"/>
                    <a:pt x="673661" y="2382451"/>
                    <a:pt x="673661" y="2372015"/>
                  </a:cubicBezTo>
                  <a:cubicBezTo>
                    <a:pt x="660611" y="2372015"/>
                    <a:pt x="647568" y="2372015"/>
                    <a:pt x="634517" y="2372015"/>
                  </a:cubicBezTo>
                  <a:cubicBezTo>
                    <a:pt x="629335" y="2316994"/>
                    <a:pt x="605848" y="2306551"/>
                    <a:pt x="564059" y="2340700"/>
                  </a:cubicBezTo>
                  <a:cubicBezTo>
                    <a:pt x="549841" y="2330405"/>
                    <a:pt x="536791" y="2318662"/>
                    <a:pt x="524915" y="2305471"/>
                  </a:cubicBezTo>
                  <a:cubicBezTo>
                    <a:pt x="530849" y="2294792"/>
                    <a:pt x="526935" y="2285656"/>
                    <a:pt x="513172" y="2278070"/>
                  </a:cubicBezTo>
                  <a:cubicBezTo>
                    <a:pt x="499377" y="2312250"/>
                    <a:pt x="478498" y="2317472"/>
                    <a:pt x="450541" y="2293727"/>
                  </a:cubicBezTo>
                  <a:cubicBezTo>
                    <a:pt x="445121" y="2297838"/>
                    <a:pt x="441206" y="2303059"/>
                    <a:pt x="438798" y="2309385"/>
                  </a:cubicBezTo>
                  <a:cubicBezTo>
                    <a:pt x="449739" y="2328158"/>
                    <a:pt x="465396" y="2341209"/>
                    <a:pt x="485771" y="2348529"/>
                  </a:cubicBezTo>
                  <a:cubicBezTo>
                    <a:pt x="491611" y="2358205"/>
                    <a:pt x="494218" y="2368649"/>
                    <a:pt x="493600" y="2379844"/>
                  </a:cubicBezTo>
                  <a:cubicBezTo>
                    <a:pt x="464911" y="2370825"/>
                    <a:pt x="436205" y="2369518"/>
                    <a:pt x="407483" y="2375930"/>
                  </a:cubicBezTo>
                  <a:cubicBezTo>
                    <a:pt x="402077" y="2367576"/>
                    <a:pt x="398163" y="2358440"/>
                    <a:pt x="395740" y="2348529"/>
                  </a:cubicBezTo>
                  <a:cubicBezTo>
                    <a:pt x="386481" y="2358166"/>
                    <a:pt x="377348" y="2358166"/>
                    <a:pt x="368339" y="2348529"/>
                  </a:cubicBezTo>
                  <a:cubicBezTo>
                    <a:pt x="356987" y="2337960"/>
                    <a:pt x="351767" y="2324917"/>
                    <a:pt x="352682" y="2309385"/>
                  </a:cubicBezTo>
                  <a:cubicBezTo>
                    <a:pt x="343483" y="2311099"/>
                    <a:pt x="335654" y="2308492"/>
                    <a:pt x="329196" y="2301556"/>
                  </a:cubicBezTo>
                  <a:cubicBezTo>
                    <a:pt x="332485" y="2287261"/>
                    <a:pt x="332485" y="2271603"/>
                    <a:pt x="329196" y="2254584"/>
                  </a:cubicBezTo>
                  <a:cubicBezTo>
                    <a:pt x="318757" y="2254584"/>
                    <a:pt x="308319" y="2254584"/>
                    <a:pt x="297880" y="2254584"/>
                  </a:cubicBezTo>
                  <a:cubicBezTo>
                    <a:pt x="297880" y="2244148"/>
                    <a:pt x="297880" y="2233704"/>
                    <a:pt x="297880" y="2223269"/>
                  </a:cubicBezTo>
                  <a:cubicBezTo>
                    <a:pt x="324887" y="2217444"/>
                    <a:pt x="337934" y="2227888"/>
                    <a:pt x="337024" y="2254584"/>
                  </a:cubicBezTo>
                  <a:cubicBezTo>
                    <a:pt x="356001" y="2256995"/>
                    <a:pt x="374268" y="2254380"/>
                    <a:pt x="391826" y="2246755"/>
                  </a:cubicBezTo>
                  <a:cubicBezTo>
                    <a:pt x="404874" y="2228490"/>
                    <a:pt x="420531" y="2212833"/>
                    <a:pt x="438798" y="2199782"/>
                  </a:cubicBezTo>
                  <a:cubicBezTo>
                    <a:pt x="444219" y="2203892"/>
                    <a:pt x="448133" y="2209114"/>
                    <a:pt x="450541" y="2215440"/>
                  </a:cubicBezTo>
                  <a:cubicBezTo>
                    <a:pt x="466379" y="2203595"/>
                    <a:pt x="465071" y="2193159"/>
                    <a:pt x="446627" y="2184125"/>
                  </a:cubicBezTo>
                  <a:cubicBezTo>
                    <a:pt x="449236" y="2178903"/>
                    <a:pt x="451846" y="2173689"/>
                    <a:pt x="454456" y="2168467"/>
                  </a:cubicBezTo>
                  <a:cubicBezTo>
                    <a:pt x="444775" y="2162353"/>
                    <a:pt x="436946" y="2154524"/>
                    <a:pt x="430969" y="2144981"/>
                  </a:cubicBezTo>
                  <a:cubicBezTo>
                    <a:pt x="395208" y="2134835"/>
                    <a:pt x="392598" y="2138749"/>
                    <a:pt x="423141" y="2156724"/>
                  </a:cubicBezTo>
                  <a:cubicBezTo>
                    <a:pt x="413089" y="2162079"/>
                    <a:pt x="403956" y="2160772"/>
                    <a:pt x="395740" y="2152810"/>
                  </a:cubicBezTo>
                  <a:cubicBezTo>
                    <a:pt x="389641" y="2162423"/>
                    <a:pt x="381813" y="2170252"/>
                    <a:pt x="372254" y="2176296"/>
                  </a:cubicBezTo>
                  <a:cubicBezTo>
                    <a:pt x="347401" y="2159597"/>
                    <a:pt x="321305" y="2154376"/>
                    <a:pt x="293966" y="2160638"/>
                  </a:cubicBezTo>
                  <a:cubicBezTo>
                    <a:pt x="280918" y="2155417"/>
                    <a:pt x="267870" y="2150203"/>
                    <a:pt x="254822" y="2144981"/>
                  </a:cubicBezTo>
                  <a:cubicBezTo>
                    <a:pt x="238487" y="2152168"/>
                    <a:pt x="221525" y="2157389"/>
                    <a:pt x="203935" y="2160638"/>
                  </a:cubicBezTo>
                  <a:cubicBezTo>
                    <a:pt x="202647" y="2137011"/>
                    <a:pt x="203951" y="2113525"/>
                    <a:pt x="207850" y="2090179"/>
                  </a:cubicBezTo>
                  <a:cubicBezTo>
                    <a:pt x="211091" y="2086602"/>
                    <a:pt x="215005" y="2083987"/>
                    <a:pt x="219593" y="2082351"/>
                  </a:cubicBezTo>
                  <a:cubicBezTo>
                    <a:pt x="227220" y="2099911"/>
                    <a:pt x="229830" y="2118175"/>
                    <a:pt x="227422" y="2137152"/>
                  </a:cubicBezTo>
                  <a:cubicBezTo>
                    <a:pt x="252694" y="2138726"/>
                    <a:pt x="277485" y="2136111"/>
                    <a:pt x="301795" y="2129323"/>
                  </a:cubicBezTo>
                  <a:cubicBezTo>
                    <a:pt x="330602" y="2151753"/>
                    <a:pt x="355392" y="2147838"/>
                    <a:pt x="376168" y="2117580"/>
                  </a:cubicBezTo>
                  <a:cubicBezTo>
                    <a:pt x="414567" y="2110769"/>
                    <a:pt x="449797" y="2096419"/>
                    <a:pt x="481856" y="2074522"/>
                  </a:cubicBezTo>
                  <a:cubicBezTo>
                    <a:pt x="491447" y="2077356"/>
                    <a:pt x="500575" y="2081270"/>
                    <a:pt x="509257" y="2086265"/>
                  </a:cubicBezTo>
                  <a:cubicBezTo>
                    <a:pt x="492754" y="2089083"/>
                    <a:pt x="477097" y="2094305"/>
                    <a:pt x="462285" y="2101923"/>
                  </a:cubicBezTo>
                  <a:cubicBezTo>
                    <a:pt x="481003" y="2112170"/>
                    <a:pt x="481003" y="2119999"/>
                    <a:pt x="462285" y="2125409"/>
                  </a:cubicBezTo>
                  <a:cubicBezTo>
                    <a:pt x="473542" y="2127123"/>
                    <a:pt x="483978" y="2131038"/>
                    <a:pt x="493600" y="2137152"/>
                  </a:cubicBezTo>
                  <a:cubicBezTo>
                    <a:pt x="490171" y="2145028"/>
                    <a:pt x="484957" y="2145028"/>
                    <a:pt x="477942" y="2137152"/>
                  </a:cubicBezTo>
                  <a:cubicBezTo>
                    <a:pt x="471006" y="2143611"/>
                    <a:pt x="468399" y="2151440"/>
                    <a:pt x="470113" y="2160638"/>
                  </a:cubicBezTo>
                  <a:cubicBezTo>
                    <a:pt x="483414" y="2159386"/>
                    <a:pt x="496465" y="2160685"/>
                    <a:pt x="509257" y="2164553"/>
                  </a:cubicBezTo>
                  <a:cubicBezTo>
                    <a:pt x="480299" y="2168365"/>
                    <a:pt x="469863" y="2182723"/>
                    <a:pt x="477942" y="2207611"/>
                  </a:cubicBezTo>
                  <a:cubicBezTo>
                    <a:pt x="448221" y="2241259"/>
                    <a:pt x="416906" y="2273874"/>
                    <a:pt x="383997" y="2305471"/>
                  </a:cubicBezTo>
                  <a:cubicBezTo>
                    <a:pt x="386606" y="2306778"/>
                    <a:pt x="389216" y="2308078"/>
                    <a:pt x="391826" y="2309385"/>
                  </a:cubicBezTo>
                  <a:cubicBezTo>
                    <a:pt x="486671" y="2246450"/>
                    <a:pt x="591052" y="2209921"/>
                    <a:pt x="704976" y="2199782"/>
                  </a:cubicBezTo>
                  <a:cubicBezTo>
                    <a:pt x="762385" y="2199782"/>
                    <a:pt x="819801" y="2199782"/>
                    <a:pt x="877209" y="2199782"/>
                  </a:cubicBezTo>
                  <a:cubicBezTo>
                    <a:pt x="971311" y="2211549"/>
                    <a:pt x="1065256" y="2225899"/>
                    <a:pt x="1159045" y="2242840"/>
                  </a:cubicBezTo>
                  <a:cubicBezTo>
                    <a:pt x="1286380" y="2277898"/>
                    <a:pt x="1414247" y="2310520"/>
                    <a:pt x="1542654" y="2340700"/>
                  </a:cubicBezTo>
                  <a:cubicBezTo>
                    <a:pt x="1582409" y="2343088"/>
                    <a:pt x="1596759" y="2324823"/>
                    <a:pt x="1585713" y="2285899"/>
                  </a:cubicBezTo>
                  <a:cubicBezTo>
                    <a:pt x="1551094" y="2258780"/>
                    <a:pt x="1513250" y="2236601"/>
                    <a:pt x="1472196" y="2219354"/>
                  </a:cubicBezTo>
                  <a:cubicBezTo>
                    <a:pt x="1257907" y="2137731"/>
                    <a:pt x="1036094" y="2099895"/>
                    <a:pt x="806750" y="2105837"/>
                  </a:cubicBezTo>
                  <a:cubicBezTo>
                    <a:pt x="781886" y="2101195"/>
                    <a:pt x="757092" y="2093366"/>
                    <a:pt x="732377" y="2082351"/>
                  </a:cubicBezTo>
                  <a:cubicBezTo>
                    <a:pt x="713337" y="2084410"/>
                    <a:pt x="697680" y="2092238"/>
                    <a:pt x="685404" y="2105837"/>
                  </a:cubicBezTo>
                  <a:cubicBezTo>
                    <a:pt x="681490" y="2101923"/>
                    <a:pt x="677576" y="2098008"/>
                    <a:pt x="673661" y="2094094"/>
                  </a:cubicBezTo>
                  <a:cubicBezTo>
                    <a:pt x="674890" y="2074647"/>
                    <a:pt x="676190" y="2055075"/>
                    <a:pt x="677576" y="2035378"/>
                  </a:cubicBezTo>
                  <a:cubicBezTo>
                    <a:pt x="683377" y="2044311"/>
                    <a:pt x="689906" y="2044311"/>
                    <a:pt x="697148" y="2035378"/>
                  </a:cubicBezTo>
                  <a:cubicBezTo>
                    <a:pt x="702369" y="2040600"/>
                    <a:pt x="707583" y="2045814"/>
                    <a:pt x="712805" y="2051036"/>
                  </a:cubicBezTo>
                  <a:cubicBezTo>
                    <a:pt x="715412" y="2048429"/>
                    <a:pt x="718027" y="2045814"/>
                    <a:pt x="720634" y="2043207"/>
                  </a:cubicBezTo>
                  <a:cubicBezTo>
                    <a:pt x="714160" y="2024097"/>
                    <a:pt x="714160" y="2007140"/>
                    <a:pt x="720634" y="1992320"/>
                  </a:cubicBezTo>
                  <a:cubicBezTo>
                    <a:pt x="701266" y="1991435"/>
                    <a:pt x="685608" y="1983606"/>
                    <a:pt x="673661" y="1968834"/>
                  </a:cubicBezTo>
                  <a:cubicBezTo>
                    <a:pt x="660611" y="1963612"/>
                    <a:pt x="647568" y="1963612"/>
                    <a:pt x="634517" y="1968834"/>
                  </a:cubicBezTo>
                  <a:cubicBezTo>
                    <a:pt x="624082" y="1976662"/>
                    <a:pt x="624082" y="1984491"/>
                    <a:pt x="634517" y="1992320"/>
                  </a:cubicBezTo>
                  <a:cubicBezTo>
                    <a:pt x="624544" y="2001879"/>
                    <a:pt x="612800" y="2008400"/>
                    <a:pt x="599288" y="2011892"/>
                  </a:cubicBezTo>
                  <a:cubicBezTo>
                    <a:pt x="596290" y="1999859"/>
                    <a:pt x="589768" y="1989423"/>
                    <a:pt x="579716" y="1980577"/>
                  </a:cubicBezTo>
                  <a:cubicBezTo>
                    <a:pt x="568067" y="1993486"/>
                    <a:pt x="560238" y="2009144"/>
                    <a:pt x="556230" y="2027549"/>
                  </a:cubicBezTo>
                  <a:cubicBezTo>
                    <a:pt x="556230" y="1998841"/>
                    <a:pt x="556230" y="1970141"/>
                    <a:pt x="556230" y="1941433"/>
                  </a:cubicBezTo>
                  <a:cubicBezTo>
                    <a:pt x="546780" y="1961827"/>
                    <a:pt x="531123" y="1974877"/>
                    <a:pt x="509257" y="1980577"/>
                  </a:cubicBezTo>
                  <a:cubicBezTo>
                    <a:pt x="515716" y="1987513"/>
                    <a:pt x="523545" y="1990120"/>
                    <a:pt x="532743" y="1988405"/>
                  </a:cubicBezTo>
                  <a:cubicBezTo>
                    <a:pt x="532743" y="2001456"/>
                    <a:pt x="532743" y="2014499"/>
                    <a:pt x="532743" y="2027549"/>
                  </a:cubicBezTo>
                  <a:cubicBezTo>
                    <a:pt x="519693" y="2027549"/>
                    <a:pt x="506650" y="2027549"/>
                    <a:pt x="493600" y="2027549"/>
                  </a:cubicBezTo>
                  <a:cubicBezTo>
                    <a:pt x="495283" y="1998004"/>
                    <a:pt x="495283" y="1970603"/>
                    <a:pt x="493600" y="1945347"/>
                  </a:cubicBezTo>
                  <a:cubicBezTo>
                    <a:pt x="505711" y="1942740"/>
                    <a:pt x="516146" y="1946655"/>
                    <a:pt x="524915" y="1957090"/>
                  </a:cubicBezTo>
                  <a:cubicBezTo>
                    <a:pt x="529502" y="1955454"/>
                    <a:pt x="533417" y="1952839"/>
                    <a:pt x="536658" y="1949262"/>
                  </a:cubicBezTo>
                  <a:cubicBezTo>
                    <a:pt x="539265" y="1925775"/>
                    <a:pt x="541880" y="1902289"/>
                    <a:pt x="544487" y="1878803"/>
                  </a:cubicBezTo>
                  <a:cubicBezTo>
                    <a:pt x="546898" y="1872477"/>
                    <a:pt x="550812" y="1867255"/>
                    <a:pt x="556230" y="1863145"/>
                  </a:cubicBezTo>
                  <a:cubicBezTo>
                    <a:pt x="564771" y="1875006"/>
                    <a:pt x="575207" y="1881527"/>
                    <a:pt x="587545" y="1882717"/>
                  </a:cubicBezTo>
                  <a:cubicBezTo>
                    <a:pt x="580397" y="1871647"/>
                    <a:pt x="580397" y="1859904"/>
                    <a:pt x="587545" y="1847488"/>
                  </a:cubicBezTo>
                  <a:cubicBezTo>
                    <a:pt x="568302" y="1856256"/>
                    <a:pt x="552644" y="1851034"/>
                    <a:pt x="540572" y="1831830"/>
                  </a:cubicBezTo>
                  <a:cubicBezTo>
                    <a:pt x="561170" y="1820048"/>
                    <a:pt x="558555" y="1814834"/>
                    <a:pt x="532743" y="1816173"/>
                  </a:cubicBezTo>
                  <a:cubicBezTo>
                    <a:pt x="531624" y="1829967"/>
                    <a:pt x="534239" y="1843017"/>
                    <a:pt x="540572" y="1855316"/>
                  </a:cubicBezTo>
                  <a:cubicBezTo>
                    <a:pt x="529745" y="1875483"/>
                    <a:pt x="523216" y="1872869"/>
                    <a:pt x="521000" y="1847488"/>
                  </a:cubicBezTo>
                  <a:cubicBezTo>
                    <a:pt x="518072" y="1854659"/>
                    <a:pt x="514158" y="1861188"/>
                    <a:pt x="509257" y="1867060"/>
                  </a:cubicBezTo>
                  <a:cubicBezTo>
                    <a:pt x="522793" y="1881065"/>
                    <a:pt x="528015" y="1898030"/>
                    <a:pt x="524915" y="1917947"/>
                  </a:cubicBezTo>
                  <a:cubicBezTo>
                    <a:pt x="509382" y="1918863"/>
                    <a:pt x="496340" y="1913641"/>
                    <a:pt x="485771" y="1902289"/>
                  </a:cubicBezTo>
                  <a:cubicBezTo>
                    <a:pt x="476408" y="1904998"/>
                    <a:pt x="476408" y="1908912"/>
                    <a:pt x="485771" y="1914032"/>
                  </a:cubicBezTo>
                  <a:cubicBezTo>
                    <a:pt x="473433" y="1917477"/>
                    <a:pt x="462992" y="1923998"/>
                    <a:pt x="454456" y="1933604"/>
                  </a:cubicBezTo>
                  <a:cubicBezTo>
                    <a:pt x="451846" y="1930997"/>
                    <a:pt x="449236" y="1928382"/>
                    <a:pt x="446627" y="1925775"/>
                  </a:cubicBezTo>
                  <a:cubicBezTo>
                    <a:pt x="455755" y="1905624"/>
                    <a:pt x="468806" y="1888659"/>
                    <a:pt x="485771" y="1874888"/>
                  </a:cubicBezTo>
                  <a:cubicBezTo>
                    <a:pt x="465408" y="1878028"/>
                    <a:pt x="449751" y="1889771"/>
                    <a:pt x="438798" y="1910118"/>
                  </a:cubicBezTo>
                  <a:cubicBezTo>
                    <a:pt x="429491" y="1917391"/>
                    <a:pt x="419053" y="1919998"/>
                    <a:pt x="407483" y="1917947"/>
                  </a:cubicBezTo>
                  <a:cubicBezTo>
                    <a:pt x="407314" y="1945332"/>
                    <a:pt x="419057" y="1955767"/>
                    <a:pt x="442713" y="1949262"/>
                  </a:cubicBezTo>
                  <a:cubicBezTo>
                    <a:pt x="451452" y="1978917"/>
                    <a:pt x="446232" y="2005018"/>
                    <a:pt x="427055" y="2027549"/>
                  </a:cubicBezTo>
                  <a:cubicBezTo>
                    <a:pt x="421678" y="2011359"/>
                    <a:pt x="422983" y="1995702"/>
                    <a:pt x="430969" y="1980577"/>
                  </a:cubicBezTo>
                  <a:cubicBezTo>
                    <a:pt x="420531" y="1975355"/>
                    <a:pt x="410093" y="1970141"/>
                    <a:pt x="399654" y="1964919"/>
                  </a:cubicBezTo>
                  <a:cubicBezTo>
                    <a:pt x="408800" y="1953912"/>
                    <a:pt x="406190" y="1944784"/>
                    <a:pt x="391826" y="1937519"/>
                  </a:cubicBezTo>
                  <a:cubicBezTo>
                    <a:pt x="381702" y="1933682"/>
                    <a:pt x="371263" y="1932375"/>
                    <a:pt x="360511" y="1933604"/>
                  </a:cubicBezTo>
                  <a:cubicBezTo>
                    <a:pt x="359140" y="1955752"/>
                    <a:pt x="369578" y="1968802"/>
                    <a:pt x="391826" y="1972748"/>
                  </a:cubicBezTo>
                  <a:cubicBezTo>
                    <a:pt x="373264" y="1979301"/>
                    <a:pt x="354998" y="1976686"/>
                    <a:pt x="337024" y="1964919"/>
                  </a:cubicBezTo>
                  <a:cubicBezTo>
                    <a:pt x="345555" y="1956237"/>
                    <a:pt x="345555" y="1948408"/>
                    <a:pt x="337024" y="1941433"/>
                  </a:cubicBezTo>
                  <a:cubicBezTo>
                    <a:pt x="326586" y="1946655"/>
                    <a:pt x="316147" y="1951869"/>
                    <a:pt x="305709" y="1957090"/>
                  </a:cubicBezTo>
                  <a:cubicBezTo>
                    <a:pt x="300008" y="1943836"/>
                    <a:pt x="292179" y="1932093"/>
                    <a:pt x="282223" y="1921861"/>
                  </a:cubicBezTo>
                  <a:cubicBezTo>
                    <a:pt x="292347" y="1918025"/>
                    <a:pt x="302786" y="1916717"/>
                    <a:pt x="313538" y="1917947"/>
                  </a:cubicBezTo>
                  <a:cubicBezTo>
                    <a:pt x="313538" y="1897067"/>
                    <a:pt x="313538" y="1876196"/>
                    <a:pt x="313538" y="1855316"/>
                  </a:cubicBezTo>
                  <a:cubicBezTo>
                    <a:pt x="329196" y="1855316"/>
                    <a:pt x="344853" y="1855316"/>
                    <a:pt x="360511" y="1855316"/>
                  </a:cubicBezTo>
                  <a:cubicBezTo>
                    <a:pt x="360511" y="1865752"/>
                    <a:pt x="360511" y="1876196"/>
                    <a:pt x="360511" y="1886632"/>
                  </a:cubicBezTo>
                  <a:cubicBezTo>
                    <a:pt x="376168" y="1886632"/>
                    <a:pt x="391826" y="1886632"/>
                    <a:pt x="407483" y="1886632"/>
                  </a:cubicBezTo>
                  <a:cubicBezTo>
                    <a:pt x="407483" y="1865752"/>
                    <a:pt x="407483" y="1844881"/>
                    <a:pt x="407483" y="1824001"/>
                  </a:cubicBezTo>
                  <a:cubicBezTo>
                    <a:pt x="383997" y="1824001"/>
                    <a:pt x="360511" y="1824001"/>
                    <a:pt x="337024" y="1824001"/>
                  </a:cubicBezTo>
                  <a:cubicBezTo>
                    <a:pt x="337024" y="1800515"/>
                    <a:pt x="337024" y="1777029"/>
                    <a:pt x="337024" y="1753542"/>
                  </a:cubicBezTo>
                  <a:cubicBezTo>
                    <a:pt x="357170" y="1761316"/>
                    <a:pt x="378047" y="1767838"/>
                    <a:pt x="399654" y="1773114"/>
                  </a:cubicBezTo>
                  <a:cubicBezTo>
                    <a:pt x="387077" y="1781327"/>
                    <a:pt x="381857" y="1793070"/>
                    <a:pt x="383997" y="1808344"/>
                  </a:cubicBezTo>
                  <a:cubicBezTo>
                    <a:pt x="397045" y="1808344"/>
                    <a:pt x="410093" y="1808344"/>
                    <a:pt x="423141" y="1808344"/>
                  </a:cubicBezTo>
                  <a:cubicBezTo>
                    <a:pt x="418397" y="1781601"/>
                    <a:pt x="426226" y="1760729"/>
                    <a:pt x="446627" y="1745714"/>
                  </a:cubicBezTo>
                  <a:cubicBezTo>
                    <a:pt x="436154" y="1763822"/>
                    <a:pt x="436154" y="1784701"/>
                    <a:pt x="446627" y="1808344"/>
                  </a:cubicBezTo>
                  <a:cubicBezTo>
                    <a:pt x="483986" y="1815366"/>
                    <a:pt x="502250" y="1799709"/>
                    <a:pt x="501428" y="1761371"/>
                  </a:cubicBezTo>
                  <a:cubicBezTo>
                    <a:pt x="518973" y="1765536"/>
                    <a:pt x="530716" y="1775972"/>
                    <a:pt x="536658" y="1792686"/>
                  </a:cubicBezTo>
                  <a:cubicBezTo>
                    <a:pt x="535155" y="1751202"/>
                    <a:pt x="533847" y="1709443"/>
                    <a:pt x="532743" y="1667426"/>
                  </a:cubicBezTo>
                  <a:cubicBezTo>
                    <a:pt x="516006" y="1669015"/>
                    <a:pt x="502955" y="1676844"/>
                    <a:pt x="493600" y="1690912"/>
                  </a:cubicBezTo>
                  <a:cubicBezTo>
                    <a:pt x="490993" y="1689605"/>
                    <a:pt x="488378" y="1688305"/>
                    <a:pt x="485771" y="1686998"/>
                  </a:cubicBezTo>
                  <a:cubicBezTo>
                    <a:pt x="490993" y="1676562"/>
                    <a:pt x="496207" y="1666119"/>
                    <a:pt x="501428" y="1655683"/>
                  </a:cubicBezTo>
                  <a:cubicBezTo>
                    <a:pt x="488699" y="1657210"/>
                    <a:pt x="475648" y="1657210"/>
                    <a:pt x="462285" y="1655683"/>
                  </a:cubicBezTo>
                  <a:cubicBezTo>
                    <a:pt x="472720" y="1647854"/>
                    <a:pt x="472720" y="1640025"/>
                    <a:pt x="462285" y="1632197"/>
                  </a:cubicBezTo>
                  <a:cubicBezTo>
                    <a:pt x="437362" y="1629543"/>
                    <a:pt x="416485" y="1619107"/>
                    <a:pt x="399654" y="1600882"/>
                  </a:cubicBezTo>
                  <a:cubicBezTo>
                    <a:pt x="436216" y="1601844"/>
                    <a:pt x="467530" y="1616195"/>
                    <a:pt x="493600" y="1643940"/>
                  </a:cubicBezTo>
                  <a:cubicBezTo>
                    <a:pt x="523271" y="1632392"/>
                    <a:pt x="523271" y="1619342"/>
                    <a:pt x="493600" y="1604796"/>
                  </a:cubicBezTo>
                  <a:cubicBezTo>
                    <a:pt x="493600" y="1583917"/>
                    <a:pt x="493600" y="1563045"/>
                    <a:pt x="493600" y="1542166"/>
                  </a:cubicBezTo>
                  <a:cubicBezTo>
                    <a:pt x="496207" y="1539559"/>
                    <a:pt x="498821" y="1536944"/>
                    <a:pt x="501428" y="1534337"/>
                  </a:cubicBezTo>
                  <a:cubicBezTo>
                    <a:pt x="526989" y="1569128"/>
                    <a:pt x="537433" y="1565214"/>
                    <a:pt x="532743" y="1522594"/>
                  </a:cubicBezTo>
                  <a:cubicBezTo>
                    <a:pt x="535711" y="1489329"/>
                    <a:pt x="522660" y="1476287"/>
                    <a:pt x="493600" y="1483450"/>
                  </a:cubicBezTo>
                  <a:cubicBezTo>
                    <a:pt x="504035" y="1478228"/>
                    <a:pt x="504035" y="1473014"/>
                    <a:pt x="493600" y="1467792"/>
                  </a:cubicBezTo>
                  <a:cubicBezTo>
                    <a:pt x="504834" y="1470227"/>
                    <a:pt x="515270" y="1468928"/>
                    <a:pt x="524915" y="1463878"/>
                  </a:cubicBezTo>
                  <a:cubicBezTo>
                    <a:pt x="532704" y="1419818"/>
                    <a:pt x="535319" y="1375460"/>
                    <a:pt x="532743" y="1330789"/>
                  </a:cubicBezTo>
                  <a:cubicBezTo>
                    <a:pt x="515003" y="1327979"/>
                    <a:pt x="500653" y="1333200"/>
                    <a:pt x="489685" y="1346447"/>
                  </a:cubicBezTo>
                  <a:cubicBezTo>
                    <a:pt x="488010" y="1383500"/>
                    <a:pt x="489317" y="1418730"/>
                    <a:pt x="493600" y="1452135"/>
                  </a:cubicBezTo>
                  <a:cubicBezTo>
                    <a:pt x="488879" y="1466422"/>
                    <a:pt x="483657" y="1480780"/>
                    <a:pt x="477942" y="1495193"/>
                  </a:cubicBezTo>
                  <a:cubicBezTo>
                    <a:pt x="472830" y="1437934"/>
                    <a:pt x="472830" y="1381833"/>
                    <a:pt x="477942" y="1326875"/>
                  </a:cubicBezTo>
                  <a:cubicBezTo>
                    <a:pt x="472720" y="1324268"/>
                    <a:pt x="467506" y="1321653"/>
                    <a:pt x="462285" y="1319046"/>
                  </a:cubicBezTo>
                  <a:cubicBezTo>
                    <a:pt x="472337" y="1313691"/>
                    <a:pt x="481473" y="1314998"/>
                    <a:pt x="489685" y="1322960"/>
                  </a:cubicBezTo>
                  <a:cubicBezTo>
                    <a:pt x="500653" y="1310074"/>
                    <a:pt x="501961" y="1297024"/>
                    <a:pt x="493600" y="1283816"/>
                  </a:cubicBezTo>
                  <a:cubicBezTo>
                    <a:pt x="487720" y="1290675"/>
                    <a:pt x="483806" y="1298503"/>
                    <a:pt x="481856" y="1307303"/>
                  </a:cubicBezTo>
                  <a:cubicBezTo>
                    <a:pt x="476635" y="1294252"/>
                    <a:pt x="476635" y="1281210"/>
                    <a:pt x="481856" y="1268159"/>
                  </a:cubicBezTo>
                  <a:cubicBezTo>
                    <a:pt x="487478" y="1275604"/>
                    <a:pt x="493999" y="1276904"/>
                    <a:pt x="501428" y="1272073"/>
                  </a:cubicBezTo>
                  <a:cubicBezTo>
                    <a:pt x="490993" y="1266851"/>
                    <a:pt x="490993" y="1261638"/>
                    <a:pt x="501428" y="1256416"/>
                  </a:cubicBezTo>
                  <a:cubicBezTo>
                    <a:pt x="493216" y="1252564"/>
                    <a:pt x="485387" y="1253864"/>
                    <a:pt x="477942" y="1260330"/>
                  </a:cubicBezTo>
                  <a:cubicBezTo>
                    <a:pt x="474043" y="1251695"/>
                    <a:pt x="471436" y="1243866"/>
                    <a:pt x="470113" y="1236844"/>
                  </a:cubicBezTo>
                  <a:cubicBezTo>
                    <a:pt x="462285" y="1242066"/>
                    <a:pt x="454456" y="1247280"/>
                    <a:pt x="446627" y="1252501"/>
                  </a:cubicBezTo>
                  <a:cubicBezTo>
                    <a:pt x="437267" y="1249793"/>
                    <a:pt x="437267" y="1245878"/>
                    <a:pt x="446627" y="1240758"/>
                  </a:cubicBezTo>
                  <a:cubicBezTo>
                    <a:pt x="433834" y="1236891"/>
                    <a:pt x="420786" y="1235591"/>
                    <a:pt x="407483" y="1236844"/>
                  </a:cubicBezTo>
                  <a:cubicBezTo>
                    <a:pt x="407483" y="1244673"/>
                    <a:pt x="407483" y="1252501"/>
                    <a:pt x="407483" y="1260330"/>
                  </a:cubicBezTo>
                  <a:cubicBezTo>
                    <a:pt x="423354" y="1259062"/>
                    <a:pt x="439012" y="1260369"/>
                    <a:pt x="454456" y="1264245"/>
                  </a:cubicBezTo>
                  <a:cubicBezTo>
                    <a:pt x="449697" y="1271056"/>
                    <a:pt x="443173" y="1274970"/>
                    <a:pt x="434884" y="1275988"/>
                  </a:cubicBezTo>
                  <a:cubicBezTo>
                    <a:pt x="410574" y="1269200"/>
                    <a:pt x="385783" y="1266585"/>
                    <a:pt x="360511" y="1268159"/>
                  </a:cubicBezTo>
                  <a:cubicBezTo>
                    <a:pt x="360511" y="1257723"/>
                    <a:pt x="360511" y="1247280"/>
                    <a:pt x="360511" y="1236844"/>
                  </a:cubicBezTo>
                  <a:cubicBezTo>
                    <a:pt x="349759" y="1238073"/>
                    <a:pt x="339320" y="1236766"/>
                    <a:pt x="329196" y="1232929"/>
                  </a:cubicBezTo>
                  <a:cubicBezTo>
                    <a:pt x="345598" y="1228577"/>
                    <a:pt x="346903" y="1224662"/>
                    <a:pt x="333110" y="1221186"/>
                  </a:cubicBezTo>
                  <a:cubicBezTo>
                    <a:pt x="317380" y="1228874"/>
                    <a:pt x="313466" y="1239310"/>
                    <a:pt x="321367" y="1252501"/>
                  </a:cubicBezTo>
                  <a:cubicBezTo>
                    <a:pt x="309710" y="1252760"/>
                    <a:pt x="299271" y="1256674"/>
                    <a:pt x="290052" y="1264245"/>
                  </a:cubicBezTo>
                  <a:cubicBezTo>
                    <a:pt x="322196" y="1263744"/>
                    <a:pt x="350902" y="1272880"/>
                    <a:pt x="376168" y="1291645"/>
                  </a:cubicBezTo>
                  <a:cubicBezTo>
                    <a:pt x="398777" y="1268456"/>
                    <a:pt x="409216" y="1273678"/>
                    <a:pt x="407483" y="1307303"/>
                  </a:cubicBezTo>
                  <a:cubicBezTo>
                    <a:pt x="356370" y="1302175"/>
                    <a:pt x="306788" y="1289132"/>
                    <a:pt x="258737" y="1268159"/>
                  </a:cubicBezTo>
                  <a:cubicBezTo>
                    <a:pt x="248966" y="1272386"/>
                    <a:pt x="239832" y="1277608"/>
                    <a:pt x="231336" y="1283816"/>
                  </a:cubicBezTo>
                  <a:cubicBezTo>
                    <a:pt x="223120" y="1275855"/>
                    <a:pt x="213987" y="1274547"/>
                    <a:pt x="203935" y="1279902"/>
                  </a:cubicBezTo>
                  <a:cubicBezTo>
                    <a:pt x="220955" y="1293970"/>
                    <a:pt x="239222" y="1295278"/>
                    <a:pt x="258737" y="1283816"/>
                  </a:cubicBezTo>
                  <a:cubicBezTo>
                    <a:pt x="266565" y="1286423"/>
                    <a:pt x="271785" y="1291645"/>
                    <a:pt x="274394" y="1299474"/>
                  </a:cubicBezTo>
                  <a:cubicBezTo>
                    <a:pt x="243265" y="1320079"/>
                    <a:pt x="211950" y="1340959"/>
                    <a:pt x="180449" y="1362104"/>
                  </a:cubicBezTo>
                  <a:cubicBezTo>
                    <a:pt x="167888" y="1375249"/>
                    <a:pt x="162669" y="1390906"/>
                    <a:pt x="164791" y="1409077"/>
                  </a:cubicBezTo>
                  <a:cubicBezTo>
                    <a:pt x="149134" y="1409077"/>
                    <a:pt x="133476" y="1409077"/>
                    <a:pt x="117819" y="1409077"/>
                  </a:cubicBezTo>
                  <a:cubicBezTo>
                    <a:pt x="122464" y="1384839"/>
                    <a:pt x="114636" y="1366574"/>
                    <a:pt x="94333" y="1354275"/>
                  </a:cubicBezTo>
                  <a:cubicBezTo>
                    <a:pt x="87925" y="1366864"/>
                    <a:pt x="82706" y="1379915"/>
                    <a:pt x="78675" y="1393419"/>
                  </a:cubicBezTo>
                  <a:cubicBezTo>
                    <a:pt x="94102" y="1415849"/>
                    <a:pt x="99322" y="1439335"/>
                    <a:pt x="94333" y="1463878"/>
                  </a:cubicBezTo>
                  <a:cubicBezTo>
                    <a:pt x="98445" y="1469296"/>
                    <a:pt x="103664" y="1473210"/>
                    <a:pt x="109990" y="1475621"/>
                  </a:cubicBezTo>
                  <a:cubicBezTo>
                    <a:pt x="103283" y="1481015"/>
                    <a:pt x="98064" y="1487537"/>
                    <a:pt x="94333" y="1495193"/>
                  </a:cubicBezTo>
                  <a:cubicBezTo>
                    <a:pt x="104418" y="1515031"/>
                    <a:pt x="104418" y="1534603"/>
                    <a:pt x="94333" y="1553909"/>
                  </a:cubicBezTo>
                  <a:cubicBezTo>
                    <a:pt x="100659" y="1556320"/>
                    <a:pt x="105878" y="1560235"/>
                    <a:pt x="109990" y="1565652"/>
                  </a:cubicBezTo>
                  <a:cubicBezTo>
                    <a:pt x="89969" y="1589091"/>
                    <a:pt x="89969" y="1612578"/>
                    <a:pt x="109990" y="1636111"/>
                  </a:cubicBezTo>
                  <a:cubicBezTo>
                    <a:pt x="103531" y="1643047"/>
                    <a:pt x="95703" y="1645654"/>
                    <a:pt x="86504" y="1643940"/>
                  </a:cubicBezTo>
                  <a:cubicBezTo>
                    <a:pt x="87674" y="1635704"/>
                    <a:pt x="86369" y="1627875"/>
                    <a:pt x="82589" y="1620453"/>
                  </a:cubicBezTo>
                  <a:cubicBezTo>
                    <a:pt x="73373" y="1651706"/>
                    <a:pt x="85116" y="1664749"/>
                    <a:pt x="117819" y="1659597"/>
                  </a:cubicBezTo>
                  <a:cubicBezTo>
                    <a:pt x="117819" y="1670033"/>
                    <a:pt x="117819" y="1680477"/>
                    <a:pt x="117819" y="1690912"/>
                  </a:cubicBezTo>
                  <a:cubicBezTo>
                    <a:pt x="102161" y="1690912"/>
                    <a:pt x="86504" y="1690912"/>
                    <a:pt x="70846" y="1690912"/>
                  </a:cubicBezTo>
                  <a:cubicBezTo>
                    <a:pt x="70846" y="1677862"/>
                    <a:pt x="70846" y="1664819"/>
                    <a:pt x="70846" y="1651769"/>
                  </a:cubicBezTo>
                  <a:cubicBezTo>
                    <a:pt x="30921" y="1657844"/>
                    <a:pt x="21787" y="1678723"/>
                    <a:pt x="43446" y="1714399"/>
                  </a:cubicBezTo>
                  <a:cubicBezTo>
                    <a:pt x="49320" y="1719300"/>
                    <a:pt x="55845" y="1723214"/>
                    <a:pt x="63017" y="1726142"/>
                  </a:cubicBezTo>
                  <a:cubicBezTo>
                    <a:pt x="42296" y="1728608"/>
                    <a:pt x="37077" y="1737744"/>
                    <a:pt x="47360" y="1753542"/>
                  </a:cubicBezTo>
                  <a:cubicBezTo>
                    <a:pt x="41208" y="1785194"/>
                    <a:pt x="33379" y="1816509"/>
                    <a:pt x="23874" y="1847488"/>
                  </a:cubicBezTo>
                  <a:cubicBezTo>
                    <a:pt x="38996" y="1871452"/>
                    <a:pt x="46825" y="1897553"/>
                    <a:pt x="47360" y="1925775"/>
                  </a:cubicBezTo>
                  <a:cubicBezTo>
                    <a:pt x="39531" y="1925775"/>
                    <a:pt x="31702" y="1925775"/>
                    <a:pt x="23874" y="1925775"/>
                  </a:cubicBezTo>
                  <a:cubicBezTo>
                    <a:pt x="15983" y="1980357"/>
                    <a:pt x="14679" y="2035159"/>
                    <a:pt x="19959" y="2090179"/>
                  </a:cubicBezTo>
                  <a:cubicBezTo>
                    <a:pt x="28172" y="2102760"/>
                    <a:pt x="39915" y="2107974"/>
                    <a:pt x="55189" y="2105837"/>
                  </a:cubicBezTo>
                  <a:cubicBezTo>
                    <a:pt x="55189" y="2124102"/>
                    <a:pt x="55189" y="2142374"/>
                    <a:pt x="55189" y="2160638"/>
                  </a:cubicBezTo>
                  <a:cubicBezTo>
                    <a:pt x="64387" y="2158924"/>
                    <a:pt x="72216" y="2161531"/>
                    <a:pt x="78675" y="2168467"/>
                  </a:cubicBezTo>
                  <a:cubicBezTo>
                    <a:pt x="64169" y="2178332"/>
                    <a:pt x="49817" y="2178332"/>
                    <a:pt x="35617" y="2168467"/>
                  </a:cubicBezTo>
                  <a:cubicBezTo>
                    <a:pt x="30265" y="2183960"/>
                    <a:pt x="34179" y="2197011"/>
                    <a:pt x="47360" y="2207611"/>
                  </a:cubicBezTo>
                  <a:cubicBezTo>
                    <a:pt x="48065" y="2230862"/>
                    <a:pt x="46761" y="2254349"/>
                    <a:pt x="43446" y="2278070"/>
                  </a:cubicBezTo>
                  <a:cubicBezTo>
                    <a:pt x="63969" y="2284419"/>
                    <a:pt x="82235" y="2294863"/>
                    <a:pt x="98247" y="2309385"/>
                  </a:cubicBezTo>
                  <a:cubicBezTo>
                    <a:pt x="97030" y="2291293"/>
                    <a:pt x="97030" y="2273028"/>
                    <a:pt x="98247" y="2254584"/>
                  </a:cubicBezTo>
                  <a:cubicBezTo>
                    <a:pt x="109213" y="2267830"/>
                    <a:pt x="123566" y="2273052"/>
                    <a:pt x="141305" y="2270241"/>
                  </a:cubicBezTo>
                  <a:cubicBezTo>
                    <a:pt x="141305" y="2259805"/>
                    <a:pt x="141305" y="2249362"/>
                    <a:pt x="141305" y="2238926"/>
                  </a:cubicBezTo>
                  <a:cubicBezTo>
                    <a:pt x="152504" y="2239545"/>
                    <a:pt x="162942" y="2236938"/>
                    <a:pt x="172620" y="2231097"/>
                  </a:cubicBezTo>
                  <a:cubicBezTo>
                    <a:pt x="180364" y="2259336"/>
                    <a:pt x="182975" y="2288044"/>
                    <a:pt x="180449" y="2317214"/>
                  </a:cubicBezTo>
                  <a:cubicBezTo>
                    <a:pt x="201400" y="2321191"/>
                    <a:pt x="222276" y="2322498"/>
                    <a:pt x="243079" y="2321128"/>
                  </a:cubicBezTo>
                  <a:cubicBezTo>
                    <a:pt x="249970" y="2310512"/>
                    <a:pt x="252579" y="2298769"/>
                    <a:pt x="250908" y="2285899"/>
                  </a:cubicBezTo>
                  <a:cubicBezTo>
                    <a:pt x="258737" y="2285899"/>
                    <a:pt x="266565" y="2285899"/>
                    <a:pt x="274394" y="2285899"/>
                  </a:cubicBezTo>
                  <a:cubicBezTo>
                    <a:pt x="274394" y="2304163"/>
                    <a:pt x="274394" y="2322435"/>
                    <a:pt x="274394" y="2340700"/>
                  </a:cubicBezTo>
                  <a:cubicBezTo>
                    <a:pt x="287442" y="2340700"/>
                    <a:pt x="300490" y="2340700"/>
                    <a:pt x="313538" y="2340700"/>
                  </a:cubicBezTo>
                  <a:cubicBezTo>
                    <a:pt x="316147" y="2278070"/>
                    <a:pt x="318757" y="2278070"/>
                    <a:pt x="321367" y="2340700"/>
                  </a:cubicBezTo>
                  <a:cubicBezTo>
                    <a:pt x="343467" y="2346313"/>
                    <a:pt x="364344" y="2354142"/>
                    <a:pt x="383997" y="2364186"/>
                  </a:cubicBezTo>
                  <a:cubicBezTo>
                    <a:pt x="383997" y="2372015"/>
                    <a:pt x="383997" y="2379844"/>
                    <a:pt x="383997" y="2387673"/>
                  </a:cubicBezTo>
                  <a:cubicBezTo>
                    <a:pt x="365421" y="2381457"/>
                    <a:pt x="347153" y="2373628"/>
                    <a:pt x="329196" y="2364186"/>
                  </a:cubicBezTo>
                  <a:cubicBezTo>
                    <a:pt x="310423" y="2377667"/>
                    <a:pt x="297376" y="2390718"/>
                    <a:pt x="290052" y="2403330"/>
                  </a:cubicBezTo>
                  <a:cubicBezTo>
                    <a:pt x="273855" y="2400794"/>
                    <a:pt x="271245" y="2394265"/>
                    <a:pt x="282223" y="2383758"/>
                  </a:cubicBezTo>
                  <a:cubicBezTo>
                    <a:pt x="245688" y="2378537"/>
                    <a:pt x="209155" y="2378537"/>
                    <a:pt x="172620" y="2383758"/>
                  </a:cubicBezTo>
                  <a:cubicBezTo>
                    <a:pt x="165729" y="2394374"/>
                    <a:pt x="163120" y="2406117"/>
                    <a:pt x="164791" y="2418988"/>
                  </a:cubicBezTo>
                  <a:cubicBezTo>
                    <a:pt x="156963" y="2418988"/>
                    <a:pt x="149134" y="2418988"/>
                    <a:pt x="141305" y="2418988"/>
                  </a:cubicBezTo>
                  <a:cubicBezTo>
                    <a:pt x="141305" y="2408552"/>
                    <a:pt x="141305" y="2398108"/>
                    <a:pt x="141305" y="2387673"/>
                  </a:cubicBezTo>
                  <a:cubicBezTo>
                    <a:pt x="125434" y="2388941"/>
                    <a:pt x="109776" y="2387633"/>
                    <a:pt x="94333" y="2383758"/>
                  </a:cubicBezTo>
                  <a:cubicBezTo>
                    <a:pt x="97806" y="2371757"/>
                    <a:pt x="100415" y="2360014"/>
                    <a:pt x="102161" y="2348529"/>
                  </a:cubicBezTo>
                  <a:cubicBezTo>
                    <a:pt x="96352" y="2342368"/>
                    <a:pt x="89828" y="2337154"/>
                    <a:pt x="82589" y="2332871"/>
                  </a:cubicBezTo>
                  <a:cubicBezTo>
                    <a:pt x="64409" y="2349758"/>
                    <a:pt x="47447" y="2368022"/>
                    <a:pt x="31702" y="2387673"/>
                  </a:cubicBezTo>
                  <a:cubicBezTo>
                    <a:pt x="35882" y="2404223"/>
                    <a:pt x="43711" y="2418581"/>
                    <a:pt x="55189" y="2430731"/>
                  </a:cubicBezTo>
                  <a:cubicBezTo>
                    <a:pt x="62619" y="2435561"/>
                    <a:pt x="69143" y="2434262"/>
                    <a:pt x="74761" y="2426817"/>
                  </a:cubicBezTo>
                  <a:cubicBezTo>
                    <a:pt x="79980" y="2445081"/>
                    <a:pt x="79980" y="2463353"/>
                    <a:pt x="74761" y="2481618"/>
                  </a:cubicBezTo>
                  <a:cubicBezTo>
                    <a:pt x="62174" y="2474314"/>
                    <a:pt x="55651" y="2479528"/>
                    <a:pt x="55189" y="2497275"/>
                  </a:cubicBezTo>
                  <a:cubicBezTo>
                    <a:pt x="56975" y="2512127"/>
                    <a:pt x="64804" y="2522562"/>
                    <a:pt x="78675" y="2528590"/>
                  </a:cubicBezTo>
                  <a:cubicBezTo>
                    <a:pt x="69669" y="2545101"/>
                    <a:pt x="59231" y="2560759"/>
                    <a:pt x="47360" y="2575563"/>
                  </a:cubicBezTo>
                  <a:cubicBezTo>
                    <a:pt x="50311" y="2605062"/>
                    <a:pt x="65968" y="2623334"/>
                    <a:pt x="94333" y="2630364"/>
                  </a:cubicBezTo>
                  <a:cubicBezTo>
                    <a:pt x="85185" y="2643807"/>
                    <a:pt x="72136" y="2649028"/>
                    <a:pt x="55189" y="2646022"/>
                  </a:cubicBezTo>
                  <a:cubicBezTo>
                    <a:pt x="55189" y="2653851"/>
                    <a:pt x="55189" y="2661680"/>
                    <a:pt x="55189" y="2669508"/>
                  </a:cubicBezTo>
                  <a:cubicBezTo>
                    <a:pt x="63425" y="2668342"/>
                    <a:pt x="71253" y="2669641"/>
                    <a:pt x="78675" y="2673423"/>
                  </a:cubicBezTo>
                  <a:cubicBezTo>
                    <a:pt x="53793" y="2703501"/>
                    <a:pt x="59011" y="2723073"/>
                    <a:pt x="94333" y="2732138"/>
                  </a:cubicBezTo>
                  <a:cubicBezTo>
                    <a:pt x="97711" y="2752603"/>
                    <a:pt x="100321" y="2773474"/>
                    <a:pt x="102161" y="2794769"/>
                  </a:cubicBezTo>
                  <a:cubicBezTo>
                    <a:pt x="106749" y="2796405"/>
                    <a:pt x="110663" y="2799020"/>
                    <a:pt x="113904" y="2802597"/>
                  </a:cubicBezTo>
                  <a:cubicBezTo>
                    <a:pt x="117741" y="2792475"/>
                    <a:pt x="119046" y="2782031"/>
                    <a:pt x="117819" y="2771282"/>
                  </a:cubicBezTo>
                  <a:cubicBezTo>
                    <a:pt x="131121" y="2772535"/>
                    <a:pt x="144170" y="2771235"/>
                    <a:pt x="156963" y="2767368"/>
                  </a:cubicBezTo>
                  <a:cubicBezTo>
                    <a:pt x="137096" y="2748900"/>
                    <a:pt x="142316" y="2737157"/>
                    <a:pt x="172620" y="2732138"/>
                  </a:cubicBezTo>
                  <a:cubicBezTo>
                    <a:pt x="155344" y="2723253"/>
                    <a:pt x="137077" y="2718039"/>
                    <a:pt x="117819" y="2716481"/>
                  </a:cubicBezTo>
                  <a:cubicBezTo>
                    <a:pt x="117819" y="2708652"/>
                    <a:pt x="117819" y="2700823"/>
                    <a:pt x="117819" y="2692995"/>
                  </a:cubicBezTo>
                  <a:cubicBezTo>
                    <a:pt x="131126" y="2692008"/>
                    <a:pt x="142869" y="2686786"/>
                    <a:pt x="153048" y="2677337"/>
                  </a:cubicBezTo>
                  <a:cubicBezTo>
                    <a:pt x="156963" y="2679944"/>
                    <a:pt x="160877" y="2682559"/>
                    <a:pt x="164791" y="2685166"/>
                  </a:cubicBezTo>
                  <a:cubicBezTo>
                    <a:pt x="158328" y="2692611"/>
                    <a:pt x="157024" y="2700440"/>
                    <a:pt x="160877" y="2708652"/>
                  </a:cubicBezTo>
                  <a:cubicBezTo>
                    <a:pt x="174815" y="2717217"/>
                    <a:pt x="189167" y="2725046"/>
                    <a:pt x="203935" y="2732138"/>
                  </a:cubicBezTo>
                  <a:cubicBezTo>
                    <a:pt x="197477" y="2739075"/>
                    <a:pt x="189648" y="2741682"/>
                    <a:pt x="180449" y="2739967"/>
                  </a:cubicBezTo>
                  <a:cubicBezTo>
                    <a:pt x="176986" y="2762224"/>
                    <a:pt x="169158" y="2783096"/>
                    <a:pt x="156963" y="2802597"/>
                  </a:cubicBezTo>
                  <a:cubicBezTo>
                    <a:pt x="163982" y="2803920"/>
                    <a:pt x="171811" y="2806527"/>
                    <a:pt x="180449" y="2810426"/>
                  </a:cubicBezTo>
                  <a:cubicBezTo>
                    <a:pt x="159572" y="2833912"/>
                    <a:pt x="159572" y="2857399"/>
                    <a:pt x="180449" y="2880885"/>
                  </a:cubicBezTo>
                  <a:cubicBezTo>
                    <a:pt x="171142" y="2888158"/>
                    <a:pt x="160703" y="2890765"/>
                    <a:pt x="149134" y="2888714"/>
                  </a:cubicBezTo>
                  <a:cubicBezTo>
                    <a:pt x="149134" y="2860006"/>
                    <a:pt x="149134" y="2831305"/>
                    <a:pt x="149134" y="2802597"/>
                  </a:cubicBezTo>
                  <a:cubicBezTo>
                    <a:pt x="134679" y="2800421"/>
                    <a:pt x="124240" y="2805643"/>
                    <a:pt x="117819" y="2818255"/>
                  </a:cubicBezTo>
                  <a:cubicBezTo>
                    <a:pt x="126457" y="2822153"/>
                    <a:pt x="134286" y="2824761"/>
                    <a:pt x="141305" y="2826084"/>
                  </a:cubicBezTo>
                  <a:cubicBezTo>
                    <a:pt x="137068" y="2842015"/>
                    <a:pt x="131850" y="2857673"/>
                    <a:pt x="125648" y="2873056"/>
                  </a:cubicBezTo>
                  <a:cubicBezTo>
                    <a:pt x="121355" y="2843479"/>
                    <a:pt x="108307" y="2836950"/>
                    <a:pt x="86504" y="2853484"/>
                  </a:cubicBezTo>
                  <a:cubicBezTo>
                    <a:pt x="97152" y="2868656"/>
                    <a:pt x="94542" y="2881699"/>
                    <a:pt x="78675" y="2892628"/>
                  </a:cubicBezTo>
                  <a:cubicBezTo>
                    <a:pt x="82866" y="2909139"/>
                    <a:pt x="90694" y="2913053"/>
                    <a:pt x="102161" y="2904371"/>
                  </a:cubicBezTo>
                  <a:cubicBezTo>
                    <a:pt x="111979" y="2918142"/>
                    <a:pt x="109368" y="2929885"/>
                    <a:pt x="94333" y="2939601"/>
                  </a:cubicBezTo>
                  <a:cubicBezTo>
                    <a:pt x="103121" y="2947774"/>
                    <a:pt x="113559" y="2952988"/>
                    <a:pt x="125648" y="2955258"/>
                  </a:cubicBezTo>
                  <a:cubicBezTo>
                    <a:pt x="116165" y="2962249"/>
                    <a:pt x="116165" y="2968771"/>
                    <a:pt x="125648" y="2974830"/>
                  </a:cubicBezTo>
                  <a:cubicBezTo>
                    <a:pt x="132661" y="2954131"/>
                    <a:pt x="139184" y="2933259"/>
                    <a:pt x="145220" y="2912200"/>
                  </a:cubicBezTo>
                  <a:cubicBezTo>
                    <a:pt x="164943" y="2925603"/>
                    <a:pt x="168858" y="2942568"/>
                    <a:pt x="156963" y="2963087"/>
                  </a:cubicBezTo>
                  <a:cubicBezTo>
                    <a:pt x="172620" y="2965694"/>
                    <a:pt x="188278" y="2968309"/>
                    <a:pt x="203935" y="2970916"/>
                  </a:cubicBezTo>
                  <a:cubicBezTo>
                    <a:pt x="190235" y="2984647"/>
                    <a:pt x="185015" y="3001612"/>
                    <a:pt x="188278" y="3021803"/>
                  </a:cubicBezTo>
                  <a:cubicBezTo>
                    <a:pt x="201326" y="3021803"/>
                    <a:pt x="214373" y="3021803"/>
                    <a:pt x="227422" y="3021803"/>
                  </a:cubicBezTo>
                  <a:cubicBezTo>
                    <a:pt x="227422" y="3032239"/>
                    <a:pt x="227422" y="3042682"/>
                    <a:pt x="227422" y="3053118"/>
                  </a:cubicBezTo>
                  <a:cubicBezTo>
                    <a:pt x="235250" y="3053118"/>
                    <a:pt x="243079" y="3053118"/>
                    <a:pt x="250908" y="3053118"/>
                  </a:cubicBezTo>
                  <a:cubicBezTo>
                    <a:pt x="250908" y="3042682"/>
                    <a:pt x="250908" y="3032239"/>
                    <a:pt x="250908" y="3021803"/>
                  </a:cubicBezTo>
                  <a:cubicBezTo>
                    <a:pt x="281824" y="3020292"/>
                    <a:pt x="281824" y="3016378"/>
                    <a:pt x="250908" y="3010060"/>
                  </a:cubicBezTo>
                  <a:cubicBezTo>
                    <a:pt x="281136" y="3010631"/>
                    <a:pt x="299402" y="2996281"/>
                    <a:pt x="305709" y="2967001"/>
                  </a:cubicBezTo>
                  <a:cubicBezTo>
                    <a:pt x="311587" y="2973859"/>
                    <a:pt x="315501" y="2981688"/>
                    <a:pt x="317452" y="2990488"/>
                  </a:cubicBezTo>
                  <a:cubicBezTo>
                    <a:pt x="328759" y="2977531"/>
                    <a:pt x="343112" y="2972309"/>
                    <a:pt x="360511" y="2974830"/>
                  </a:cubicBezTo>
                  <a:cubicBezTo>
                    <a:pt x="360511" y="2967001"/>
                    <a:pt x="360511" y="2959173"/>
                    <a:pt x="360511" y="2951344"/>
                  </a:cubicBezTo>
                  <a:cubicBezTo>
                    <a:pt x="374308" y="2950224"/>
                    <a:pt x="387356" y="2952839"/>
                    <a:pt x="399654" y="2959173"/>
                  </a:cubicBezTo>
                  <a:cubicBezTo>
                    <a:pt x="406588" y="2952714"/>
                    <a:pt x="409198" y="2944885"/>
                    <a:pt x="407483" y="2935686"/>
                  </a:cubicBezTo>
                  <a:cubicBezTo>
                    <a:pt x="420531" y="2935686"/>
                    <a:pt x="433579" y="2935686"/>
                    <a:pt x="446627" y="2935686"/>
                  </a:cubicBezTo>
                  <a:cubicBezTo>
                    <a:pt x="446627" y="2946122"/>
                    <a:pt x="446627" y="2956566"/>
                    <a:pt x="446627" y="2967001"/>
                  </a:cubicBezTo>
                  <a:cubicBezTo>
                    <a:pt x="432629" y="2964770"/>
                    <a:pt x="419581" y="2967377"/>
                    <a:pt x="407483" y="2974830"/>
                  </a:cubicBezTo>
                  <a:cubicBezTo>
                    <a:pt x="438015" y="2998003"/>
                    <a:pt x="471937" y="3007140"/>
                    <a:pt x="509257" y="3002231"/>
                  </a:cubicBezTo>
                  <a:cubicBezTo>
                    <a:pt x="496676" y="2994018"/>
                    <a:pt x="491462" y="2982275"/>
                    <a:pt x="493600" y="2967001"/>
                  </a:cubicBezTo>
                  <a:cubicBezTo>
                    <a:pt x="511864" y="2967001"/>
                    <a:pt x="530137" y="2967001"/>
                    <a:pt x="548401" y="2967001"/>
                  </a:cubicBezTo>
                  <a:cubicBezTo>
                    <a:pt x="551243" y="2985877"/>
                    <a:pt x="543414" y="2997620"/>
                    <a:pt x="524915" y="3002231"/>
                  </a:cubicBezTo>
                  <a:cubicBezTo>
                    <a:pt x="551454" y="3004157"/>
                    <a:pt x="577548" y="3008071"/>
                    <a:pt x="603202" y="3013974"/>
                  </a:cubicBezTo>
                  <a:cubicBezTo>
                    <a:pt x="600141" y="3004439"/>
                    <a:pt x="605363" y="2997909"/>
                    <a:pt x="618860" y="2994402"/>
                  </a:cubicBezTo>
                  <a:cubicBezTo>
                    <a:pt x="665887" y="2993369"/>
                    <a:pt x="712860" y="2993369"/>
                    <a:pt x="759778" y="2994402"/>
                  </a:cubicBezTo>
                  <a:cubicBezTo>
                    <a:pt x="762385" y="2991795"/>
                    <a:pt x="765000" y="2989180"/>
                    <a:pt x="767606" y="2986573"/>
                  </a:cubicBezTo>
                  <a:cubicBezTo>
                    <a:pt x="744261" y="2982675"/>
                    <a:pt x="720775" y="2981367"/>
                    <a:pt x="697148" y="2982659"/>
                  </a:cubicBezTo>
                  <a:cubicBezTo>
                    <a:pt x="699199" y="2971088"/>
                    <a:pt x="696592" y="2960652"/>
                    <a:pt x="689319" y="2951344"/>
                  </a:cubicBezTo>
                  <a:cubicBezTo>
                    <a:pt x="659953" y="2966978"/>
                    <a:pt x="628638" y="2970892"/>
                    <a:pt x="595374" y="2963087"/>
                  </a:cubicBezTo>
                  <a:cubicBezTo>
                    <a:pt x="601958" y="2940133"/>
                    <a:pt x="611094" y="2915339"/>
                    <a:pt x="622774" y="2888714"/>
                  </a:cubicBezTo>
                  <a:cubicBezTo>
                    <a:pt x="633100" y="2902414"/>
                    <a:pt x="637015" y="2918072"/>
                    <a:pt x="634517" y="2935686"/>
                  </a:cubicBezTo>
                  <a:cubicBezTo>
                    <a:pt x="650989" y="2938027"/>
                    <a:pt x="666647" y="2935420"/>
                    <a:pt x="681490" y="2927858"/>
                  </a:cubicBezTo>
                  <a:cubicBezTo>
                    <a:pt x="670577" y="2918565"/>
                    <a:pt x="671884" y="2913343"/>
                    <a:pt x="685404" y="2912200"/>
                  </a:cubicBezTo>
                  <a:cubicBezTo>
                    <a:pt x="705227" y="2917046"/>
                    <a:pt x="723491" y="2924875"/>
                    <a:pt x="740206" y="2935686"/>
                  </a:cubicBezTo>
                  <a:cubicBezTo>
                    <a:pt x="744120" y="2933079"/>
                    <a:pt x="748035" y="2930465"/>
                    <a:pt x="751949" y="2927858"/>
                  </a:cubicBezTo>
                  <a:cubicBezTo>
                    <a:pt x="731500" y="2919129"/>
                    <a:pt x="714535" y="2906078"/>
                    <a:pt x="701062" y="2888714"/>
                  </a:cubicBezTo>
                  <a:cubicBezTo>
                    <a:pt x="687205" y="2903729"/>
                    <a:pt x="670240" y="2907644"/>
                    <a:pt x="650175" y="2900457"/>
                  </a:cubicBezTo>
                  <a:cubicBezTo>
                    <a:pt x="652782" y="2897850"/>
                    <a:pt x="655397" y="2895235"/>
                    <a:pt x="658004" y="2892628"/>
                  </a:cubicBezTo>
                  <a:cubicBezTo>
                    <a:pt x="649204" y="2890679"/>
                    <a:pt x="641375" y="2886764"/>
                    <a:pt x="634517" y="2880885"/>
                  </a:cubicBezTo>
                  <a:cubicBezTo>
                    <a:pt x="631910" y="2870449"/>
                    <a:pt x="629296" y="2860006"/>
                    <a:pt x="626689" y="2849570"/>
                  </a:cubicBezTo>
                  <a:cubicBezTo>
                    <a:pt x="608933" y="2857743"/>
                    <a:pt x="590669" y="2859051"/>
                    <a:pt x="571887" y="2853484"/>
                  </a:cubicBezTo>
                  <a:cubicBezTo>
                    <a:pt x="585752" y="2849296"/>
                    <a:pt x="588359" y="2842767"/>
                    <a:pt x="579716" y="2833912"/>
                  </a:cubicBezTo>
                  <a:cubicBezTo>
                    <a:pt x="571512" y="2840825"/>
                    <a:pt x="562375" y="2846047"/>
                    <a:pt x="552315" y="2849570"/>
                  </a:cubicBezTo>
                  <a:cubicBezTo>
                    <a:pt x="534356" y="2834233"/>
                    <a:pt x="514784" y="2831619"/>
                    <a:pt x="493600" y="2841741"/>
                  </a:cubicBezTo>
                  <a:cubicBezTo>
                    <a:pt x="506642" y="2853069"/>
                    <a:pt x="520992" y="2863513"/>
                    <a:pt x="536658" y="2873056"/>
                  </a:cubicBezTo>
                  <a:cubicBezTo>
                    <a:pt x="544095" y="2868970"/>
                    <a:pt x="550624" y="2863748"/>
                    <a:pt x="556230" y="2857399"/>
                  </a:cubicBezTo>
                  <a:cubicBezTo>
                    <a:pt x="566666" y="2867835"/>
                    <a:pt x="566666" y="2878278"/>
                    <a:pt x="556230" y="2888714"/>
                  </a:cubicBezTo>
                  <a:cubicBezTo>
                    <a:pt x="539492" y="2882897"/>
                    <a:pt x="522535" y="2877675"/>
                    <a:pt x="505343" y="2873056"/>
                  </a:cubicBezTo>
                  <a:cubicBezTo>
                    <a:pt x="483579" y="2844137"/>
                    <a:pt x="456179" y="2833701"/>
                    <a:pt x="423141" y="2841741"/>
                  </a:cubicBezTo>
                  <a:cubicBezTo>
                    <a:pt x="421900" y="2820705"/>
                    <a:pt x="428424" y="2802441"/>
                    <a:pt x="442713" y="2786940"/>
                  </a:cubicBezTo>
                  <a:cubicBezTo>
                    <a:pt x="446549" y="2797062"/>
                    <a:pt x="447854" y="2807506"/>
                    <a:pt x="446627" y="2818255"/>
                  </a:cubicBezTo>
                  <a:cubicBezTo>
                    <a:pt x="472055" y="2823203"/>
                    <a:pt x="496849" y="2823203"/>
                    <a:pt x="521000" y="2818255"/>
                  </a:cubicBezTo>
                  <a:cubicBezTo>
                    <a:pt x="535186" y="2818200"/>
                    <a:pt x="546929" y="2823422"/>
                    <a:pt x="556230" y="2833912"/>
                  </a:cubicBezTo>
                  <a:cubicBezTo>
                    <a:pt x="563174" y="2822381"/>
                    <a:pt x="571003" y="2811945"/>
                    <a:pt x="579716" y="2802597"/>
                  </a:cubicBezTo>
                  <a:cubicBezTo>
                    <a:pt x="587380" y="2815476"/>
                    <a:pt x="597816" y="2825919"/>
                    <a:pt x="611031" y="2833912"/>
                  </a:cubicBezTo>
                  <a:cubicBezTo>
                    <a:pt x="610945" y="2826545"/>
                    <a:pt x="614859" y="2821324"/>
                    <a:pt x="622774" y="2818255"/>
                  </a:cubicBezTo>
                  <a:cubicBezTo>
                    <a:pt x="644640" y="2834789"/>
                    <a:pt x="669426" y="2843925"/>
                    <a:pt x="697148" y="2845656"/>
                  </a:cubicBezTo>
                  <a:cubicBezTo>
                    <a:pt x="686109" y="2848537"/>
                    <a:pt x="678280" y="2855058"/>
                    <a:pt x="673661" y="2865227"/>
                  </a:cubicBezTo>
                  <a:cubicBezTo>
                    <a:pt x="688168" y="2875092"/>
                    <a:pt x="702518" y="2875092"/>
                    <a:pt x="716720" y="2865227"/>
                  </a:cubicBezTo>
                  <a:cubicBezTo>
                    <a:pt x="736291" y="2879578"/>
                    <a:pt x="755863" y="2893935"/>
                    <a:pt x="775435" y="2908286"/>
                  </a:cubicBezTo>
                  <a:cubicBezTo>
                    <a:pt x="770213" y="2910893"/>
                    <a:pt x="765000" y="2913507"/>
                    <a:pt x="759778" y="2916114"/>
                  </a:cubicBezTo>
                  <a:cubicBezTo>
                    <a:pt x="772828" y="2921336"/>
                    <a:pt x="785871" y="2921336"/>
                    <a:pt x="798922" y="2916114"/>
                  </a:cubicBezTo>
                  <a:cubicBezTo>
                    <a:pt x="793700" y="2913507"/>
                    <a:pt x="788486" y="2910893"/>
                    <a:pt x="783264" y="2908286"/>
                  </a:cubicBezTo>
                  <a:cubicBezTo>
                    <a:pt x="787037" y="2900394"/>
                    <a:pt x="788337" y="2891258"/>
                    <a:pt x="787178" y="2880885"/>
                  </a:cubicBezTo>
                  <a:cubicBezTo>
                    <a:pt x="799673" y="2876595"/>
                    <a:pt x="808809" y="2881809"/>
                    <a:pt x="814579" y="2896543"/>
                  </a:cubicBezTo>
                  <a:cubicBezTo>
                    <a:pt x="803102" y="2913257"/>
                    <a:pt x="804402" y="2928915"/>
                    <a:pt x="818493" y="2943515"/>
                  </a:cubicBezTo>
                  <a:cubicBezTo>
                    <a:pt x="830135" y="2937620"/>
                    <a:pt x="831442" y="2931099"/>
                    <a:pt x="822408" y="2923943"/>
                  </a:cubicBezTo>
                  <a:cubicBezTo>
                    <a:pt x="835458" y="2918721"/>
                    <a:pt x="848501" y="2918721"/>
                    <a:pt x="861552" y="2923943"/>
                  </a:cubicBezTo>
                  <a:cubicBezTo>
                    <a:pt x="858076" y="2935945"/>
                    <a:pt x="855469" y="2947688"/>
                    <a:pt x="853723" y="2959173"/>
                  </a:cubicBezTo>
                  <a:cubicBezTo>
                    <a:pt x="864057" y="2973030"/>
                    <a:pt x="875800" y="2975637"/>
                    <a:pt x="888952" y="2967001"/>
                  </a:cubicBezTo>
                  <a:cubicBezTo>
                    <a:pt x="910356" y="2973750"/>
                    <a:pt x="911664" y="2980271"/>
                    <a:pt x="892867" y="2986573"/>
                  </a:cubicBezTo>
                  <a:cubicBezTo>
                    <a:pt x="921027" y="2996571"/>
                    <a:pt x="949735" y="2999178"/>
                    <a:pt x="978983" y="2994402"/>
                  </a:cubicBezTo>
                  <a:cubicBezTo>
                    <a:pt x="962723" y="2992899"/>
                    <a:pt x="947065" y="2988985"/>
                    <a:pt x="932011" y="2982659"/>
                  </a:cubicBezTo>
                  <a:cubicBezTo>
                    <a:pt x="965212" y="2973773"/>
                    <a:pt x="997835" y="2976388"/>
                    <a:pt x="1029870" y="2990488"/>
                  </a:cubicBezTo>
                  <a:cubicBezTo>
                    <a:pt x="1048440" y="2980569"/>
                    <a:pt x="1065397" y="2981876"/>
                    <a:pt x="1080757" y="2994402"/>
                  </a:cubicBezTo>
                  <a:cubicBezTo>
                    <a:pt x="1051869" y="2997722"/>
                    <a:pt x="1050562" y="3004251"/>
                    <a:pt x="1076843" y="3013974"/>
                  </a:cubicBezTo>
                  <a:cubicBezTo>
                    <a:pt x="1090355" y="3005550"/>
                    <a:pt x="1104705" y="3004243"/>
                    <a:pt x="1119901" y="3010060"/>
                  </a:cubicBezTo>
                  <a:cubicBezTo>
                    <a:pt x="1109465" y="3012667"/>
                    <a:pt x="1099022" y="3015281"/>
                    <a:pt x="1088586" y="3017888"/>
                  </a:cubicBezTo>
                  <a:cubicBezTo>
                    <a:pt x="1108526" y="3018413"/>
                    <a:pt x="1125491" y="3024942"/>
                    <a:pt x="1139473" y="3037460"/>
                  </a:cubicBezTo>
                  <a:cubicBezTo>
                    <a:pt x="1141861" y="3021357"/>
                    <a:pt x="1141861" y="3005699"/>
                    <a:pt x="1139473" y="2990488"/>
                  </a:cubicBezTo>
                  <a:cubicBezTo>
                    <a:pt x="1152774" y="2983395"/>
                    <a:pt x="1167132" y="2980788"/>
                    <a:pt x="1182531" y="2982659"/>
                  </a:cubicBezTo>
                  <a:cubicBezTo>
                    <a:pt x="1182531" y="2972223"/>
                    <a:pt x="1182531" y="2961780"/>
                    <a:pt x="1182531" y="2951344"/>
                  </a:cubicBezTo>
                  <a:cubicBezTo>
                    <a:pt x="1229778" y="2938246"/>
                    <a:pt x="1266315" y="2916067"/>
                    <a:pt x="1292134" y="2884799"/>
                  </a:cubicBezTo>
                  <a:cubicBezTo>
                    <a:pt x="1284963" y="2882623"/>
                    <a:pt x="1279749" y="2878708"/>
                    <a:pt x="1276476" y="2873056"/>
                  </a:cubicBezTo>
                  <a:cubicBezTo>
                    <a:pt x="1291750" y="2870919"/>
                    <a:pt x="1303493" y="2876133"/>
                    <a:pt x="1311706" y="2888714"/>
                  </a:cubicBezTo>
                  <a:cubicBezTo>
                    <a:pt x="1314986" y="2879538"/>
                    <a:pt x="1320200" y="2871710"/>
                    <a:pt x="1327363" y="2865227"/>
                  </a:cubicBezTo>
                  <a:cubicBezTo>
                    <a:pt x="1346700" y="2880783"/>
                    <a:pt x="1368879" y="2884698"/>
                    <a:pt x="1393908" y="2876971"/>
                  </a:cubicBezTo>
                  <a:cubicBezTo>
                    <a:pt x="1400234" y="2874559"/>
                    <a:pt x="1405455" y="2870645"/>
                    <a:pt x="1409565" y="2865227"/>
                  </a:cubicBezTo>
                  <a:cubicBezTo>
                    <a:pt x="1405988" y="2848803"/>
                    <a:pt x="1398159" y="2835760"/>
                    <a:pt x="1386079" y="2826084"/>
                  </a:cubicBezTo>
                  <a:cubicBezTo>
                    <a:pt x="1306688" y="2839612"/>
                    <a:pt x="1227093" y="2852655"/>
                    <a:pt x="1147302" y="2865227"/>
                  </a:cubicBezTo>
                  <a:cubicBezTo>
                    <a:pt x="1138925" y="2865008"/>
                    <a:pt x="1132404" y="2862401"/>
                    <a:pt x="1127730" y="2857399"/>
                  </a:cubicBezTo>
                  <a:cubicBezTo>
                    <a:pt x="1181615" y="2833341"/>
                    <a:pt x="1212930" y="2791590"/>
                    <a:pt x="1221675" y="2732138"/>
                  </a:cubicBezTo>
                  <a:cubicBezTo>
                    <a:pt x="1234538" y="2691390"/>
                    <a:pt x="1229324" y="2652246"/>
                    <a:pt x="1206017" y="2614707"/>
                  </a:cubicBezTo>
                  <a:cubicBezTo>
                    <a:pt x="1252293" y="2624681"/>
                    <a:pt x="1296651" y="2644253"/>
                    <a:pt x="1339107" y="2673423"/>
                  </a:cubicBezTo>
                  <a:cubicBezTo>
                    <a:pt x="1384772" y="2713874"/>
                    <a:pt x="1430445" y="2754317"/>
                    <a:pt x="1476110" y="2794769"/>
                  </a:cubicBezTo>
                  <a:cubicBezTo>
                    <a:pt x="1481527" y="2802104"/>
                    <a:pt x="1480220" y="2807318"/>
                    <a:pt x="1472196" y="2810426"/>
                  </a:cubicBezTo>
                  <a:cubicBezTo>
                    <a:pt x="1465815" y="2803153"/>
                    <a:pt x="1459294" y="2795325"/>
                    <a:pt x="1452624" y="2786940"/>
                  </a:cubicBezTo>
                  <a:cubicBezTo>
                    <a:pt x="1443433" y="2803936"/>
                    <a:pt x="1429082" y="2811765"/>
                    <a:pt x="1409565" y="2810426"/>
                  </a:cubicBezTo>
                  <a:cubicBezTo>
                    <a:pt x="1409565" y="2820862"/>
                    <a:pt x="1409565" y="2831305"/>
                    <a:pt x="1409565" y="2841741"/>
                  </a:cubicBezTo>
                  <a:cubicBezTo>
                    <a:pt x="1437130" y="2841921"/>
                    <a:pt x="1452788" y="2852357"/>
                    <a:pt x="1456538" y="2873056"/>
                  </a:cubicBezTo>
                  <a:cubicBezTo>
                    <a:pt x="1471397" y="2863395"/>
                    <a:pt x="1484448" y="2866003"/>
                    <a:pt x="1495682" y="2880885"/>
                  </a:cubicBezTo>
                  <a:cubicBezTo>
                    <a:pt x="1484659" y="2886702"/>
                    <a:pt x="1474223" y="2893231"/>
                    <a:pt x="1464367" y="2900457"/>
                  </a:cubicBezTo>
                  <a:cubicBezTo>
                    <a:pt x="1489474" y="2903706"/>
                    <a:pt x="1512960" y="2901099"/>
                    <a:pt x="1534826" y="2892628"/>
                  </a:cubicBezTo>
                  <a:cubicBezTo>
                    <a:pt x="1513946" y="2897850"/>
                    <a:pt x="1513946" y="2903064"/>
                    <a:pt x="1534826" y="2908286"/>
                  </a:cubicBezTo>
                  <a:cubicBezTo>
                    <a:pt x="1512247" y="2916404"/>
                    <a:pt x="1507034" y="2930762"/>
                    <a:pt x="1519168" y="2951344"/>
                  </a:cubicBezTo>
                  <a:cubicBezTo>
                    <a:pt x="1519591" y="2943280"/>
                    <a:pt x="1522206" y="2934144"/>
                    <a:pt x="1526997" y="2923943"/>
                  </a:cubicBezTo>
                  <a:cubicBezTo>
                    <a:pt x="1546068" y="2922973"/>
                    <a:pt x="1564332" y="2926887"/>
                    <a:pt x="1581798" y="2935686"/>
                  </a:cubicBezTo>
                  <a:cubicBezTo>
                    <a:pt x="1581180" y="2924491"/>
                    <a:pt x="1583787" y="2914048"/>
                    <a:pt x="1589627" y="2904371"/>
                  </a:cubicBezTo>
                  <a:cubicBezTo>
                    <a:pt x="1583207" y="2891759"/>
                    <a:pt x="1572764" y="2886537"/>
                    <a:pt x="1558312" y="2888714"/>
                  </a:cubicBezTo>
                  <a:cubicBezTo>
                    <a:pt x="1561295" y="2869596"/>
                    <a:pt x="1556073" y="2864374"/>
                    <a:pt x="1542654" y="2873056"/>
                  </a:cubicBezTo>
                  <a:cubicBezTo>
                    <a:pt x="1518878" y="2859520"/>
                    <a:pt x="1505836" y="2838649"/>
                    <a:pt x="1503511" y="2810426"/>
                  </a:cubicBezTo>
                  <a:cubicBezTo>
                    <a:pt x="1508991" y="2808179"/>
                    <a:pt x="1514213" y="2805572"/>
                    <a:pt x="1519168" y="2802597"/>
                  </a:cubicBezTo>
                  <a:cubicBezTo>
                    <a:pt x="1546639" y="2800186"/>
                    <a:pt x="1559690" y="2784528"/>
                    <a:pt x="1558312" y="2755625"/>
                  </a:cubicBezTo>
                  <a:cubicBezTo>
                    <a:pt x="1583247" y="2751867"/>
                    <a:pt x="1605433" y="2757081"/>
                    <a:pt x="1624856" y="2771282"/>
                  </a:cubicBezTo>
                  <a:cubicBezTo>
                    <a:pt x="1626978" y="2753221"/>
                    <a:pt x="1617850" y="2744085"/>
                    <a:pt x="1597456" y="2743882"/>
                  </a:cubicBezTo>
                  <a:cubicBezTo>
                    <a:pt x="1622484" y="2736155"/>
                    <a:pt x="1644663" y="2740069"/>
                    <a:pt x="1664000" y="2755625"/>
                  </a:cubicBezTo>
                  <a:cubicBezTo>
                    <a:pt x="1667782" y="2748203"/>
                    <a:pt x="1669081" y="2740374"/>
                    <a:pt x="1667915" y="2732138"/>
                  </a:cubicBezTo>
                  <a:cubicBezTo>
                    <a:pt x="1661699" y="2721648"/>
                    <a:pt x="1677356" y="2720341"/>
                    <a:pt x="1714887" y="2728224"/>
                  </a:cubicBezTo>
                  <a:cubicBezTo>
                    <a:pt x="1707716" y="2731152"/>
                    <a:pt x="1701187" y="2735066"/>
                    <a:pt x="1695315" y="2739967"/>
                  </a:cubicBezTo>
                  <a:cubicBezTo>
                    <a:pt x="1694094" y="2786439"/>
                    <a:pt x="1678437" y="2791661"/>
                    <a:pt x="1648343" y="2755625"/>
                  </a:cubicBezTo>
                  <a:cubicBezTo>
                    <a:pt x="1644507" y="2765747"/>
                    <a:pt x="1643199" y="2776191"/>
                    <a:pt x="1644428" y="2786940"/>
                  </a:cubicBezTo>
                  <a:cubicBezTo>
                    <a:pt x="1677959" y="2785977"/>
                    <a:pt x="1710582" y="2791199"/>
                    <a:pt x="1742288" y="2802597"/>
                  </a:cubicBezTo>
                  <a:cubicBezTo>
                    <a:pt x="1764968" y="2795058"/>
                    <a:pt x="1787147" y="2788529"/>
                    <a:pt x="1808833" y="2783025"/>
                  </a:cubicBezTo>
                  <a:cubicBezTo>
                    <a:pt x="1797215" y="2795348"/>
                    <a:pt x="1784164" y="2805784"/>
                    <a:pt x="1769689" y="2814340"/>
                  </a:cubicBezTo>
                  <a:cubicBezTo>
                    <a:pt x="1776234" y="2824072"/>
                    <a:pt x="1773626" y="2833208"/>
                    <a:pt x="1761860" y="2841741"/>
                  </a:cubicBezTo>
                  <a:cubicBezTo>
                    <a:pt x="1746202" y="2831305"/>
                    <a:pt x="1730545" y="2831305"/>
                    <a:pt x="1714887" y="2841741"/>
                  </a:cubicBezTo>
                  <a:cubicBezTo>
                    <a:pt x="1700631" y="2832127"/>
                    <a:pt x="1692802" y="2819085"/>
                    <a:pt x="1691401" y="2802597"/>
                  </a:cubicBezTo>
                  <a:cubicBezTo>
                    <a:pt x="1675532" y="2801329"/>
                    <a:pt x="1659875" y="2802637"/>
                    <a:pt x="1644428" y="2806512"/>
                  </a:cubicBezTo>
                  <a:cubicBezTo>
                    <a:pt x="1623674" y="2837193"/>
                    <a:pt x="1594974" y="2847629"/>
                    <a:pt x="1558312" y="2837827"/>
                  </a:cubicBezTo>
                  <a:cubicBezTo>
                    <a:pt x="1567675" y="2832707"/>
                    <a:pt x="1567675" y="2828792"/>
                    <a:pt x="1558312" y="2826084"/>
                  </a:cubicBezTo>
                  <a:cubicBezTo>
                    <a:pt x="1542263" y="2830601"/>
                    <a:pt x="1534434" y="2841037"/>
                    <a:pt x="1534826" y="2857399"/>
                  </a:cubicBezTo>
                  <a:cubicBezTo>
                    <a:pt x="1564708" y="2853343"/>
                    <a:pt x="1588194" y="2863779"/>
                    <a:pt x="1605285" y="2888714"/>
                  </a:cubicBezTo>
                  <a:cubicBezTo>
                    <a:pt x="1611970" y="2880713"/>
                    <a:pt x="1619799" y="2874191"/>
                    <a:pt x="1628771" y="2869142"/>
                  </a:cubicBezTo>
                  <a:cubicBezTo>
                    <a:pt x="1618719" y="2858988"/>
                    <a:pt x="1620026" y="2849852"/>
                    <a:pt x="1632685" y="2841741"/>
                  </a:cubicBezTo>
                  <a:cubicBezTo>
                    <a:pt x="1637962" y="2850181"/>
                    <a:pt x="1645791" y="2855402"/>
                    <a:pt x="1656172" y="2857399"/>
                  </a:cubicBezTo>
                  <a:cubicBezTo>
                    <a:pt x="1668306" y="2853876"/>
                    <a:pt x="1680049" y="2852568"/>
                    <a:pt x="1691401" y="2853484"/>
                  </a:cubicBezTo>
                  <a:cubicBezTo>
                    <a:pt x="1683236" y="2868954"/>
                    <a:pt x="1672792" y="2872868"/>
                    <a:pt x="1660086" y="2865227"/>
                  </a:cubicBezTo>
                  <a:cubicBezTo>
                    <a:pt x="1649032" y="2875452"/>
                    <a:pt x="1635981" y="2881981"/>
                    <a:pt x="1620942" y="2884799"/>
                  </a:cubicBezTo>
                  <a:cubicBezTo>
                    <a:pt x="1630117" y="2888080"/>
                    <a:pt x="1637946" y="2893294"/>
                    <a:pt x="1644428" y="2900457"/>
                  </a:cubicBezTo>
                  <a:cubicBezTo>
                    <a:pt x="1631660" y="2909006"/>
                    <a:pt x="1618609" y="2915527"/>
                    <a:pt x="1605285" y="2920029"/>
                  </a:cubicBezTo>
                  <a:cubicBezTo>
                    <a:pt x="1608064" y="2959063"/>
                    <a:pt x="1592406" y="2969499"/>
                    <a:pt x="1558312" y="2951344"/>
                  </a:cubicBezTo>
                  <a:cubicBezTo>
                    <a:pt x="1559251" y="2964645"/>
                    <a:pt x="1561866" y="2977688"/>
                    <a:pt x="1566141" y="2990488"/>
                  </a:cubicBezTo>
                  <a:cubicBezTo>
                    <a:pt x="1566509" y="3002231"/>
                    <a:pt x="1561295" y="3010060"/>
                    <a:pt x="1550483" y="3013974"/>
                  </a:cubicBezTo>
                  <a:cubicBezTo>
                    <a:pt x="1529604" y="3006145"/>
                    <a:pt x="1529604" y="2998317"/>
                    <a:pt x="1550483" y="2990488"/>
                  </a:cubicBezTo>
                  <a:cubicBezTo>
                    <a:pt x="1516953" y="2982722"/>
                    <a:pt x="1483031" y="2980107"/>
                    <a:pt x="1448709" y="2982659"/>
                  </a:cubicBezTo>
                  <a:cubicBezTo>
                    <a:pt x="1451997" y="2999679"/>
                    <a:pt x="1451997" y="3015336"/>
                    <a:pt x="1448709" y="3029632"/>
                  </a:cubicBezTo>
                  <a:cubicBezTo>
                    <a:pt x="1455168" y="3036568"/>
                    <a:pt x="1462997" y="3039175"/>
                    <a:pt x="1472196" y="3037460"/>
                  </a:cubicBezTo>
                  <a:cubicBezTo>
                    <a:pt x="1473526" y="3047810"/>
                    <a:pt x="1470919" y="3056946"/>
                    <a:pt x="1464367" y="3064861"/>
                  </a:cubicBezTo>
                  <a:cubicBezTo>
                    <a:pt x="1482631" y="3070083"/>
                    <a:pt x="1500904" y="3070083"/>
                    <a:pt x="1519168" y="3064861"/>
                  </a:cubicBezTo>
                  <a:cubicBezTo>
                    <a:pt x="1514620" y="3057870"/>
                    <a:pt x="1512005" y="3050041"/>
                    <a:pt x="1511339" y="3041375"/>
                  </a:cubicBezTo>
                  <a:cubicBezTo>
                    <a:pt x="1510369" y="3019947"/>
                    <a:pt x="1518197" y="3013418"/>
                    <a:pt x="1534826" y="3021803"/>
                  </a:cubicBezTo>
                  <a:cubicBezTo>
                    <a:pt x="1524233" y="3029819"/>
                    <a:pt x="1519012" y="3040255"/>
                    <a:pt x="1519168" y="3053118"/>
                  </a:cubicBezTo>
                  <a:cubicBezTo>
                    <a:pt x="1526997" y="3053118"/>
                    <a:pt x="1534826" y="3053118"/>
                    <a:pt x="1542654" y="3053118"/>
                  </a:cubicBezTo>
                  <a:cubicBezTo>
                    <a:pt x="1542654" y="3042682"/>
                    <a:pt x="1542654" y="3032239"/>
                    <a:pt x="1542654" y="3021803"/>
                  </a:cubicBezTo>
                  <a:cubicBezTo>
                    <a:pt x="1559197" y="3015884"/>
                    <a:pt x="1574854" y="3014577"/>
                    <a:pt x="1589627" y="3017888"/>
                  </a:cubicBezTo>
                  <a:cubicBezTo>
                    <a:pt x="1592234" y="3015281"/>
                    <a:pt x="1594849" y="3012667"/>
                    <a:pt x="1597456" y="3010060"/>
                  </a:cubicBezTo>
                  <a:cubicBezTo>
                    <a:pt x="1576576" y="2992523"/>
                    <a:pt x="1580491" y="2980780"/>
                    <a:pt x="1609199" y="2974830"/>
                  </a:cubicBezTo>
                  <a:cubicBezTo>
                    <a:pt x="1611657" y="3001174"/>
                    <a:pt x="1612965" y="3025960"/>
                    <a:pt x="1613113" y="3049203"/>
                  </a:cubicBezTo>
                  <a:cubicBezTo>
                    <a:pt x="1595295" y="3044710"/>
                    <a:pt x="1577031" y="3046009"/>
                    <a:pt x="1558312" y="3053118"/>
                  </a:cubicBezTo>
                  <a:cubicBezTo>
                    <a:pt x="1557083" y="3063867"/>
                    <a:pt x="1558390" y="3074310"/>
                    <a:pt x="1562226" y="3084433"/>
                  </a:cubicBezTo>
                  <a:cubicBezTo>
                    <a:pt x="1569217" y="3074952"/>
                    <a:pt x="1575739" y="3074952"/>
                    <a:pt x="1581798" y="3084433"/>
                  </a:cubicBezTo>
                  <a:cubicBezTo>
                    <a:pt x="1559306" y="3094728"/>
                    <a:pt x="1535820" y="3102557"/>
                    <a:pt x="1511339" y="3107919"/>
                  </a:cubicBezTo>
                  <a:cubicBezTo>
                    <a:pt x="1513751" y="3114245"/>
                    <a:pt x="1517665" y="3119467"/>
                    <a:pt x="1523083" y="3123577"/>
                  </a:cubicBezTo>
                  <a:cubicBezTo>
                    <a:pt x="1545629" y="3109595"/>
                    <a:pt x="1567816" y="3108287"/>
                    <a:pt x="1589627" y="3119662"/>
                  </a:cubicBezTo>
                  <a:cubicBezTo>
                    <a:pt x="1568560" y="3139172"/>
                    <a:pt x="1572474" y="3153522"/>
                    <a:pt x="1601370" y="3162721"/>
                  </a:cubicBezTo>
                  <a:cubicBezTo>
                    <a:pt x="1606592" y="3175771"/>
                    <a:pt x="1606592" y="3188814"/>
                    <a:pt x="1601370" y="3201864"/>
                  </a:cubicBezTo>
                  <a:cubicBezTo>
                    <a:pt x="1598763" y="3196643"/>
                    <a:pt x="1596148" y="3191429"/>
                    <a:pt x="1593541" y="3186207"/>
                  </a:cubicBezTo>
                  <a:cubicBezTo>
                    <a:pt x="1571214" y="3195570"/>
                    <a:pt x="1559471" y="3212535"/>
                    <a:pt x="1558312" y="3237094"/>
                  </a:cubicBezTo>
                  <a:cubicBezTo>
                    <a:pt x="1556887" y="3255131"/>
                    <a:pt x="1562101" y="3259046"/>
                    <a:pt x="1573970" y="3248837"/>
                  </a:cubicBezTo>
                  <a:cubicBezTo>
                    <a:pt x="1583896" y="3262960"/>
                    <a:pt x="1589118" y="3278618"/>
                    <a:pt x="1589627" y="3295810"/>
                  </a:cubicBezTo>
                  <a:cubicBezTo>
                    <a:pt x="1581798" y="3295810"/>
                    <a:pt x="1573970" y="3295810"/>
                    <a:pt x="1566141" y="3295810"/>
                  </a:cubicBezTo>
                  <a:cubicBezTo>
                    <a:pt x="1566141" y="3306245"/>
                    <a:pt x="1566141" y="3316689"/>
                    <a:pt x="1566141" y="3327125"/>
                  </a:cubicBezTo>
                  <a:cubicBezTo>
                    <a:pt x="1582855" y="3324361"/>
                    <a:pt x="1593291" y="3330883"/>
                    <a:pt x="1597456" y="3346697"/>
                  </a:cubicBezTo>
                  <a:cubicBezTo>
                    <a:pt x="1590191" y="3374011"/>
                    <a:pt x="1577148" y="3397498"/>
                    <a:pt x="1558312" y="3417156"/>
                  </a:cubicBezTo>
                  <a:cubicBezTo>
                    <a:pt x="1564998" y="3421649"/>
                    <a:pt x="1572827" y="3426871"/>
                    <a:pt x="1581798" y="3432813"/>
                  </a:cubicBezTo>
                  <a:cubicBezTo>
                    <a:pt x="1576717" y="3446044"/>
                    <a:pt x="1576717" y="3460394"/>
                    <a:pt x="1581798" y="3475871"/>
                  </a:cubicBezTo>
                  <a:cubicBezTo>
                    <a:pt x="1573562" y="3474705"/>
                    <a:pt x="1565734" y="3476004"/>
                    <a:pt x="1558312" y="3479786"/>
                  </a:cubicBezTo>
                  <a:cubicBezTo>
                    <a:pt x="1564489" y="3504031"/>
                    <a:pt x="1573625" y="3505339"/>
                    <a:pt x="1585713" y="3483700"/>
                  </a:cubicBezTo>
                  <a:cubicBezTo>
                    <a:pt x="1591091" y="3502646"/>
                    <a:pt x="1587177" y="3519611"/>
                    <a:pt x="1573970" y="3534587"/>
                  </a:cubicBezTo>
                  <a:cubicBezTo>
                    <a:pt x="1577782" y="3601640"/>
                    <a:pt x="1580397" y="3668185"/>
                    <a:pt x="1581798" y="3734221"/>
                  </a:cubicBezTo>
                  <a:cubicBezTo>
                    <a:pt x="1581798" y="3749878"/>
                    <a:pt x="1581798" y="3765536"/>
                    <a:pt x="1581798" y="3781193"/>
                  </a:cubicBezTo>
                  <a:cubicBezTo>
                    <a:pt x="1515003" y="3869494"/>
                    <a:pt x="1511089" y="3960832"/>
                    <a:pt x="1570055" y="4055200"/>
                  </a:cubicBezTo>
                  <a:cubicBezTo>
                    <a:pt x="1575598" y="4062097"/>
                    <a:pt x="1582127" y="4067311"/>
                    <a:pt x="1589627" y="4070858"/>
                  </a:cubicBezTo>
                  <a:cubicBezTo>
                    <a:pt x="1589627" y="4078686"/>
                    <a:pt x="1589627" y="4086515"/>
                    <a:pt x="1589627" y="4094344"/>
                  </a:cubicBezTo>
                  <a:cubicBezTo>
                    <a:pt x="1590919" y="4120570"/>
                    <a:pt x="1589611" y="4146663"/>
                    <a:pt x="1585713" y="4172632"/>
                  </a:cubicBezTo>
                  <a:cubicBezTo>
                    <a:pt x="1577798" y="4166079"/>
                    <a:pt x="1568662" y="4163472"/>
                    <a:pt x="1558312" y="4164803"/>
                  </a:cubicBezTo>
                  <a:cubicBezTo>
                    <a:pt x="1558312" y="4172632"/>
                    <a:pt x="1558312" y="4180460"/>
                    <a:pt x="1558312" y="4188289"/>
                  </a:cubicBezTo>
                  <a:cubicBezTo>
                    <a:pt x="1542968" y="4183294"/>
                    <a:pt x="1528617" y="4183294"/>
                    <a:pt x="1515254" y="4188289"/>
                  </a:cubicBezTo>
                  <a:cubicBezTo>
                    <a:pt x="1510032" y="4216997"/>
                    <a:pt x="1510032" y="4245698"/>
                    <a:pt x="1515254" y="4274406"/>
                  </a:cubicBezTo>
                  <a:cubicBezTo>
                    <a:pt x="1539914" y="4287409"/>
                    <a:pt x="1551657" y="4279581"/>
                    <a:pt x="1550483" y="4250919"/>
                  </a:cubicBezTo>
                  <a:cubicBezTo>
                    <a:pt x="1569092" y="4253143"/>
                    <a:pt x="1586057" y="4253143"/>
                    <a:pt x="1601370" y="4250919"/>
                  </a:cubicBezTo>
                  <a:cubicBezTo>
                    <a:pt x="1615298" y="4262796"/>
                    <a:pt x="1611383" y="4269325"/>
                    <a:pt x="1589627" y="4270491"/>
                  </a:cubicBezTo>
                  <a:cubicBezTo>
                    <a:pt x="1602349" y="4277169"/>
                    <a:pt x="1604956" y="4284998"/>
                    <a:pt x="1597456" y="4293978"/>
                  </a:cubicBezTo>
                  <a:cubicBezTo>
                    <a:pt x="1606631" y="4296741"/>
                    <a:pt x="1615759" y="4295442"/>
                    <a:pt x="1624856" y="4290063"/>
                  </a:cubicBezTo>
                  <a:cubicBezTo>
                    <a:pt x="1639034" y="4297297"/>
                    <a:pt x="1637735" y="4303819"/>
                    <a:pt x="1620942" y="4309635"/>
                  </a:cubicBezTo>
                  <a:cubicBezTo>
                    <a:pt x="1632286" y="4318380"/>
                    <a:pt x="1645337" y="4323602"/>
                    <a:pt x="1660086" y="4325293"/>
                  </a:cubicBezTo>
                  <a:cubicBezTo>
                    <a:pt x="1665879" y="4338821"/>
                    <a:pt x="1665879" y="4354479"/>
                    <a:pt x="1660086" y="4372265"/>
                  </a:cubicBezTo>
                  <a:cubicBezTo>
                    <a:pt x="1684496" y="4366824"/>
                    <a:pt x="1709290" y="4360295"/>
                    <a:pt x="1734459" y="4352693"/>
                  </a:cubicBezTo>
                  <a:cubicBezTo>
                    <a:pt x="1770980" y="4362393"/>
                    <a:pt x="1769673" y="4368915"/>
                    <a:pt x="1730545" y="4372265"/>
                  </a:cubicBezTo>
                  <a:cubicBezTo>
                    <a:pt x="1742867" y="4374896"/>
                    <a:pt x="1753311" y="4381417"/>
                    <a:pt x="1761860" y="4391837"/>
                  </a:cubicBezTo>
                  <a:cubicBezTo>
                    <a:pt x="1750931" y="4397443"/>
                    <a:pt x="1737888" y="4398750"/>
                    <a:pt x="1722716" y="4395752"/>
                  </a:cubicBezTo>
                  <a:cubicBezTo>
                    <a:pt x="1730161" y="4401373"/>
                    <a:pt x="1731461" y="4407894"/>
                    <a:pt x="1726630" y="4415323"/>
                  </a:cubicBezTo>
                  <a:cubicBezTo>
                    <a:pt x="1717753" y="4395752"/>
                    <a:pt x="1703395" y="4386615"/>
                    <a:pt x="1683572" y="4387923"/>
                  </a:cubicBezTo>
                  <a:cubicBezTo>
                    <a:pt x="1687150" y="4391164"/>
                    <a:pt x="1689765" y="4395078"/>
                    <a:pt x="1691401" y="4399666"/>
                  </a:cubicBezTo>
                  <a:cubicBezTo>
                    <a:pt x="1682664" y="4398899"/>
                    <a:pt x="1674835" y="4402813"/>
                    <a:pt x="1667915" y="4411409"/>
                  </a:cubicBezTo>
                  <a:cubicBezTo>
                    <a:pt x="1673293" y="4420506"/>
                    <a:pt x="1674593" y="4429634"/>
                    <a:pt x="1671829" y="4438810"/>
                  </a:cubicBezTo>
                  <a:cubicBezTo>
                    <a:pt x="1639582" y="4432993"/>
                    <a:pt x="1605660" y="4430378"/>
                    <a:pt x="1570055" y="4430981"/>
                  </a:cubicBezTo>
                  <a:cubicBezTo>
                    <a:pt x="1566141" y="4428374"/>
                    <a:pt x="1562226" y="4425759"/>
                    <a:pt x="1558312" y="4423152"/>
                  </a:cubicBezTo>
                  <a:cubicBezTo>
                    <a:pt x="1566141" y="4417931"/>
                    <a:pt x="1573970" y="4412716"/>
                    <a:pt x="1581798" y="4407495"/>
                  </a:cubicBezTo>
                  <a:cubicBezTo>
                    <a:pt x="1575739" y="4398014"/>
                    <a:pt x="1569217" y="4398014"/>
                    <a:pt x="1562226" y="4407495"/>
                  </a:cubicBezTo>
                  <a:cubicBezTo>
                    <a:pt x="1558445" y="4400073"/>
                    <a:pt x="1557145" y="4392244"/>
                    <a:pt x="1558312" y="4384008"/>
                  </a:cubicBezTo>
                  <a:cubicBezTo>
                    <a:pt x="1535953" y="4373612"/>
                    <a:pt x="1512467" y="4365783"/>
                    <a:pt x="1487853" y="4360522"/>
                  </a:cubicBezTo>
                  <a:cubicBezTo>
                    <a:pt x="1487853" y="4352693"/>
                    <a:pt x="1487853" y="4344865"/>
                    <a:pt x="1487853" y="4337036"/>
                  </a:cubicBezTo>
                  <a:cubicBezTo>
                    <a:pt x="1501162" y="4338022"/>
                    <a:pt x="1512905" y="4343244"/>
                    <a:pt x="1523083" y="4352693"/>
                  </a:cubicBezTo>
                  <a:cubicBezTo>
                    <a:pt x="1534356" y="4347620"/>
                    <a:pt x="1546099" y="4345013"/>
                    <a:pt x="1558312" y="4344865"/>
                  </a:cubicBezTo>
                  <a:cubicBezTo>
                    <a:pt x="1558312" y="4334429"/>
                    <a:pt x="1558312" y="4323985"/>
                    <a:pt x="1558312" y="4313550"/>
                  </a:cubicBezTo>
                  <a:cubicBezTo>
                    <a:pt x="1522621" y="4312931"/>
                    <a:pt x="1501749" y="4294659"/>
                    <a:pt x="1495682" y="4258748"/>
                  </a:cubicBezTo>
                  <a:cubicBezTo>
                    <a:pt x="1487853" y="4258748"/>
                    <a:pt x="1480024" y="4258748"/>
                    <a:pt x="1472196" y="4258748"/>
                  </a:cubicBezTo>
                  <a:cubicBezTo>
                    <a:pt x="1472196" y="4266577"/>
                    <a:pt x="1472196" y="4274406"/>
                    <a:pt x="1472196" y="4282234"/>
                  </a:cubicBezTo>
                  <a:cubicBezTo>
                    <a:pt x="1455912" y="4277976"/>
                    <a:pt x="1440254" y="4271446"/>
                    <a:pt x="1425223" y="4262663"/>
                  </a:cubicBezTo>
                  <a:cubicBezTo>
                    <a:pt x="1444850" y="4261934"/>
                    <a:pt x="1461815" y="4255413"/>
                    <a:pt x="1476110" y="4243091"/>
                  </a:cubicBezTo>
                  <a:cubicBezTo>
                    <a:pt x="1485371" y="4252728"/>
                    <a:pt x="1494500" y="4252728"/>
                    <a:pt x="1503511" y="4243091"/>
                  </a:cubicBezTo>
                  <a:cubicBezTo>
                    <a:pt x="1494202" y="4235818"/>
                    <a:pt x="1483766" y="4233211"/>
                    <a:pt x="1472196" y="4235262"/>
                  </a:cubicBezTo>
                  <a:cubicBezTo>
                    <a:pt x="1473910" y="4226063"/>
                    <a:pt x="1471303" y="4218234"/>
                    <a:pt x="1464367" y="4211776"/>
                  </a:cubicBezTo>
                  <a:cubicBezTo>
                    <a:pt x="1440176" y="4215009"/>
                    <a:pt x="1414083" y="4220231"/>
                    <a:pt x="1386079" y="4227433"/>
                  </a:cubicBezTo>
                  <a:cubicBezTo>
                    <a:pt x="1383472" y="4223519"/>
                    <a:pt x="1380857" y="4219604"/>
                    <a:pt x="1378250" y="4215690"/>
                  </a:cubicBezTo>
                  <a:cubicBezTo>
                    <a:pt x="1385719" y="4195194"/>
                    <a:pt x="1398762" y="4179537"/>
                    <a:pt x="1417394" y="4168717"/>
                  </a:cubicBezTo>
                  <a:cubicBezTo>
                    <a:pt x="1414239" y="4157185"/>
                    <a:pt x="1409017" y="4146749"/>
                    <a:pt x="1401737" y="4137402"/>
                  </a:cubicBezTo>
                  <a:cubicBezTo>
                    <a:pt x="1410129" y="4127350"/>
                    <a:pt x="1420565" y="4124743"/>
                    <a:pt x="1433052" y="4129573"/>
                  </a:cubicBezTo>
                  <a:cubicBezTo>
                    <a:pt x="1428151" y="4123702"/>
                    <a:pt x="1424236" y="4117173"/>
                    <a:pt x="1421309" y="4110001"/>
                  </a:cubicBezTo>
                  <a:cubicBezTo>
                    <a:pt x="1390361" y="4121423"/>
                    <a:pt x="1362961" y="4114902"/>
                    <a:pt x="1339107" y="4090430"/>
                  </a:cubicBezTo>
                  <a:cubicBezTo>
                    <a:pt x="1352580" y="4078475"/>
                    <a:pt x="1368237" y="4070646"/>
                    <a:pt x="1386079" y="4066943"/>
                  </a:cubicBezTo>
                  <a:cubicBezTo>
                    <a:pt x="1376904" y="4063663"/>
                    <a:pt x="1369075" y="4058449"/>
                    <a:pt x="1362593" y="4051286"/>
                  </a:cubicBezTo>
                  <a:cubicBezTo>
                    <a:pt x="1369615" y="4033194"/>
                    <a:pt x="1380051" y="4018843"/>
                    <a:pt x="1393908" y="4008227"/>
                  </a:cubicBezTo>
                  <a:cubicBezTo>
                    <a:pt x="1413550" y="4017481"/>
                    <a:pt x="1423994" y="4033139"/>
                    <a:pt x="1425223" y="4055200"/>
                  </a:cubicBezTo>
                  <a:cubicBezTo>
                    <a:pt x="1433459" y="4056366"/>
                    <a:pt x="1441288" y="4055067"/>
                    <a:pt x="1448709" y="4051286"/>
                  </a:cubicBezTo>
                  <a:cubicBezTo>
                    <a:pt x="1441264" y="4045664"/>
                    <a:pt x="1439964" y="4039143"/>
                    <a:pt x="1444795" y="4031714"/>
                  </a:cubicBezTo>
                  <a:cubicBezTo>
                    <a:pt x="1465369" y="4041547"/>
                    <a:pt x="1473198" y="4057204"/>
                    <a:pt x="1468281" y="4078686"/>
                  </a:cubicBezTo>
                  <a:cubicBezTo>
                    <a:pt x="1463059" y="4073465"/>
                    <a:pt x="1457845" y="4068251"/>
                    <a:pt x="1452624" y="4063029"/>
                  </a:cubicBezTo>
                  <a:cubicBezTo>
                    <a:pt x="1451066" y="4077919"/>
                    <a:pt x="1444536" y="4089662"/>
                    <a:pt x="1433052" y="4098258"/>
                  </a:cubicBezTo>
                  <a:cubicBezTo>
                    <a:pt x="1445586" y="4100396"/>
                    <a:pt x="1457329" y="4104310"/>
                    <a:pt x="1468281" y="4110001"/>
                  </a:cubicBezTo>
                  <a:cubicBezTo>
                    <a:pt x="1472062" y="4102580"/>
                    <a:pt x="1473362" y="4094751"/>
                    <a:pt x="1472196" y="4086515"/>
                  </a:cubicBezTo>
                  <a:cubicBezTo>
                    <a:pt x="1493427" y="4088371"/>
                    <a:pt x="1512999" y="4088371"/>
                    <a:pt x="1530911" y="4086515"/>
                  </a:cubicBezTo>
                  <a:cubicBezTo>
                    <a:pt x="1543312" y="4097170"/>
                    <a:pt x="1557670" y="4102392"/>
                    <a:pt x="1573970" y="4102173"/>
                  </a:cubicBezTo>
                  <a:cubicBezTo>
                    <a:pt x="1573124" y="4084299"/>
                    <a:pt x="1566603" y="4068642"/>
                    <a:pt x="1554398" y="4055200"/>
                  </a:cubicBezTo>
                  <a:cubicBezTo>
                    <a:pt x="1550616" y="4062622"/>
                    <a:pt x="1549317" y="4070450"/>
                    <a:pt x="1550483" y="4078686"/>
                  </a:cubicBezTo>
                  <a:cubicBezTo>
                    <a:pt x="1511989" y="4067711"/>
                    <a:pt x="1478067" y="4048139"/>
                    <a:pt x="1448709" y="4019971"/>
                  </a:cubicBezTo>
                  <a:cubicBezTo>
                    <a:pt x="1460726" y="4016088"/>
                    <a:pt x="1472470" y="4017387"/>
                    <a:pt x="1483939" y="4023885"/>
                  </a:cubicBezTo>
                  <a:cubicBezTo>
                    <a:pt x="1501953" y="4014678"/>
                    <a:pt x="1504560" y="4004235"/>
                    <a:pt x="1491767" y="3992570"/>
                  </a:cubicBezTo>
                  <a:cubicBezTo>
                    <a:pt x="1480236" y="3995725"/>
                    <a:pt x="1469800" y="4000947"/>
                    <a:pt x="1460452" y="4008227"/>
                  </a:cubicBezTo>
                  <a:cubicBezTo>
                    <a:pt x="1449610" y="3979081"/>
                    <a:pt x="1435252" y="3951680"/>
                    <a:pt x="1417394" y="3926025"/>
                  </a:cubicBezTo>
                  <a:cubicBezTo>
                    <a:pt x="1420064" y="3860718"/>
                    <a:pt x="1422671" y="3794173"/>
                    <a:pt x="1425223" y="3726392"/>
                  </a:cubicBezTo>
                  <a:cubicBezTo>
                    <a:pt x="1433052" y="3726392"/>
                    <a:pt x="1440880" y="3726392"/>
                    <a:pt x="1448709" y="3726392"/>
                  </a:cubicBezTo>
                  <a:cubicBezTo>
                    <a:pt x="1448709" y="3718563"/>
                    <a:pt x="1448709" y="3710734"/>
                    <a:pt x="1448709" y="3702906"/>
                  </a:cubicBezTo>
                  <a:cubicBezTo>
                    <a:pt x="1440880" y="3702906"/>
                    <a:pt x="1433052" y="3702906"/>
                    <a:pt x="1425223" y="3702906"/>
                  </a:cubicBezTo>
                  <a:cubicBezTo>
                    <a:pt x="1425223" y="3684641"/>
                    <a:pt x="1425223" y="3666369"/>
                    <a:pt x="1425223" y="3648104"/>
                  </a:cubicBezTo>
                  <a:cubicBezTo>
                    <a:pt x="1433052" y="3648104"/>
                    <a:pt x="1440880" y="3648104"/>
                    <a:pt x="1448709" y="3648104"/>
                  </a:cubicBezTo>
                  <a:cubicBezTo>
                    <a:pt x="1450220" y="3617188"/>
                    <a:pt x="1454135" y="3617188"/>
                    <a:pt x="1460452" y="3648104"/>
                  </a:cubicBezTo>
                  <a:cubicBezTo>
                    <a:pt x="1463059" y="3645497"/>
                    <a:pt x="1465674" y="3642882"/>
                    <a:pt x="1468281" y="3640275"/>
                  </a:cubicBezTo>
                  <a:cubicBezTo>
                    <a:pt x="1473503" y="3593303"/>
                    <a:pt x="1473503" y="3546330"/>
                    <a:pt x="1468281" y="3499358"/>
                  </a:cubicBezTo>
                  <a:cubicBezTo>
                    <a:pt x="1462926" y="3527486"/>
                    <a:pt x="1451183" y="3530101"/>
                    <a:pt x="1433052" y="3507186"/>
                  </a:cubicBezTo>
                  <a:cubicBezTo>
                    <a:pt x="1425599" y="3495091"/>
                    <a:pt x="1422992" y="3482040"/>
                    <a:pt x="1425223" y="3468043"/>
                  </a:cubicBezTo>
                  <a:cubicBezTo>
                    <a:pt x="1433052" y="3468043"/>
                    <a:pt x="1440880" y="3468043"/>
                    <a:pt x="1448709" y="3468043"/>
                  </a:cubicBezTo>
                  <a:cubicBezTo>
                    <a:pt x="1446979" y="3441660"/>
                    <a:pt x="1439150" y="3418173"/>
                    <a:pt x="1425223" y="3397584"/>
                  </a:cubicBezTo>
                  <a:cubicBezTo>
                    <a:pt x="1426530" y="3389755"/>
                    <a:pt x="1427830" y="3381926"/>
                    <a:pt x="1429137" y="3374097"/>
                  </a:cubicBezTo>
                  <a:cubicBezTo>
                    <a:pt x="1454792" y="3369330"/>
                    <a:pt x="1460006" y="3353672"/>
                    <a:pt x="1444795" y="3327125"/>
                  </a:cubicBezTo>
                  <a:cubicBezTo>
                    <a:pt x="1438978" y="3343917"/>
                    <a:pt x="1432457" y="3345217"/>
                    <a:pt x="1425223" y="3331039"/>
                  </a:cubicBezTo>
                  <a:cubicBezTo>
                    <a:pt x="1437170" y="3306316"/>
                    <a:pt x="1451520" y="3305016"/>
                    <a:pt x="1468281" y="3327125"/>
                  </a:cubicBezTo>
                  <a:cubicBezTo>
                    <a:pt x="1472149" y="3314333"/>
                    <a:pt x="1473448" y="3301282"/>
                    <a:pt x="1472196" y="3287981"/>
                  </a:cubicBezTo>
                  <a:cubicBezTo>
                    <a:pt x="1485246" y="3287981"/>
                    <a:pt x="1498289" y="3287981"/>
                    <a:pt x="1511339" y="3287981"/>
                  </a:cubicBezTo>
                  <a:cubicBezTo>
                    <a:pt x="1511339" y="3298417"/>
                    <a:pt x="1511339" y="3308860"/>
                    <a:pt x="1511339" y="3319296"/>
                  </a:cubicBezTo>
                  <a:cubicBezTo>
                    <a:pt x="1484275" y="3320603"/>
                    <a:pt x="1481668" y="3328432"/>
                    <a:pt x="1503511" y="3342782"/>
                  </a:cubicBezTo>
                  <a:cubicBezTo>
                    <a:pt x="1515324" y="3327720"/>
                    <a:pt x="1530982" y="3318584"/>
                    <a:pt x="1550483" y="3315382"/>
                  </a:cubicBezTo>
                  <a:cubicBezTo>
                    <a:pt x="1551188" y="3296843"/>
                    <a:pt x="1548581" y="3277271"/>
                    <a:pt x="1542654" y="3256666"/>
                  </a:cubicBezTo>
                  <a:cubicBezTo>
                    <a:pt x="1524954" y="3276974"/>
                    <a:pt x="1507989" y="3276974"/>
                    <a:pt x="1491767" y="3256666"/>
                  </a:cubicBezTo>
                  <a:cubicBezTo>
                    <a:pt x="1489161" y="3264495"/>
                    <a:pt x="1486546" y="3272323"/>
                    <a:pt x="1483939" y="3280152"/>
                  </a:cubicBezTo>
                  <a:cubicBezTo>
                    <a:pt x="1461368" y="3263579"/>
                    <a:pt x="1440489" y="3245314"/>
                    <a:pt x="1421309" y="3225351"/>
                  </a:cubicBezTo>
                  <a:cubicBezTo>
                    <a:pt x="1418310" y="3229704"/>
                    <a:pt x="1414396" y="3232311"/>
                    <a:pt x="1409565" y="3233180"/>
                  </a:cubicBezTo>
                  <a:cubicBezTo>
                    <a:pt x="1401494" y="3227316"/>
                    <a:pt x="1392358" y="3222102"/>
                    <a:pt x="1382165" y="3217522"/>
                  </a:cubicBezTo>
                  <a:cubicBezTo>
                    <a:pt x="1378532" y="3222172"/>
                    <a:pt x="1377225" y="3227394"/>
                    <a:pt x="1378250" y="3233180"/>
                  </a:cubicBezTo>
                  <a:cubicBezTo>
                    <a:pt x="1370132" y="3221984"/>
                    <a:pt x="1364910" y="3208934"/>
                    <a:pt x="1362593" y="3194036"/>
                  </a:cubicBezTo>
                  <a:cubicBezTo>
                    <a:pt x="1372285" y="3191609"/>
                    <a:pt x="1372285" y="3187694"/>
                    <a:pt x="1362593" y="3182293"/>
                  </a:cubicBezTo>
                  <a:cubicBezTo>
                    <a:pt x="1386024" y="3178950"/>
                    <a:pt x="1389939" y="3169814"/>
                    <a:pt x="1374336" y="3154892"/>
                  </a:cubicBezTo>
                  <a:cubicBezTo>
                    <a:pt x="1368715" y="3162337"/>
                    <a:pt x="1362194" y="3163637"/>
                    <a:pt x="1354764" y="3158806"/>
                  </a:cubicBezTo>
                  <a:cubicBezTo>
                    <a:pt x="1348399" y="3148519"/>
                    <a:pt x="1340570" y="3139383"/>
                    <a:pt x="1331278" y="3131406"/>
                  </a:cubicBezTo>
                  <a:cubicBezTo>
                    <a:pt x="1362859" y="3091808"/>
                    <a:pt x="1392867" y="3091808"/>
                    <a:pt x="1421309" y="3131406"/>
                  </a:cubicBezTo>
                  <a:cubicBezTo>
                    <a:pt x="1419571" y="3116093"/>
                    <a:pt x="1413049" y="3101734"/>
                    <a:pt x="1401737" y="3088347"/>
                  </a:cubicBezTo>
                  <a:cubicBezTo>
                    <a:pt x="1421645" y="3087251"/>
                    <a:pt x="1439918" y="3082037"/>
                    <a:pt x="1456538" y="3072690"/>
                  </a:cubicBezTo>
                  <a:cubicBezTo>
                    <a:pt x="1444317" y="3070200"/>
                    <a:pt x="1435181" y="3063679"/>
                    <a:pt x="1429137" y="3053118"/>
                  </a:cubicBezTo>
                  <a:cubicBezTo>
                    <a:pt x="1427188" y="3061917"/>
                    <a:pt x="1423274" y="3069746"/>
                    <a:pt x="1417394" y="3076604"/>
                  </a:cubicBezTo>
                  <a:cubicBezTo>
                    <a:pt x="1396437" y="3072110"/>
                    <a:pt x="1375565" y="3066889"/>
                    <a:pt x="1354764" y="3060947"/>
                  </a:cubicBezTo>
                  <a:cubicBezTo>
                    <a:pt x="1366421" y="3060688"/>
                    <a:pt x="1376857" y="3056774"/>
                    <a:pt x="1386079" y="3049203"/>
                  </a:cubicBezTo>
                  <a:cubicBezTo>
                    <a:pt x="1377921" y="3034188"/>
                    <a:pt x="1368793" y="3019838"/>
                    <a:pt x="1358678" y="3006145"/>
                  </a:cubicBezTo>
                  <a:cubicBezTo>
                    <a:pt x="1330229" y="3047528"/>
                    <a:pt x="1305435" y="3044913"/>
                    <a:pt x="1284305" y="2998317"/>
                  </a:cubicBezTo>
                  <a:cubicBezTo>
                    <a:pt x="1268648" y="3008752"/>
                    <a:pt x="1252990" y="3008752"/>
                    <a:pt x="1237333" y="2998317"/>
                  </a:cubicBezTo>
                  <a:cubicBezTo>
                    <a:pt x="1231007" y="3000728"/>
                    <a:pt x="1225785" y="3004642"/>
                    <a:pt x="1221675" y="3010060"/>
                  </a:cubicBezTo>
                  <a:cubicBezTo>
                    <a:pt x="1234726" y="3012667"/>
                    <a:pt x="1247768" y="3015281"/>
                    <a:pt x="1260819" y="3017888"/>
                  </a:cubicBezTo>
                  <a:cubicBezTo>
                    <a:pt x="1247064" y="3041719"/>
                    <a:pt x="1231406" y="3043027"/>
                    <a:pt x="1213846" y="3021803"/>
                  </a:cubicBezTo>
                  <a:cubicBezTo>
                    <a:pt x="1208624" y="3032239"/>
                    <a:pt x="1203411" y="3042682"/>
                    <a:pt x="1198189" y="3053118"/>
                  </a:cubicBezTo>
                  <a:cubicBezTo>
                    <a:pt x="1151013" y="3071484"/>
                    <a:pt x="1104040" y="3071484"/>
                    <a:pt x="1057271" y="3053118"/>
                  </a:cubicBezTo>
                  <a:cubicBezTo>
                    <a:pt x="1062493" y="3045289"/>
                    <a:pt x="1067707" y="3037460"/>
                    <a:pt x="1072928" y="3029632"/>
                  </a:cubicBezTo>
                  <a:cubicBezTo>
                    <a:pt x="1066407" y="3027025"/>
                    <a:pt x="1059878" y="3024410"/>
                    <a:pt x="1053357" y="3021803"/>
                  </a:cubicBezTo>
                  <a:cubicBezTo>
                    <a:pt x="998023" y="3041594"/>
                    <a:pt x="996723" y="3037680"/>
                    <a:pt x="1049442" y="3010060"/>
                  </a:cubicBezTo>
                  <a:cubicBezTo>
                    <a:pt x="1037433" y="3002834"/>
                    <a:pt x="1024382" y="2998919"/>
                    <a:pt x="1010298" y="2998317"/>
                  </a:cubicBezTo>
                  <a:cubicBezTo>
                    <a:pt x="976415" y="3007695"/>
                    <a:pt x="943793" y="3020738"/>
                    <a:pt x="912439" y="3037460"/>
                  </a:cubicBezTo>
                  <a:cubicBezTo>
                    <a:pt x="864910" y="3025381"/>
                    <a:pt x="814023" y="3020159"/>
                    <a:pt x="759778" y="3021803"/>
                  </a:cubicBezTo>
                  <a:cubicBezTo>
                    <a:pt x="698236" y="3020362"/>
                    <a:pt x="643434" y="3025576"/>
                    <a:pt x="595374" y="3037460"/>
                  </a:cubicBezTo>
                  <a:cubicBezTo>
                    <a:pt x="595374" y="3045289"/>
                    <a:pt x="595374" y="3053118"/>
                    <a:pt x="595374" y="3060947"/>
                  </a:cubicBezTo>
                  <a:cubicBezTo>
                    <a:pt x="572811" y="3060101"/>
                    <a:pt x="554547" y="3050973"/>
                    <a:pt x="540572" y="3033546"/>
                  </a:cubicBezTo>
                  <a:cubicBezTo>
                    <a:pt x="571472" y="3036732"/>
                    <a:pt x="602787" y="3034117"/>
                    <a:pt x="634517" y="3025717"/>
                  </a:cubicBezTo>
                  <a:cubicBezTo>
                    <a:pt x="587326" y="3019219"/>
                    <a:pt x="540353" y="3020519"/>
                    <a:pt x="493600" y="3029632"/>
                  </a:cubicBezTo>
                  <a:cubicBezTo>
                    <a:pt x="501569" y="3040216"/>
                    <a:pt x="512005" y="3048045"/>
                    <a:pt x="524915" y="3053118"/>
                  </a:cubicBezTo>
                  <a:cubicBezTo>
                    <a:pt x="522308" y="3055725"/>
                    <a:pt x="519693" y="3058340"/>
                    <a:pt x="517086" y="3060947"/>
                  </a:cubicBezTo>
                  <a:cubicBezTo>
                    <a:pt x="497584" y="3048749"/>
                    <a:pt x="476713" y="3040921"/>
                    <a:pt x="454456" y="3037460"/>
                  </a:cubicBezTo>
                  <a:cubicBezTo>
                    <a:pt x="448607" y="3066372"/>
                    <a:pt x="438169" y="3066372"/>
                    <a:pt x="423141" y="3037460"/>
                  </a:cubicBezTo>
                  <a:cubicBezTo>
                    <a:pt x="474223" y="3027346"/>
                    <a:pt x="474223" y="3022124"/>
                    <a:pt x="423141" y="3021803"/>
                  </a:cubicBezTo>
                  <a:cubicBezTo>
                    <a:pt x="404944" y="3023596"/>
                    <a:pt x="387981" y="3028817"/>
                    <a:pt x="372254" y="3037460"/>
                  </a:cubicBezTo>
                  <a:cubicBezTo>
                    <a:pt x="347060" y="3028238"/>
                    <a:pt x="322269" y="3017795"/>
                    <a:pt x="297880" y="3006145"/>
                  </a:cubicBezTo>
                  <a:cubicBezTo>
                    <a:pt x="291721" y="3011954"/>
                    <a:pt x="286501" y="3018476"/>
                    <a:pt x="282223" y="3025717"/>
                  </a:cubicBezTo>
                  <a:cubicBezTo>
                    <a:pt x="302091" y="3034885"/>
                    <a:pt x="306005" y="3046628"/>
                    <a:pt x="293966" y="3060947"/>
                  </a:cubicBezTo>
                  <a:cubicBezTo>
                    <a:pt x="289173" y="3041124"/>
                    <a:pt x="277430" y="3034603"/>
                    <a:pt x="258737" y="3041375"/>
                  </a:cubicBezTo>
                  <a:cubicBezTo>
                    <a:pt x="274260" y="3050096"/>
                    <a:pt x="287308" y="3061839"/>
                    <a:pt x="297880" y="3076604"/>
                  </a:cubicBezTo>
                  <a:cubicBezTo>
                    <a:pt x="294148" y="3084261"/>
                    <a:pt x="288930" y="3090782"/>
                    <a:pt x="282223" y="3096176"/>
                  </a:cubicBezTo>
                  <a:cubicBezTo>
                    <a:pt x="305640" y="3097311"/>
                    <a:pt x="318688" y="3109054"/>
                    <a:pt x="321367" y="3131406"/>
                  </a:cubicBezTo>
                  <a:cubicBezTo>
                    <a:pt x="298651" y="3153240"/>
                    <a:pt x="281688" y="3179341"/>
                    <a:pt x="270480" y="3209693"/>
                  </a:cubicBezTo>
                  <a:cubicBezTo>
                    <a:pt x="268813" y="3319335"/>
                    <a:pt x="268813" y="3428938"/>
                    <a:pt x="270480" y="3538501"/>
                  </a:cubicBezTo>
                  <a:cubicBezTo>
                    <a:pt x="257240" y="3509433"/>
                    <a:pt x="235059" y="3500305"/>
                    <a:pt x="203935" y="3511101"/>
                  </a:cubicBezTo>
                  <a:cubicBezTo>
                    <a:pt x="193579" y="3517489"/>
                    <a:pt x="188361" y="3526625"/>
                    <a:pt x="188278" y="3538501"/>
                  </a:cubicBezTo>
                  <a:cubicBezTo>
                    <a:pt x="172620" y="3538501"/>
                    <a:pt x="156963" y="3538501"/>
                    <a:pt x="141305" y="3538501"/>
                  </a:cubicBezTo>
                  <a:cubicBezTo>
                    <a:pt x="75779" y="3069558"/>
                    <a:pt x="28807" y="2599832"/>
                    <a:pt x="387" y="2129323"/>
                  </a:cubicBezTo>
                  <a:cubicBezTo>
                    <a:pt x="-1060" y="1985689"/>
                    <a:pt x="1550" y="1842156"/>
                    <a:pt x="8216" y="1698741"/>
                  </a:cubicBezTo>
                  <a:cubicBezTo>
                    <a:pt x="28886" y="1517051"/>
                    <a:pt x="62811" y="1336989"/>
                    <a:pt x="109990" y="1158556"/>
                  </a:cubicBezTo>
                  <a:cubicBezTo>
                    <a:pt x="115209" y="1155949"/>
                    <a:pt x="120428" y="1153334"/>
                    <a:pt x="125648" y="1150727"/>
                  </a:cubicBezTo>
                  <a:cubicBezTo>
                    <a:pt x="232768" y="1148120"/>
                    <a:pt x="339761" y="1150735"/>
                    <a:pt x="446627" y="1158556"/>
                  </a:cubicBezTo>
                  <a:cubicBezTo>
                    <a:pt x="468156" y="1196259"/>
                    <a:pt x="492942" y="1198874"/>
                    <a:pt x="521000" y="1166385"/>
                  </a:cubicBezTo>
                  <a:cubicBezTo>
                    <a:pt x="531303" y="1127836"/>
                    <a:pt x="516953" y="1106965"/>
                    <a:pt x="477942" y="1103755"/>
                  </a:cubicBezTo>
                  <a:cubicBezTo>
                    <a:pt x="474670" y="1098102"/>
                    <a:pt x="469456" y="1094188"/>
                    <a:pt x="462285" y="1092012"/>
                  </a:cubicBezTo>
                  <a:cubicBezTo>
                    <a:pt x="467005" y="1077724"/>
                    <a:pt x="472227" y="1063366"/>
                    <a:pt x="477942" y="1048953"/>
                  </a:cubicBezTo>
                  <a:cubicBezTo>
                    <a:pt x="492237" y="1045665"/>
                    <a:pt x="507895" y="1045665"/>
                    <a:pt x="524915" y="1048953"/>
                  </a:cubicBezTo>
                  <a:cubicBezTo>
                    <a:pt x="523748" y="1057189"/>
                    <a:pt x="525048" y="1065018"/>
                    <a:pt x="528829" y="1072440"/>
                  </a:cubicBezTo>
                  <a:cubicBezTo>
                    <a:pt x="532720" y="1054355"/>
                    <a:pt x="534020" y="1036091"/>
                    <a:pt x="532743" y="1017638"/>
                  </a:cubicBezTo>
                  <a:cubicBezTo>
                    <a:pt x="515794" y="1020645"/>
                    <a:pt x="502744" y="1015423"/>
                    <a:pt x="493600" y="1001981"/>
                  </a:cubicBezTo>
                  <a:cubicBezTo>
                    <a:pt x="502744" y="988539"/>
                    <a:pt x="515794" y="983317"/>
                    <a:pt x="532743" y="986323"/>
                  </a:cubicBezTo>
                  <a:cubicBezTo>
                    <a:pt x="529675" y="943163"/>
                    <a:pt x="529675" y="898798"/>
                    <a:pt x="532743" y="853234"/>
                  </a:cubicBezTo>
                  <a:cubicBezTo>
                    <a:pt x="519231" y="855700"/>
                    <a:pt x="506180" y="857000"/>
                    <a:pt x="493600" y="857149"/>
                  </a:cubicBezTo>
                  <a:cubicBezTo>
                    <a:pt x="499463" y="843574"/>
                    <a:pt x="503378" y="829223"/>
                    <a:pt x="505343" y="814090"/>
                  </a:cubicBezTo>
                  <a:cubicBezTo>
                    <a:pt x="513258" y="820643"/>
                    <a:pt x="522394" y="823250"/>
                    <a:pt x="532743" y="821919"/>
                  </a:cubicBezTo>
                  <a:cubicBezTo>
                    <a:pt x="534012" y="806050"/>
                    <a:pt x="532704" y="790393"/>
                    <a:pt x="528829" y="774947"/>
                  </a:cubicBezTo>
                  <a:cubicBezTo>
                    <a:pt x="526222" y="777554"/>
                    <a:pt x="523607" y="780168"/>
                    <a:pt x="521000" y="782775"/>
                  </a:cubicBezTo>
                  <a:cubicBezTo>
                    <a:pt x="517360" y="771572"/>
                    <a:pt x="510831" y="762444"/>
                    <a:pt x="501428" y="755375"/>
                  </a:cubicBezTo>
                  <a:cubicBezTo>
                    <a:pt x="522355" y="745424"/>
                    <a:pt x="522355" y="740210"/>
                    <a:pt x="501428" y="739717"/>
                  </a:cubicBezTo>
                  <a:cubicBezTo>
                    <a:pt x="492676" y="748125"/>
                    <a:pt x="484847" y="757254"/>
                    <a:pt x="477942" y="767118"/>
                  </a:cubicBezTo>
                  <a:cubicBezTo>
                    <a:pt x="470669" y="757809"/>
                    <a:pt x="468062" y="747374"/>
                    <a:pt x="470113" y="735803"/>
                  </a:cubicBezTo>
                  <a:cubicBezTo>
                    <a:pt x="488307" y="734534"/>
                    <a:pt x="501358" y="725406"/>
                    <a:pt x="509257" y="708402"/>
                  </a:cubicBezTo>
                  <a:cubicBezTo>
                    <a:pt x="460674" y="716434"/>
                    <a:pt x="426750" y="743835"/>
                    <a:pt x="407483" y="790604"/>
                  </a:cubicBezTo>
                  <a:cubicBezTo>
                    <a:pt x="419265" y="801110"/>
                    <a:pt x="424483" y="814153"/>
                    <a:pt x="423141" y="829748"/>
                  </a:cubicBezTo>
                  <a:cubicBezTo>
                    <a:pt x="398602" y="823649"/>
                    <a:pt x="377725" y="810607"/>
                    <a:pt x="360511" y="790604"/>
                  </a:cubicBezTo>
                  <a:cubicBezTo>
                    <a:pt x="398157" y="767220"/>
                    <a:pt x="426862" y="739819"/>
                    <a:pt x="446627" y="708402"/>
                  </a:cubicBezTo>
                  <a:cubicBezTo>
                    <a:pt x="439941" y="700401"/>
                    <a:pt x="432113" y="693880"/>
                    <a:pt x="423141" y="688830"/>
                  </a:cubicBezTo>
                  <a:cubicBezTo>
                    <a:pt x="415263" y="692259"/>
                    <a:pt x="415263" y="697473"/>
                    <a:pt x="423141" y="704488"/>
                  </a:cubicBezTo>
                  <a:cubicBezTo>
                    <a:pt x="419214" y="712481"/>
                    <a:pt x="413994" y="713788"/>
                    <a:pt x="407483" y="708402"/>
                  </a:cubicBezTo>
                  <a:cubicBezTo>
                    <a:pt x="401383" y="692791"/>
                    <a:pt x="398773" y="678433"/>
                    <a:pt x="399654" y="665344"/>
                  </a:cubicBezTo>
                  <a:cubicBezTo>
                    <a:pt x="383890" y="678520"/>
                    <a:pt x="370843" y="694177"/>
                    <a:pt x="360511" y="712316"/>
                  </a:cubicBezTo>
                  <a:cubicBezTo>
                    <a:pt x="378022" y="717264"/>
                    <a:pt x="391070" y="727700"/>
                    <a:pt x="399654" y="743631"/>
                  </a:cubicBezTo>
                  <a:cubicBezTo>
                    <a:pt x="375311" y="759093"/>
                    <a:pt x="353130" y="777358"/>
                    <a:pt x="333110" y="798433"/>
                  </a:cubicBezTo>
                  <a:cubicBezTo>
                    <a:pt x="326120" y="788952"/>
                    <a:pt x="319597" y="788952"/>
                    <a:pt x="313538" y="798433"/>
                  </a:cubicBezTo>
                  <a:cubicBezTo>
                    <a:pt x="317650" y="803850"/>
                    <a:pt x="322869" y="807765"/>
                    <a:pt x="329196" y="810176"/>
                  </a:cubicBezTo>
                  <a:cubicBezTo>
                    <a:pt x="316607" y="815327"/>
                    <a:pt x="307473" y="811413"/>
                    <a:pt x="301795" y="798433"/>
                  </a:cubicBezTo>
                  <a:cubicBezTo>
                    <a:pt x="300490" y="802347"/>
                    <a:pt x="299186" y="806262"/>
                    <a:pt x="297880" y="810176"/>
                  </a:cubicBezTo>
                  <a:cubicBezTo>
                    <a:pt x="304744" y="824792"/>
                    <a:pt x="316487" y="833928"/>
                    <a:pt x="333110" y="837577"/>
                  </a:cubicBezTo>
                  <a:cubicBezTo>
                    <a:pt x="340541" y="816439"/>
                    <a:pt x="354893" y="809918"/>
                    <a:pt x="376168" y="818005"/>
                  </a:cubicBezTo>
                  <a:cubicBezTo>
                    <a:pt x="386606" y="831055"/>
                    <a:pt x="386606" y="844098"/>
                    <a:pt x="376168" y="857149"/>
                  </a:cubicBezTo>
                  <a:cubicBezTo>
                    <a:pt x="400855" y="871577"/>
                    <a:pt x="409988" y="865056"/>
                    <a:pt x="403569" y="837577"/>
                  </a:cubicBezTo>
                  <a:cubicBezTo>
                    <a:pt x="410807" y="841859"/>
                    <a:pt x="417331" y="847073"/>
                    <a:pt x="423141" y="853234"/>
                  </a:cubicBezTo>
                  <a:cubicBezTo>
                    <a:pt x="403102" y="870254"/>
                    <a:pt x="403102" y="887219"/>
                    <a:pt x="423141" y="904121"/>
                  </a:cubicBezTo>
                  <a:cubicBezTo>
                    <a:pt x="409898" y="927099"/>
                    <a:pt x="404678" y="951892"/>
                    <a:pt x="407483" y="978494"/>
                  </a:cubicBezTo>
                  <a:cubicBezTo>
                    <a:pt x="382710" y="978949"/>
                    <a:pt x="359224" y="984163"/>
                    <a:pt x="337024" y="994152"/>
                  </a:cubicBezTo>
                  <a:cubicBezTo>
                    <a:pt x="334973" y="982581"/>
                    <a:pt x="337582" y="972145"/>
                    <a:pt x="344853" y="962837"/>
                  </a:cubicBezTo>
                  <a:cubicBezTo>
                    <a:pt x="349441" y="964473"/>
                    <a:pt x="353355" y="967088"/>
                    <a:pt x="356596" y="970666"/>
                  </a:cubicBezTo>
                  <a:cubicBezTo>
                    <a:pt x="359019" y="960754"/>
                    <a:pt x="362934" y="951618"/>
                    <a:pt x="368339" y="943265"/>
                  </a:cubicBezTo>
                  <a:cubicBezTo>
                    <a:pt x="351228" y="938536"/>
                    <a:pt x="349923" y="929408"/>
                    <a:pt x="364425" y="915864"/>
                  </a:cubicBezTo>
                  <a:cubicBezTo>
                    <a:pt x="379683" y="916154"/>
                    <a:pt x="394037" y="912240"/>
                    <a:pt x="407483" y="904121"/>
                  </a:cubicBezTo>
                  <a:cubicBezTo>
                    <a:pt x="392407" y="903150"/>
                    <a:pt x="378055" y="896621"/>
                    <a:pt x="364425" y="884549"/>
                  </a:cubicBezTo>
                  <a:cubicBezTo>
                    <a:pt x="360645" y="891971"/>
                    <a:pt x="359340" y="899800"/>
                    <a:pt x="360511" y="908036"/>
                  </a:cubicBezTo>
                  <a:cubicBezTo>
                    <a:pt x="344309" y="907636"/>
                    <a:pt x="329956" y="912850"/>
                    <a:pt x="317452" y="923693"/>
                  </a:cubicBezTo>
                  <a:cubicBezTo>
                    <a:pt x="303271" y="916459"/>
                    <a:pt x="304576" y="909938"/>
                    <a:pt x="321367" y="904121"/>
                  </a:cubicBezTo>
                  <a:cubicBezTo>
                    <a:pt x="310169" y="892848"/>
                    <a:pt x="297121" y="890233"/>
                    <a:pt x="282223" y="896292"/>
                  </a:cubicBezTo>
                  <a:cubicBezTo>
                    <a:pt x="297048" y="904740"/>
                    <a:pt x="299658" y="915183"/>
                    <a:pt x="290052" y="927608"/>
                  </a:cubicBezTo>
                  <a:cubicBezTo>
                    <a:pt x="282621" y="932438"/>
                    <a:pt x="276097" y="931138"/>
                    <a:pt x="270480" y="923693"/>
                  </a:cubicBezTo>
                  <a:cubicBezTo>
                    <a:pt x="265866" y="951642"/>
                    <a:pt x="255428" y="954257"/>
                    <a:pt x="239165" y="931522"/>
                  </a:cubicBezTo>
                  <a:cubicBezTo>
                    <a:pt x="208321" y="942310"/>
                    <a:pt x="204407" y="959275"/>
                    <a:pt x="227422" y="982409"/>
                  </a:cubicBezTo>
                  <a:cubicBezTo>
                    <a:pt x="218622" y="984358"/>
                    <a:pt x="210793" y="988273"/>
                    <a:pt x="203935" y="994152"/>
                  </a:cubicBezTo>
                  <a:cubicBezTo>
                    <a:pt x="214373" y="1007203"/>
                    <a:pt x="214373" y="1020245"/>
                    <a:pt x="203935" y="1033296"/>
                  </a:cubicBezTo>
                  <a:cubicBezTo>
                    <a:pt x="212792" y="1041939"/>
                    <a:pt x="219316" y="1039332"/>
                    <a:pt x="223507" y="1025467"/>
                  </a:cubicBezTo>
                  <a:cubicBezTo>
                    <a:pt x="227422" y="1029381"/>
                    <a:pt x="231336" y="1033296"/>
                    <a:pt x="235250" y="1037210"/>
                  </a:cubicBezTo>
                  <a:cubicBezTo>
                    <a:pt x="225053" y="1082860"/>
                    <a:pt x="204176" y="1089389"/>
                    <a:pt x="172620" y="1056782"/>
                  </a:cubicBezTo>
                  <a:cubicBezTo>
                    <a:pt x="170011" y="1067218"/>
                    <a:pt x="167401" y="1077662"/>
                    <a:pt x="164791" y="1088097"/>
                  </a:cubicBezTo>
                  <a:cubicBezTo>
                    <a:pt x="170850" y="1097578"/>
                    <a:pt x="177374" y="1097578"/>
                    <a:pt x="184363" y="1088097"/>
                  </a:cubicBezTo>
                  <a:cubicBezTo>
                    <a:pt x="200433" y="1117784"/>
                    <a:pt x="225225" y="1126912"/>
                    <a:pt x="258737" y="1115498"/>
                  </a:cubicBezTo>
                  <a:cubicBezTo>
                    <a:pt x="246799" y="1107599"/>
                    <a:pt x="233750" y="1103684"/>
                    <a:pt x="219593" y="1103755"/>
                  </a:cubicBezTo>
                  <a:cubicBezTo>
                    <a:pt x="219593" y="1095926"/>
                    <a:pt x="219593" y="1088097"/>
                    <a:pt x="219593" y="1080269"/>
                  </a:cubicBezTo>
                  <a:cubicBezTo>
                    <a:pt x="232895" y="1081521"/>
                    <a:pt x="245944" y="1080222"/>
                    <a:pt x="258737" y="1076354"/>
                  </a:cubicBezTo>
                  <a:cubicBezTo>
                    <a:pt x="252410" y="1073943"/>
                    <a:pt x="247192" y="1070028"/>
                    <a:pt x="243079" y="1064611"/>
                  </a:cubicBezTo>
                  <a:cubicBezTo>
                    <a:pt x="254303" y="1058896"/>
                    <a:pt x="263437" y="1051067"/>
                    <a:pt x="270480" y="1041125"/>
                  </a:cubicBezTo>
                  <a:cubicBezTo>
                    <a:pt x="277641" y="1047607"/>
                    <a:pt x="282860" y="1055436"/>
                    <a:pt x="286137" y="1064611"/>
                  </a:cubicBezTo>
                  <a:cubicBezTo>
                    <a:pt x="291754" y="1057166"/>
                    <a:pt x="298279" y="1055866"/>
                    <a:pt x="305709" y="1060697"/>
                  </a:cubicBezTo>
                  <a:cubicBezTo>
                    <a:pt x="294362" y="1069441"/>
                    <a:pt x="281314" y="1074663"/>
                    <a:pt x="266565" y="1076354"/>
                  </a:cubicBezTo>
                  <a:cubicBezTo>
                    <a:pt x="289829" y="1082570"/>
                    <a:pt x="313315" y="1087792"/>
                    <a:pt x="337024" y="1092012"/>
                  </a:cubicBezTo>
                  <a:cubicBezTo>
                    <a:pt x="322926" y="1094493"/>
                    <a:pt x="320317" y="1099715"/>
                    <a:pt x="329196" y="1107669"/>
                  </a:cubicBezTo>
                  <a:cubicBezTo>
                    <a:pt x="274075" y="1121354"/>
                    <a:pt x="219273" y="1130482"/>
                    <a:pt x="164791" y="1135070"/>
                  </a:cubicBezTo>
                  <a:cubicBezTo>
                    <a:pt x="151743" y="1135070"/>
                    <a:pt x="138696" y="1135070"/>
                    <a:pt x="125648" y="1135070"/>
                  </a:cubicBezTo>
                  <a:cubicBezTo>
                    <a:pt x="175493" y="964919"/>
                    <a:pt x="252476" y="808344"/>
                    <a:pt x="356596" y="665344"/>
                  </a:cubicBezTo>
                  <a:cubicBezTo>
                    <a:pt x="614953" y="348848"/>
                    <a:pt x="945069" y="149214"/>
                    <a:pt x="1346935" y="66443"/>
                  </a:cubicBezTo>
                  <a:cubicBezTo>
                    <a:pt x="1787382" y="-19456"/>
                    <a:pt x="2228400" y="-22066"/>
                    <a:pt x="2669997" y="58614"/>
                  </a:cubicBezTo>
                  <a:cubicBezTo>
                    <a:pt x="3314837" y="180272"/>
                    <a:pt x="3721933" y="557358"/>
                    <a:pt x="3891285" y="1189871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AC646A3-018B-41A4-8500-E8A5BCAADC18}"/>
                </a:ext>
              </a:extLst>
            </p:cNvPr>
            <p:cNvSpPr/>
            <p:nvPr/>
          </p:nvSpPr>
          <p:spPr>
            <a:xfrm>
              <a:off x="5760626" y="2258130"/>
              <a:ext cx="407095" cy="196187"/>
            </a:xfrm>
            <a:custGeom>
              <a:avLst/>
              <a:gdLst>
                <a:gd name="connsiteX0" fmla="*/ 46973 w 407095"/>
                <a:gd name="connsiteY0" fmla="*/ 468 h 196187"/>
                <a:gd name="connsiteX1" fmla="*/ 407096 w 407095"/>
                <a:gd name="connsiteY1" fmla="*/ 196188 h 196187"/>
                <a:gd name="connsiteX2" fmla="*/ 140918 w 407095"/>
                <a:gd name="connsiteY2" fmla="*/ 94414 h 196187"/>
                <a:gd name="connsiteX3" fmla="*/ 160490 w 407095"/>
                <a:gd name="connsiteY3" fmla="*/ 70927 h 196187"/>
                <a:gd name="connsiteX4" fmla="*/ 109603 w 407095"/>
                <a:gd name="connsiteY4" fmla="*/ 20040 h 196187"/>
                <a:gd name="connsiteX5" fmla="*/ 0 w 407095"/>
                <a:gd name="connsiteY5" fmla="*/ 4383 h 196187"/>
                <a:gd name="connsiteX6" fmla="*/ 46973 w 407095"/>
                <a:gd name="connsiteY6" fmla="*/ 468 h 196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095" h="196187">
                  <a:moveTo>
                    <a:pt x="46973" y="468"/>
                  </a:moveTo>
                  <a:cubicBezTo>
                    <a:pt x="202162" y="10051"/>
                    <a:pt x="322209" y="75296"/>
                    <a:pt x="407096" y="196188"/>
                  </a:cubicBezTo>
                  <a:cubicBezTo>
                    <a:pt x="325364" y="143719"/>
                    <a:pt x="236640" y="109797"/>
                    <a:pt x="140918" y="94414"/>
                  </a:cubicBezTo>
                  <a:cubicBezTo>
                    <a:pt x="145787" y="85591"/>
                    <a:pt x="152309" y="77762"/>
                    <a:pt x="160490" y="70927"/>
                  </a:cubicBezTo>
                  <a:cubicBezTo>
                    <a:pt x="155456" y="44991"/>
                    <a:pt x="138499" y="28026"/>
                    <a:pt x="109603" y="20040"/>
                  </a:cubicBezTo>
                  <a:cubicBezTo>
                    <a:pt x="73410" y="12540"/>
                    <a:pt x="36873" y="7319"/>
                    <a:pt x="0" y="4383"/>
                  </a:cubicBezTo>
                  <a:cubicBezTo>
                    <a:pt x="15446" y="508"/>
                    <a:pt x="31104" y="-800"/>
                    <a:pt x="46973" y="468"/>
                  </a:cubicBezTo>
                  <a:close/>
                </a:path>
              </a:pathLst>
            </a:custGeom>
            <a:solidFill>
              <a:srgbClr val="82828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BCECA309-CD46-4C7E-9155-46B2217E24FF}"/>
                </a:ext>
              </a:extLst>
            </p:cNvPr>
            <p:cNvSpPr/>
            <p:nvPr/>
          </p:nvSpPr>
          <p:spPr>
            <a:xfrm>
              <a:off x="2918783" y="2258138"/>
              <a:ext cx="375780" cy="196180"/>
            </a:xfrm>
            <a:custGeom>
              <a:avLst/>
              <a:gdLst>
                <a:gd name="connsiteX0" fmla="*/ 336637 w 375780"/>
                <a:gd name="connsiteY0" fmla="*/ 461 h 196180"/>
                <a:gd name="connsiteX1" fmla="*/ 375781 w 375780"/>
                <a:gd name="connsiteY1" fmla="*/ 4375 h 196180"/>
                <a:gd name="connsiteX2" fmla="*/ 274007 w 375780"/>
                <a:gd name="connsiteY2" fmla="*/ 55262 h 196180"/>
                <a:gd name="connsiteX3" fmla="*/ 320979 w 375780"/>
                <a:gd name="connsiteY3" fmla="*/ 86577 h 196180"/>
                <a:gd name="connsiteX4" fmla="*/ 7829 w 375780"/>
                <a:gd name="connsiteY4" fmla="*/ 196180 h 196180"/>
                <a:gd name="connsiteX5" fmla="*/ 0 w 375780"/>
                <a:gd name="connsiteY5" fmla="*/ 192266 h 196180"/>
                <a:gd name="connsiteX6" fmla="*/ 93945 w 375780"/>
                <a:gd name="connsiteY6" fmla="*/ 94406 h 196180"/>
                <a:gd name="connsiteX7" fmla="*/ 336637 w 375780"/>
                <a:gd name="connsiteY7" fmla="*/ 461 h 19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780" h="196180">
                  <a:moveTo>
                    <a:pt x="336637" y="461"/>
                  </a:moveTo>
                  <a:cubicBezTo>
                    <a:pt x="349938" y="-792"/>
                    <a:pt x="362989" y="508"/>
                    <a:pt x="375781" y="4375"/>
                  </a:cubicBezTo>
                  <a:cubicBezTo>
                    <a:pt x="333451" y="5792"/>
                    <a:pt x="299521" y="22757"/>
                    <a:pt x="274007" y="55262"/>
                  </a:cubicBezTo>
                  <a:cubicBezTo>
                    <a:pt x="287465" y="69761"/>
                    <a:pt x="303122" y="80205"/>
                    <a:pt x="320979" y="86577"/>
                  </a:cubicBezTo>
                  <a:cubicBezTo>
                    <a:pt x="207055" y="96716"/>
                    <a:pt x="102674" y="133245"/>
                    <a:pt x="7829" y="196180"/>
                  </a:cubicBezTo>
                  <a:cubicBezTo>
                    <a:pt x="5219" y="194873"/>
                    <a:pt x="2609" y="193573"/>
                    <a:pt x="0" y="192266"/>
                  </a:cubicBezTo>
                  <a:cubicBezTo>
                    <a:pt x="32909" y="160669"/>
                    <a:pt x="64224" y="128054"/>
                    <a:pt x="93945" y="94406"/>
                  </a:cubicBezTo>
                  <a:cubicBezTo>
                    <a:pt x="166839" y="43652"/>
                    <a:pt x="247733" y="12337"/>
                    <a:pt x="336637" y="461"/>
                  </a:cubicBezTo>
                  <a:close/>
                </a:path>
              </a:pathLst>
            </a:custGeom>
            <a:solidFill>
              <a:srgbClr val="7E7F7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371ABF46-3090-43E3-9DE8-B184D8A00192}"/>
                </a:ext>
              </a:extLst>
            </p:cNvPr>
            <p:cNvSpPr/>
            <p:nvPr/>
          </p:nvSpPr>
          <p:spPr>
            <a:xfrm>
              <a:off x="4970187" y="2258599"/>
              <a:ext cx="735637" cy="227036"/>
            </a:xfrm>
            <a:custGeom>
              <a:avLst/>
              <a:gdLst>
                <a:gd name="connsiteX0" fmla="*/ 547747 w 735637"/>
                <a:gd name="connsiteY0" fmla="*/ 0 h 227036"/>
                <a:gd name="connsiteX1" fmla="*/ 712151 w 735637"/>
                <a:gd name="connsiteY1" fmla="*/ 7829 h 227036"/>
                <a:gd name="connsiteX2" fmla="*/ 688665 w 735637"/>
                <a:gd name="connsiteY2" fmla="*/ 35229 h 227036"/>
                <a:gd name="connsiteX3" fmla="*/ 735637 w 735637"/>
                <a:gd name="connsiteY3" fmla="*/ 86116 h 227036"/>
                <a:gd name="connsiteX4" fmla="*/ 500774 w 735637"/>
                <a:gd name="connsiteY4" fmla="*/ 113517 h 227036"/>
                <a:gd name="connsiteX5" fmla="*/ 70192 w 735637"/>
                <a:gd name="connsiteY5" fmla="*/ 223120 h 227036"/>
                <a:gd name="connsiteX6" fmla="*/ 7562 w 735637"/>
                <a:gd name="connsiteY6" fmla="*/ 223120 h 227036"/>
                <a:gd name="connsiteX7" fmla="*/ 3648 w 735637"/>
                <a:gd name="connsiteY7" fmla="*/ 172233 h 227036"/>
                <a:gd name="connsiteX8" fmla="*/ 93678 w 735637"/>
                <a:gd name="connsiteY8" fmla="*/ 113517 h 227036"/>
                <a:gd name="connsiteX9" fmla="*/ 547747 w 735637"/>
                <a:gd name="connsiteY9" fmla="*/ 0 h 22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5637" h="227036">
                  <a:moveTo>
                    <a:pt x="547747" y="0"/>
                  </a:moveTo>
                  <a:cubicBezTo>
                    <a:pt x="602948" y="5903"/>
                    <a:pt x="657749" y="8518"/>
                    <a:pt x="712151" y="7829"/>
                  </a:cubicBezTo>
                  <a:cubicBezTo>
                    <a:pt x="700314" y="13692"/>
                    <a:pt x="692485" y="22829"/>
                    <a:pt x="688665" y="35229"/>
                  </a:cubicBezTo>
                  <a:cubicBezTo>
                    <a:pt x="700972" y="56618"/>
                    <a:pt x="716629" y="73582"/>
                    <a:pt x="735637" y="86116"/>
                  </a:cubicBezTo>
                  <a:cubicBezTo>
                    <a:pt x="656653" y="88809"/>
                    <a:pt x="578365" y="97946"/>
                    <a:pt x="500774" y="113517"/>
                  </a:cubicBezTo>
                  <a:cubicBezTo>
                    <a:pt x="356905" y="148418"/>
                    <a:pt x="213380" y="184955"/>
                    <a:pt x="70192" y="223120"/>
                  </a:cubicBezTo>
                  <a:cubicBezTo>
                    <a:pt x="49313" y="228342"/>
                    <a:pt x="28441" y="228342"/>
                    <a:pt x="7562" y="223120"/>
                  </a:cubicBezTo>
                  <a:cubicBezTo>
                    <a:pt x="-979" y="206961"/>
                    <a:pt x="-2287" y="189996"/>
                    <a:pt x="3648" y="172233"/>
                  </a:cubicBezTo>
                  <a:cubicBezTo>
                    <a:pt x="29428" y="146500"/>
                    <a:pt x="59443" y="126928"/>
                    <a:pt x="93678" y="113517"/>
                  </a:cubicBezTo>
                  <a:cubicBezTo>
                    <a:pt x="239716" y="54300"/>
                    <a:pt x="391070" y="16464"/>
                    <a:pt x="547747" y="0"/>
                  </a:cubicBezTo>
                  <a:close/>
                </a:path>
              </a:pathLst>
            </a:custGeom>
            <a:solidFill>
              <a:srgbClr val="7E7E7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50E48EA-2951-4D2E-8680-F5577DE70CA2}"/>
                </a:ext>
              </a:extLst>
            </p:cNvPr>
            <p:cNvSpPr/>
            <p:nvPr/>
          </p:nvSpPr>
          <p:spPr>
            <a:xfrm>
              <a:off x="3192790" y="2249910"/>
              <a:ext cx="219205" cy="94805"/>
            </a:xfrm>
            <a:custGeom>
              <a:avLst/>
              <a:gdLst>
                <a:gd name="connsiteX0" fmla="*/ 62630 w 219205"/>
                <a:gd name="connsiteY0" fmla="*/ 8689 h 94805"/>
                <a:gd name="connsiteX1" fmla="*/ 125260 w 219205"/>
                <a:gd name="connsiteY1" fmla="*/ 860 h 94805"/>
                <a:gd name="connsiteX2" fmla="*/ 211377 w 219205"/>
                <a:gd name="connsiteY2" fmla="*/ 47833 h 94805"/>
                <a:gd name="connsiteX3" fmla="*/ 133089 w 219205"/>
                <a:gd name="connsiteY3" fmla="*/ 83062 h 94805"/>
                <a:gd name="connsiteX4" fmla="*/ 219205 w 219205"/>
                <a:gd name="connsiteY4" fmla="*/ 94805 h 94805"/>
                <a:gd name="connsiteX5" fmla="*/ 46973 w 219205"/>
                <a:gd name="connsiteY5" fmla="*/ 94805 h 94805"/>
                <a:gd name="connsiteX6" fmla="*/ 0 w 219205"/>
                <a:gd name="connsiteY6" fmla="*/ 63490 h 94805"/>
                <a:gd name="connsiteX7" fmla="*/ 101774 w 219205"/>
                <a:gd name="connsiteY7" fmla="*/ 12603 h 94805"/>
                <a:gd name="connsiteX8" fmla="*/ 62630 w 219205"/>
                <a:gd name="connsiteY8" fmla="*/ 8689 h 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205" h="94805">
                  <a:moveTo>
                    <a:pt x="62630" y="8689"/>
                  </a:moveTo>
                  <a:cubicBezTo>
                    <a:pt x="81795" y="1072"/>
                    <a:pt x="102674" y="-1535"/>
                    <a:pt x="125260" y="860"/>
                  </a:cubicBezTo>
                  <a:cubicBezTo>
                    <a:pt x="156669" y="10764"/>
                    <a:pt x="185377" y="26421"/>
                    <a:pt x="211377" y="47833"/>
                  </a:cubicBezTo>
                  <a:cubicBezTo>
                    <a:pt x="189347" y="67820"/>
                    <a:pt x="163253" y="79563"/>
                    <a:pt x="133089" y="83062"/>
                  </a:cubicBezTo>
                  <a:cubicBezTo>
                    <a:pt x="163277" y="84448"/>
                    <a:pt x="191985" y="88362"/>
                    <a:pt x="219205" y="94805"/>
                  </a:cubicBezTo>
                  <a:cubicBezTo>
                    <a:pt x="161797" y="94805"/>
                    <a:pt x="104381" y="94805"/>
                    <a:pt x="46973" y="94805"/>
                  </a:cubicBezTo>
                  <a:cubicBezTo>
                    <a:pt x="29115" y="88433"/>
                    <a:pt x="13458" y="77989"/>
                    <a:pt x="0" y="63490"/>
                  </a:cubicBezTo>
                  <a:cubicBezTo>
                    <a:pt x="25514" y="30985"/>
                    <a:pt x="59444" y="14020"/>
                    <a:pt x="101774" y="12603"/>
                  </a:cubicBezTo>
                  <a:cubicBezTo>
                    <a:pt x="88982" y="8736"/>
                    <a:pt x="75931" y="7436"/>
                    <a:pt x="62630" y="8689"/>
                  </a:cubicBezTo>
                  <a:close/>
                </a:path>
              </a:pathLst>
            </a:custGeom>
            <a:solidFill>
              <a:srgbClr val="96969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20550AD-B69D-499E-8560-E580A6B40CDC}"/>
                </a:ext>
              </a:extLst>
            </p:cNvPr>
            <p:cNvSpPr/>
            <p:nvPr/>
          </p:nvSpPr>
          <p:spPr>
            <a:xfrm>
              <a:off x="5517934" y="2250772"/>
              <a:ext cx="403181" cy="101772"/>
            </a:xfrm>
            <a:custGeom>
              <a:avLst/>
              <a:gdLst>
                <a:gd name="connsiteX0" fmla="*/ 0 w 403181"/>
                <a:gd name="connsiteY0" fmla="*/ 7827 h 101772"/>
                <a:gd name="connsiteX1" fmla="*/ 289664 w 403181"/>
                <a:gd name="connsiteY1" fmla="*/ 7827 h 101772"/>
                <a:gd name="connsiteX2" fmla="*/ 242692 w 403181"/>
                <a:gd name="connsiteY2" fmla="*/ 11741 h 101772"/>
                <a:gd name="connsiteX3" fmla="*/ 352295 w 403181"/>
                <a:gd name="connsiteY3" fmla="*/ 27399 h 101772"/>
                <a:gd name="connsiteX4" fmla="*/ 403182 w 403181"/>
                <a:gd name="connsiteY4" fmla="*/ 78286 h 101772"/>
                <a:gd name="connsiteX5" fmla="*/ 383610 w 403181"/>
                <a:gd name="connsiteY5" fmla="*/ 101772 h 101772"/>
                <a:gd name="connsiteX6" fmla="*/ 187890 w 403181"/>
                <a:gd name="connsiteY6" fmla="*/ 93943 h 101772"/>
                <a:gd name="connsiteX7" fmla="*/ 140918 w 403181"/>
                <a:gd name="connsiteY7" fmla="*/ 43056 h 101772"/>
                <a:gd name="connsiteX8" fmla="*/ 164404 w 403181"/>
                <a:gd name="connsiteY8" fmla="*/ 15656 h 101772"/>
                <a:gd name="connsiteX9" fmla="*/ 0 w 403181"/>
                <a:gd name="connsiteY9" fmla="*/ 7827 h 10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3181" h="101772">
                  <a:moveTo>
                    <a:pt x="0" y="7827"/>
                  </a:moveTo>
                  <a:cubicBezTo>
                    <a:pt x="96552" y="-2609"/>
                    <a:pt x="193112" y="-2609"/>
                    <a:pt x="289664" y="7827"/>
                  </a:cubicBezTo>
                  <a:cubicBezTo>
                    <a:pt x="273795" y="6559"/>
                    <a:pt x="258138" y="7866"/>
                    <a:pt x="242692" y="11741"/>
                  </a:cubicBezTo>
                  <a:cubicBezTo>
                    <a:pt x="279565" y="14677"/>
                    <a:pt x="316102" y="19899"/>
                    <a:pt x="352295" y="27399"/>
                  </a:cubicBezTo>
                  <a:cubicBezTo>
                    <a:pt x="381191" y="35384"/>
                    <a:pt x="398148" y="52349"/>
                    <a:pt x="403182" y="78286"/>
                  </a:cubicBezTo>
                  <a:cubicBezTo>
                    <a:pt x="395000" y="85120"/>
                    <a:pt x="388479" y="92949"/>
                    <a:pt x="383610" y="101772"/>
                  </a:cubicBezTo>
                  <a:cubicBezTo>
                    <a:pt x="318537" y="95979"/>
                    <a:pt x="253292" y="93372"/>
                    <a:pt x="187890" y="93943"/>
                  </a:cubicBezTo>
                  <a:cubicBezTo>
                    <a:pt x="168882" y="81409"/>
                    <a:pt x="153225" y="64444"/>
                    <a:pt x="140918" y="43056"/>
                  </a:cubicBezTo>
                  <a:cubicBezTo>
                    <a:pt x="144738" y="30655"/>
                    <a:pt x="152567" y="21519"/>
                    <a:pt x="164404" y="15656"/>
                  </a:cubicBezTo>
                  <a:cubicBezTo>
                    <a:pt x="110002" y="16345"/>
                    <a:pt x="55201" y="13730"/>
                    <a:pt x="0" y="7827"/>
                  </a:cubicBezTo>
                  <a:close/>
                </a:path>
              </a:pathLst>
            </a:custGeom>
            <a:solidFill>
              <a:srgbClr val="91919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7777A5F-9A48-4785-AC1A-DD12EFE2A209}"/>
                </a:ext>
              </a:extLst>
            </p:cNvPr>
            <p:cNvSpPr/>
            <p:nvPr/>
          </p:nvSpPr>
          <p:spPr>
            <a:xfrm>
              <a:off x="3318050" y="2250165"/>
              <a:ext cx="806052" cy="235674"/>
            </a:xfrm>
            <a:custGeom>
              <a:avLst/>
              <a:gdLst>
                <a:gd name="connsiteX0" fmla="*/ 0 w 806052"/>
                <a:gd name="connsiteY0" fmla="*/ 605 h 235674"/>
                <a:gd name="connsiteX1" fmla="*/ 23486 w 806052"/>
                <a:gd name="connsiteY1" fmla="*/ 605 h 235674"/>
                <a:gd name="connsiteX2" fmla="*/ 688932 w 806052"/>
                <a:gd name="connsiteY2" fmla="*/ 114122 h 235674"/>
                <a:gd name="connsiteX3" fmla="*/ 802449 w 806052"/>
                <a:gd name="connsiteY3" fmla="*/ 180667 h 235674"/>
                <a:gd name="connsiteX4" fmla="*/ 759390 w 806052"/>
                <a:gd name="connsiteY4" fmla="*/ 235468 h 235674"/>
                <a:gd name="connsiteX5" fmla="*/ 375781 w 806052"/>
                <a:gd name="connsiteY5" fmla="*/ 137608 h 235674"/>
                <a:gd name="connsiteX6" fmla="*/ 93945 w 806052"/>
                <a:gd name="connsiteY6" fmla="*/ 94550 h 235674"/>
                <a:gd name="connsiteX7" fmla="*/ 7829 w 806052"/>
                <a:gd name="connsiteY7" fmla="*/ 82807 h 235674"/>
                <a:gd name="connsiteX8" fmla="*/ 86116 w 806052"/>
                <a:gd name="connsiteY8" fmla="*/ 47577 h 235674"/>
                <a:gd name="connsiteX9" fmla="*/ 0 w 806052"/>
                <a:gd name="connsiteY9" fmla="*/ 605 h 235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052" h="235674">
                  <a:moveTo>
                    <a:pt x="0" y="605"/>
                  </a:moveTo>
                  <a:cubicBezTo>
                    <a:pt x="7829" y="605"/>
                    <a:pt x="15658" y="605"/>
                    <a:pt x="23486" y="605"/>
                  </a:cubicBezTo>
                  <a:cubicBezTo>
                    <a:pt x="252830" y="-5337"/>
                    <a:pt x="474643" y="32499"/>
                    <a:pt x="688932" y="114122"/>
                  </a:cubicBezTo>
                  <a:cubicBezTo>
                    <a:pt x="729986" y="131369"/>
                    <a:pt x="767830" y="153548"/>
                    <a:pt x="802449" y="180667"/>
                  </a:cubicBezTo>
                  <a:cubicBezTo>
                    <a:pt x="813495" y="219591"/>
                    <a:pt x="799145" y="237856"/>
                    <a:pt x="759390" y="235468"/>
                  </a:cubicBezTo>
                  <a:cubicBezTo>
                    <a:pt x="630983" y="205288"/>
                    <a:pt x="503116" y="172666"/>
                    <a:pt x="375781" y="137608"/>
                  </a:cubicBezTo>
                  <a:cubicBezTo>
                    <a:pt x="281992" y="120667"/>
                    <a:pt x="188047" y="106317"/>
                    <a:pt x="93945" y="94550"/>
                  </a:cubicBezTo>
                  <a:cubicBezTo>
                    <a:pt x="66725" y="88107"/>
                    <a:pt x="38017" y="84193"/>
                    <a:pt x="7829" y="82807"/>
                  </a:cubicBezTo>
                  <a:cubicBezTo>
                    <a:pt x="37993" y="79308"/>
                    <a:pt x="64086" y="67564"/>
                    <a:pt x="86116" y="47577"/>
                  </a:cubicBezTo>
                  <a:cubicBezTo>
                    <a:pt x="60117" y="26166"/>
                    <a:pt x="31409" y="10508"/>
                    <a:pt x="0" y="605"/>
                  </a:cubicBezTo>
                  <a:close/>
                </a:path>
              </a:pathLst>
            </a:custGeom>
            <a:solidFill>
              <a:srgbClr val="7F7F7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71C25A2-ED47-4086-B9CA-182A10844B06}"/>
                </a:ext>
              </a:extLst>
            </p:cNvPr>
            <p:cNvSpPr/>
            <p:nvPr/>
          </p:nvSpPr>
          <p:spPr>
            <a:xfrm>
              <a:off x="3098501" y="888565"/>
              <a:ext cx="2912644" cy="1244775"/>
            </a:xfrm>
            <a:custGeom>
              <a:avLst/>
              <a:gdLst>
                <a:gd name="connsiteX0" fmla="*/ 2896987 w 2912644"/>
                <a:gd name="connsiteY0" fmla="*/ 0 h 1244775"/>
                <a:gd name="connsiteX1" fmla="*/ 2912645 w 2912644"/>
                <a:gd name="connsiteY1" fmla="*/ 978596 h 1244775"/>
                <a:gd name="connsiteX2" fmla="*/ 2669953 w 2912644"/>
                <a:gd name="connsiteY2" fmla="*/ 1240860 h 1244775"/>
                <a:gd name="connsiteX3" fmla="*/ 203891 w 2912644"/>
                <a:gd name="connsiteY3" fmla="*/ 1240860 h 1244775"/>
                <a:gd name="connsiteX4" fmla="*/ 23830 w 2912644"/>
                <a:gd name="connsiteY4" fmla="*/ 1103856 h 1244775"/>
                <a:gd name="connsiteX5" fmla="*/ 343 w 2912644"/>
                <a:gd name="connsiteY5" fmla="*/ 1009911 h 1244775"/>
                <a:gd name="connsiteX6" fmla="*/ 8172 w 2912644"/>
                <a:gd name="connsiteY6" fmla="*/ 994253 h 1244775"/>
                <a:gd name="connsiteX7" fmla="*/ 211720 w 2912644"/>
                <a:gd name="connsiteY7" fmla="*/ 1225202 h 1244775"/>
                <a:gd name="connsiteX8" fmla="*/ 2693439 w 2912644"/>
                <a:gd name="connsiteY8" fmla="*/ 1225202 h 1244775"/>
                <a:gd name="connsiteX9" fmla="*/ 2893073 w 2912644"/>
                <a:gd name="connsiteY9" fmla="*/ 1009911 h 1244775"/>
                <a:gd name="connsiteX10" fmla="*/ 2896987 w 2912644"/>
                <a:gd name="connsiteY10" fmla="*/ 0 h 124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2644" h="1244775">
                  <a:moveTo>
                    <a:pt x="2896987" y="0"/>
                  </a:moveTo>
                  <a:cubicBezTo>
                    <a:pt x="2902209" y="326201"/>
                    <a:pt x="2907423" y="652395"/>
                    <a:pt x="2912645" y="978596"/>
                  </a:cubicBezTo>
                  <a:cubicBezTo>
                    <a:pt x="2898107" y="1127523"/>
                    <a:pt x="2817212" y="1214946"/>
                    <a:pt x="2669953" y="1240860"/>
                  </a:cubicBezTo>
                  <a:cubicBezTo>
                    <a:pt x="1847932" y="1246081"/>
                    <a:pt x="1025912" y="1246081"/>
                    <a:pt x="203891" y="1240860"/>
                  </a:cubicBezTo>
                  <a:cubicBezTo>
                    <a:pt x="124453" y="1220066"/>
                    <a:pt x="64430" y="1174401"/>
                    <a:pt x="23830" y="1103856"/>
                  </a:cubicBezTo>
                  <a:cubicBezTo>
                    <a:pt x="9613" y="1074232"/>
                    <a:pt x="1784" y="1042917"/>
                    <a:pt x="343" y="1009911"/>
                  </a:cubicBezTo>
                  <a:cubicBezTo>
                    <a:pt x="-1003" y="1002145"/>
                    <a:pt x="1612" y="996931"/>
                    <a:pt x="8172" y="994253"/>
                  </a:cubicBezTo>
                  <a:cubicBezTo>
                    <a:pt x="21982" y="1118966"/>
                    <a:pt x="89826" y="1195946"/>
                    <a:pt x="211720" y="1225202"/>
                  </a:cubicBezTo>
                  <a:cubicBezTo>
                    <a:pt x="1038962" y="1230424"/>
                    <a:pt x="1866197" y="1230424"/>
                    <a:pt x="2693439" y="1225202"/>
                  </a:cubicBezTo>
                  <a:cubicBezTo>
                    <a:pt x="2808741" y="1198624"/>
                    <a:pt x="2875286" y="1126857"/>
                    <a:pt x="2893073" y="1009911"/>
                  </a:cubicBezTo>
                  <a:cubicBezTo>
                    <a:pt x="2896987" y="673282"/>
                    <a:pt x="2898295" y="336645"/>
                    <a:pt x="2896987" y="0"/>
                  </a:cubicBezTo>
                  <a:close/>
                </a:path>
              </a:pathLst>
            </a:custGeom>
            <a:solidFill>
              <a:srgbClr val="9170B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03CDA7C-BC90-4CD8-BB52-FA4074BD3DF3}"/>
                </a:ext>
              </a:extLst>
            </p:cNvPr>
            <p:cNvSpPr/>
            <p:nvPr/>
          </p:nvSpPr>
          <p:spPr>
            <a:xfrm>
              <a:off x="2551570" y="1366119"/>
              <a:ext cx="1095288" cy="1831931"/>
            </a:xfrm>
            <a:custGeom>
              <a:avLst/>
              <a:gdLst>
                <a:gd name="connsiteX0" fmla="*/ 570761 w 1095288"/>
                <a:gd name="connsiteY0" fmla="*/ 626301 h 1831931"/>
                <a:gd name="connsiteX1" fmla="*/ 570761 w 1095288"/>
                <a:gd name="connsiteY1" fmla="*/ 661531 h 1831931"/>
                <a:gd name="connsiteX2" fmla="*/ 539446 w 1095288"/>
                <a:gd name="connsiteY2" fmla="*/ 641959 h 1831931"/>
                <a:gd name="connsiteX3" fmla="*/ 527703 w 1095288"/>
                <a:gd name="connsiteY3" fmla="*/ 657616 h 1831931"/>
                <a:gd name="connsiteX4" fmla="*/ 519874 w 1095288"/>
                <a:gd name="connsiteY4" fmla="*/ 728075 h 1831931"/>
                <a:gd name="connsiteX5" fmla="*/ 508131 w 1095288"/>
                <a:gd name="connsiteY5" fmla="*/ 735904 h 1831931"/>
                <a:gd name="connsiteX6" fmla="*/ 476816 w 1095288"/>
                <a:gd name="connsiteY6" fmla="*/ 724161 h 1831931"/>
                <a:gd name="connsiteX7" fmla="*/ 476816 w 1095288"/>
                <a:gd name="connsiteY7" fmla="*/ 806363 h 1831931"/>
                <a:gd name="connsiteX8" fmla="*/ 515960 w 1095288"/>
                <a:gd name="connsiteY8" fmla="*/ 806363 h 1831931"/>
                <a:gd name="connsiteX9" fmla="*/ 515960 w 1095288"/>
                <a:gd name="connsiteY9" fmla="*/ 767219 h 1831931"/>
                <a:gd name="connsiteX10" fmla="*/ 492474 w 1095288"/>
                <a:gd name="connsiteY10" fmla="*/ 759390 h 1831931"/>
                <a:gd name="connsiteX11" fmla="*/ 539446 w 1095288"/>
                <a:gd name="connsiteY11" fmla="*/ 720247 h 1831931"/>
                <a:gd name="connsiteX12" fmla="*/ 539446 w 1095288"/>
                <a:gd name="connsiteY12" fmla="*/ 806363 h 1831931"/>
                <a:gd name="connsiteX13" fmla="*/ 562933 w 1095288"/>
                <a:gd name="connsiteY13" fmla="*/ 759390 h 1831931"/>
                <a:gd name="connsiteX14" fmla="*/ 582505 w 1095288"/>
                <a:gd name="connsiteY14" fmla="*/ 790706 h 1831931"/>
                <a:gd name="connsiteX15" fmla="*/ 617734 w 1095288"/>
                <a:gd name="connsiteY15" fmla="*/ 771134 h 1831931"/>
                <a:gd name="connsiteX16" fmla="*/ 617734 w 1095288"/>
                <a:gd name="connsiteY16" fmla="*/ 747647 h 1831931"/>
                <a:gd name="connsiteX17" fmla="*/ 656878 w 1095288"/>
                <a:gd name="connsiteY17" fmla="*/ 747647 h 1831931"/>
                <a:gd name="connsiteX18" fmla="*/ 703850 w 1095288"/>
                <a:gd name="connsiteY18" fmla="*/ 771134 h 1831931"/>
                <a:gd name="connsiteX19" fmla="*/ 703850 w 1095288"/>
                <a:gd name="connsiteY19" fmla="*/ 822021 h 1831931"/>
                <a:gd name="connsiteX20" fmla="*/ 696022 w 1095288"/>
                <a:gd name="connsiteY20" fmla="*/ 829849 h 1831931"/>
                <a:gd name="connsiteX21" fmla="*/ 680364 w 1095288"/>
                <a:gd name="connsiteY21" fmla="*/ 814192 h 1831931"/>
                <a:gd name="connsiteX22" fmla="*/ 660792 w 1095288"/>
                <a:gd name="connsiteY22" fmla="*/ 814192 h 1831931"/>
                <a:gd name="connsiteX23" fmla="*/ 656878 w 1095288"/>
                <a:gd name="connsiteY23" fmla="*/ 872908 h 1831931"/>
                <a:gd name="connsiteX24" fmla="*/ 668621 w 1095288"/>
                <a:gd name="connsiteY24" fmla="*/ 884651 h 1831931"/>
                <a:gd name="connsiteX25" fmla="*/ 715594 w 1095288"/>
                <a:gd name="connsiteY25" fmla="*/ 861164 h 1831931"/>
                <a:gd name="connsiteX26" fmla="*/ 789967 w 1095288"/>
                <a:gd name="connsiteY26" fmla="*/ 884651 h 1831931"/>
                <a:gd name="connsiteX27" fmla="*/ 766481 w 1095288"/>
                <a:gd name="connsiteY27" fmla="*/ 884651 h 1831931"/>
                <a:gd name="connsiteX28" fmla="*/ 703850 w 1095288"/>
                <a:gd name="connsiteY28" fmla="*/ 892479 h 1831931"/>
                <a:gd name="connsiteX29" fmla="*/ 461159 w 1095288"/>
                <a:gd name="connsiteY29" fmla="*/ 986425 h 1831931"/>
                <a:gd name="connsiteX30" fmla="*/ 492474 w 1095288"/>
                <a:gd name="connsiteY30" fmla="*/ 943366 h 1831931"/>
                <a:gd name="connsiteX31" fmla="*/ 453330 w 1095288"/>
                <a:gd name="connsiteY31" fmla="*/ 939452 h 1831931"/>
                <a:gd name="connsiteX32" fmla="*/ 461159 w 1095288"/>
                <a:gd name="connsiteY32" fmla="*/ 915966 h 1831931"/>
                <a:gd name="connsiteX33" fmla="*/ 476816 w 1095288"/>
                <a:gd name="connsiteY33" fmla="*/ 915966 h 1831931"/>
                <a:gd name="connsiteX34" fmla="*/ 445501 w 1095288"/>
                <a:gd name="connsiteY34" fmla="*/ 904223 h 1831931"/>
                <a:gd name="connsiteX35" fmla="*/ 445501 w 1095288"/>
                <a:gd name="connsiteY35" fmla="*/ 880736 h 1831931"/>
                <a:gd name="connsiteX36" fmla="*/ 492474 w 1095288"/>
                <a:gd name="connsiteY36" fmla="*/ 865079 h 1831931"/>
                <a:gd name="connsiteX37" fmla="*/ 465073 w 1095288"/>
                <a:gd name="connsiteY37" fmla="*/ 853336 h 1831931"/>
                <a:gd name="connsiteX38" fmla="*/ 359385 w 1095288"/>
                <a:gd name="connsiteY38" fmla="*/ 896394 h 1831931"/>
                <a:gd name="connsiteX39" fmla="*/ 285011 w 1095288"/>
                <a:gd name="connsiteY39" fmla="*/ 908137 h 1831931"/>
                <a:gd name="connsiteX40" fmla="*/ 210638 w 1095288"/>
                <a:gd name="connsiteY40" fmla="*/ 915966 h 1831931"/>
                <a:gd name="connsiteX41" fmla="*/ 202809 w 1095288"/>
                <a:gd name="connsiteY41" fmla="*/ 861164 h 1831931"/>
                <a:gd name="connsiteX42" fmla="*/ 191066 w 1095288"/>
                <a:gd name="connsiteY42" fmla="*/ 868993 h 1831931"/>
                <a:gd name="connsiteX43" fmla="*/ 187152 w 1095288"/>
                <a:gd name="connsiteY43" fmla="*/ 939452 h 1831931"/>
                <a:gd name="connsiteX44" fmla="*/ 238039 w 1095288"/>
                <a:gd name="connsiteY44" fmla="*/ 923795 h 1831931"/>
                <a:gd name="connsiteX45" fmla="*/ 277183 w 1095288"/>
                <a:gd name="connsiteY45" fmla="*/ 939452 h 1831931"/>
                <a:gd name="connsiteX46" fmla="*/ 355470 w 1095288"/>
                <a:gd name="connsiteY46" fmla="*/ 955110 h 1831931"/>
                <a:gd name="connsiteX47" fmla="*/ 378957 w 1095288"/>
                <a:gd name="connsiteY47" fmla="*/ 931623 h 1831931"/>
                <a:gd name="connsiteX48" fmla="*/ 406357 w 1095288"/>
                <a:gd name="connsiteY48" fmla="*/ 935538 h 1831931"/>
                <a:gd name="connsiteX49" fmla="*/ 414186 w 1095288"/>
                <a:gd name="connsiteY49" fmla="*/ 923795 h 1831931"/>
                <a:gd name="connsiteX50" fmla="*/ 437672 w 1095288"/>
                <a:gd name="connsiteY50" fmla="*/ 947281 h 1831931"/>
                <a:gd name="connsiteX51" fmla="*/ 429844 w 1095288"/>
                <a:gd name="connsiteY51" fmla="*/ 962938 h 1831931"/>
                <a:gd name="connsiteX52" fmla="*/ 433758 w 1095288"/>
                <a:gd name="connsiteY52" fmla="*/ 994253 h 1831931"/>
                <a:gd name="connsiteX53" fmla="*/ 422015 w 1095288"/>
                <a:gd name="connsiteY53" fmla="*/ 978596 h 1831931"/>
                <a:gd name="connsiteX54" fmla="*/ 375042 w 1095288"/>
                <a:gd name="connsiteY54" fmla="*/ 1025569 h 1831931"/>
                <a:gd name="connsiteX55" fmla="*/ 320241 w 1095288"/>
                <a:gd name="connsiteY55" fmla="*/ 1033397 h 1831931"/>
                <a:gd name="connsiteX56" fmla="*/ 281097 w 1095288"/>
                <a:gd name="connsiteY56" fmla="*/ 1002082 h 1831931"/>
                <a:gd name="connsiteX57" fmla="*/ 281097 w 1095288"/>
                <a:gd name="connsiteY57" fmla="*/ 1033397 h 1831931"/>
                <a:gd name="connsiteX58" fmla="*/ 312412 w 1095288"/>
                <a:gd name="connsiteY58" fmla="*/ 1033397 h 1831931"/>
                <a:gd name="connsiteX59" fmla="*/ 312412 w 1095288"/>
                <a:gd name="connsiteY59" fmla="*/ 1080370 h 1831931"/>
                <a:gd name="connsiteX60" fmla="*/ 335898 w 1095288"/>
                <a:gd name="connsiteY60" fmla="*/ 1088199 h 1831931"/>
                <a:gd name="connsiteX61" fmla="*/ 351556 w 1095288"/>
                <a:gd name="connsiteY61" fmla="*/ 1127343 h 1831931"/>
                <a:gd name="connsiteX62" fmla="*/ 378957 w 1095288"/>
                <a:gd name="connsiteY62" fmla="*/ 1127343 h 1831931"/>
                <a:gd name="connsiteX63" fmla="*/ 390700 w 1095288"/>
                <a:gd name="connsiteY63" fmla="*/ 1154743 h 1831931"/>
                <a:gd name="connsiteX64" fmla="*/ 476816 w 1095288"/>
                <a:gd name="connsiteY64" fmla="*/ 1158658 h 1831931"/>
                <a:gd name="connsiteX65" fmla="*/ 468987 w 1095288"/>
                <a:gd name="connsiteY65" fmla="*/ 1127343 h 1831931"/>
                <a:gd name="connsiteX66" fmla="*/ 422015 w 1095288"/>
                <a:gd name="connsiteY66" fmla="*/ 1088199 h 1831931"/>
                <a:gd name="connsiteX67" fmla="*/ 433758 w 1095288"/>
                <a:gd name="connsiteY67" fmla="*/ 1072541 h 1831931"/>
                <a:gd name="connsiteX68" fmla="*/ 496388 w 1095288"/>
                <a:gd name="connsiteY68" fmla="*/ 1056884 h 1831931"/>
                <a:gd name="connsiteX69" fmla="*/ 508131 w 1095288"/>
                <a:gd name="connsiteY69" fmla="*/ 1084284 h 1831931"/>
                <a:gd name="connsiteX70" fmla="*/ 547275 w 1095288"/>
                <a:gd name="connsiteY70" fmla="*/ 1119514 h 1831931"/>
                <a:gd name="connsiteX71" fmla="*/ 617734 w 1095288"/>
                <a:gd name="connsiteY71" fmla="*/ 1150829 h 1831931"/>
                <a:gd name="connsiteX72" fmla="*/ 656878 w 1095288"/>
                <a:gd name="connsiteY72" fmla="*/ 1150829 h 1831931"/>
                <a:gd name="connsiteX73" fmla="*/ 656878 w 1095288"/>
                <a:gd name="connsiteY73" fmla="*/ 1182144 h 1831931"/>
                <a:gd name="connsiteX74" fmla="*/ 727337 w 1095288"/>
                <a:gd name="connsiteY74" fmla="*/ 1178230 h 1831931"/>
                <a:gd name="connsiteX75" fmla="*/ 664707 w 1095288"/>
                <a:gd name="connsiteY75" fmla="*/ 1170401 h 1831931"/>
                <a:gd name="connsiteX76" fmla="*/ 711679 w 1095288"/>
                <a:gd name="connsiteY76" fmla="*/ 1166486 h 1831931"/>
                <a:gd name="connsiteX77" fmla="*/ 797796 w 1095288"/>
                <a:gd name="connsiteY77" fmla="*/ 1182144 h 1831931"/>
                <a:gd name="connsiteX78" fmla="*/ 797796 w 1095288"/>
                <a:gd name="connsiteY78" fmla="*/ 1150829 h 1831931"/>
                <a:gd name="connsiteX79" fmla="*/ 672535 w 1095288"/>
                <a:gd name="connsiteY79" fmla="*/ 1150829 h 1831931"/>
                <a:gd name="connsiteX80" fmla="*/ 668621 w 1095288"/>
                <a:gd name="connsiteY80" fmla="*/ 1111685 h 1831931"/>
                <a:gd name="connsiteX81" fmla="*/ 723422 w 1095288"/>
                <a:gd name="connsiteY81" fmla="*/ 1103856 h 1831931"/>
                <a:gd name="connsiteX82" fmla="*/ 727337 w 1095288"/>
                <a:gd name="connsiteY82" fmla="*/ 1127343 h 1831931"/>
                <a:gd name="connsiteX83" fmla="*/ 821282 w 1095288"/>
                <a:gd name="connsiteY83" fmla="*/ 1139086 h 1831931"/>
                <a:gd name="connsiteX84" fmla="*/ 766481 w 1095288"/>
                <a:gd name="connsiteY84" fmla="*/ 1123428 h 1831931"/>
                <a:gd name="connsiteX85" fmla="*/ 766481 w 1095288"/>
                <a:gd name="connsiteY85" fmla="*/ 1107771 h 1831931"/>
                <a:gd name="connsiteX86" fmla="*/ 801710 w 1095288"/>
                <a:gd name="connsiteY86" fmla="*/ 1080370 h 1831931"/>
                <a:gd name="connsiteX87" fmla="*/ 813453 w 1095288"/>
                <a:gd name="connsiteY87" fmla="*/ 1119514 h 1831931"/>
                <a:gd name="connsiteX88" fmla="*/ 836940 w 1095288"/>
                <a:gd name="connsiteY88" fmla="*/ 1119514 h 1831931"/>
                <a:gd name="connsiteX89" fmla="*/ 876083 w 1095288"/>
                <a:gd name="connsiteY89" fmla="*/ 1096027 h 1831931"/>
                <a:gd name="connsiteX90" fmla="*/ 911313 w 1095288"/>
                <a:gd name="connsiteY90" fmla="*/ 1103856 h 1831931"/>
                <a:gd name="connsiteX91" fmla="*/ 966114 w 1095288"/>
                <a:gd name="connsiteY91" fmla="*/ 1072541 h 1831931"/>
                <a:gd name="connsiteX92" fmla="*/ 970029 w 1095288"/>
                <a:gd name="connsiteY92" fmla="*/ 1103856 h 1831931"/>
                <a:gd name="connsiteX93" fmla="*/ 1040487 w 1095288"/>
                <a:gd name="connsiteY93" fmla="*/ 1056884 h 1831931"/>
                <a:gd name="connsiteX94" fmla="*/ 1028744 w 1095288"/>
                <a:gd name="connsiteY94" fmla="*/ 1025569 h 1831931"/>
                <a:gd name="connsiteX95" fmla="*/ 1060059 w 1095288"/>
                <a:gd name="connsiteY95" fmla="*/ 1033397 h 1831931"/>
                <a:gd name="connsiteX96" fmla="*/ 1067888 w 1095288"/>
                <a:gd name="connsiteY96" fmla="*/ 1017740 h 1831931"/>
                <a:gd name="connsiteX97" fmla="*/ 1095289 w 1095288"/>
                <a:gd name="connsiteY97" fmla="*/ 1037312 h 1831931"/>
                <a:gd name="connsiteX98" fmla="*/ 1048316 w 1095288"/>
                <a:gd name="connsiteY98" fmla="*/ 1052969 h 1831931"/>
                <a:gd name="connsiteX99" fmla="*/ 1056145 w 1095288"/>
                <a:gd name="connsiteY99" fmla="*/ 1088199 h 1831931"/>
                <a:gd name="connsiteX100" fmla="*/ 1009172 w 1095288"/>
                <a:gd name="connsiteY100" fmla="*/ 1107771 h 1831931"/>
                <a:gd name="connsiteX101" fmla="*/ 1009172 w 1095288"/>
                <a:gd name="connsiteY101" fmla="*/ 1123428 h 1831931"/>
                <a:gd name="connsiteX102" fmla="*/ 1009172 w 1095288"/>
                <a:gd name="connsiteY102" fmla="*/ 1150829 h 1831931"/>
                <a:gd name="connsiteX103" fmla="*/ 989600 w 1095288"/>
                <a:gd name="connsiteY103" fmla="*/ 1135171 h 1831931"/>
                <a:gd name="connsiteX104" fmla="*/ 993515 w 1095288"/>
                <a:gd name="connsiteY104" fmla="*/ 1150829 h 1831931"/>
                <a:gd name="connsiteX105" fmla="*/ 993515 w 1095288"/>
                <a:gd name="connsiteY105" fmla="*/ 1182144 h 1831931"/>
                <a:gd name="connsiteX106" fmla="*/ 891741 w 1095288"/>
                <a:gd name="connsiteY106" fmla="*/ 1197801 h 1831931"/>
                <a:gd name="connsiteX107" fmla="*/ 876083 w 1095288"/>
                <a:gd name="connsiteY107" fmla="*/ 1146914 h 1831931"/>
                <a:gd name="connsiteX108" fmla="*/ 1001344 w 1095288"/>
                <a:gd name="connsiteY108" fmla="*/ 1115599 h 1831931"/>
                <a:gd name="connsiteX109" fmla="*/ 954371 w 1095288"/>
                <a:gd name="connsiteY109" fmla="*/ 1119514 h 1831931"/>
                <a:gd name="connsiteX110" fmla="*/ 934799 w 1095288"/>
                <a:gd name="connsiteY110" fmla="*/ 1103856 h 1831931"/>
                <a:gd name="connsiteX111" fmla="*/ 883912 w 1095288"/>
                <a:gd name="connsiteY111" fmla="*/ 1111685 h 1831931"/>
                <a:gd name="connsiteX112" fmla="*/ 883912 w 1095288"/>
                <a:gd name="connsiteY112" fmla="*/ 1131257 h 1831931"/>
                <a:gd name="connsiteX113" fmla="*/ 844768 w 1095288"/>
                <a:gd name="connsiteY113" fmla="*/ 1127343 h 1831931"/>
                <a:gd name="connsiteX114" fmla="*/ 836940 w 1095288"/>
                <a:gd name="connsiteY114" fmla="*/ 1150829 h 1831931"/>
                <a:gd name="connsiteX115" fmla="*/ 813453 w 1095288"/>
                <a:gd name="connsiteY115" fmla="*/ 1150829 h 1831931"/>
                <a:gd name="connsiteX116" fmla="*/ 813453 w 1095288"/>
                <a:gd name="connsiteY116" fmla="*/ 1182144 h 1831931"/>
                <a:gd name="connsiteX117" fmla="*/ 876083 w 1095288"/>
                <a:gd name="connsiteY117" fmla="*/ 1170401 h 1831931"/>
                <a:gd name="connsiteX118" fmla="*/ 868255 w 1095288"/>
                <a:gd name="connsiteY118" fmla="*/ 1178230 h 1831931"/>
                <a:gd name="connsiteX119" fmla="*/ 891741 w 1095288"/>
                <a:gd name="connsiteY119" fmla="*/ 1236945 h 1831931"/>
                <a:gd name="connsiteX120" fmla="*/ 872169 w 1095288"/>
                <a:gd name="connsiteY120" fmla="*/ 1244774 h 1831931"/>
                <a:gd name="connsiteX121" fmla="*/ 860426 w 1095288"/>
                <a:gd name="connsiteY121" fmla="*/ 1225202 h 1831931"/>
                <a:gd name="connsiteX122" fmla="*/ 829111 w 1095288"/>
                <a:gd name="connsiteY122" fmla="*/ 1221288 h 1831931"/>
                <a:gd name="connsiteX123" fmla="*/ 829111 w 1095288"/>
                <a:gd name="connsiteY123" fmla="*/ 1197801 h 1831931"/>
                <a:gd name="connsiteX124" fmla="*/ 719508 w 1095288"/>
                <a:gd name="connsiteY124" fmla="*/ 1205630 h 1831931"/>
                <a:gd name="connsiteX125" fmla="*/ 758652 w 1095288"/>
                <a:gd name="connsiteY125" fmla="*/ 1213459 h 1831931"/>
                <a:gd name="connsiteX126" fmla="*/ 735166 w 1095288"/>
                <a:gd name="connsiteY126" fmla="*/ 1236945 h 1831931"/>
                <a:gd name="connsiteX127" fmla="*/ 680364 w 1095288"/>
                <a:gd name="connsiteY127" fmla="*/ 1201716 h 1831931"/>
                <a:gd name="connsiteX128" fmla="*/ 656878 w 1095288"/>
                <a:gd name="connsiteY128" fmla="*/ 1205630 h 1831931"/>
                <a:gd name="connsiteX129" fmla="*/ 688193 w 1095288"/>
                <a:gd name="connsiteY129" fmla="*/ 1225202 h 1831931"/>
                <a:gd name="connsiteX130" fmla="*/ 672535 w 1095288"/>
                <a:gd name="connsiteY130" fmla="*/ 1236945 h 1831931"/>
                <a:gd name="connsiteX131" fmla="*/ 641220 w 1095288"/>
                <a:gd name="connsiteY131" fmla="*/ 1233031 h 1831931"/>
                <a:gd name="connsiteX132" fmla="*/ 668621 w 1095288"/>
                <a:gd name="connsiteY132" fmla="*/ 1252603 h 1831931"/>
                <a:gd name="connsiteX133" fmla="*/ 676450 w 1095288"/>
                <a:gd name="connsiteY133" fmla="*/ 1244774 h 1831931"/>
                <a:gd name="connsiteX134" fmla="*/ 692107 w 1095288"/>
                <a:gd name="connsiteY134" fmla="*/ 1244774 h 1831931"/>
                <a:gd name="connsiteX135" fmla="*/ 754737 w 1095288"/>
                <a:gd name="connsiteY135" fmla="*/ 1244774 h 1831931"/>
                <a:gd name="connsiteX136" fmla="*/ 789967 w 1095288"/>
                <a:gd name="connsiteY136" fmla="*/ 1264346 h 1831931"/>
                <a:gd name="connsiteX137" fmla="*/ 770395 w 1095288"/>
                <a:gd name="connsiteY137" fmla="*/ 1283918 h 1831931"/>
                <a:gd name="connsiteX138" fmla="*/ 703850 w 1095288"/>
                <a:gd name="connsiteY138" fmla="*/ 1299575 h 1831931"/>
                <a:gd name="connsiteX139" fmla="*/ 692107 w 1095288"/>
                <a:gd name="connsiteY139" fmla="*/ 1291747 h 1831931"/>
                <a:gd name="connsiteX140" fmla="*/ 664707 w 1095288"/>
                <a:gd name="connsiteY140" fmla="*/ 1346548 h 1831931"/>
                <a:gd name="connsiteX141" fmla="*/ 649049 w 1095288"/>
                <a:gd name="connsiteY141" fmla="*/ 1354377 h 1831931"/>
                <a:gd name="connsiteX142" fmla="*/ 629477 w 1095288"/>
                <a:gd name="connsiteY142" fmla="*/ 1346548 h 1831931"/>
                <a:gd name="connsiteX143" fmla="*/ 613820 w 1095288"/>
                <a:gd name="connsiteY143" fmla="*/ 1346548 h 1831931"/>
                <a:gd name="connsiteX144" fmla="*/ 570761 w 1095288"/>
                <a:gd name="connsiteY144" fmla="*/ 1381777 h 1831931"/>
                <a:gd name="connsiteX145" fmla="*/ 523789 w 1095288"/>
                <a:gd name="connsiteY145" fmla="*/ 1393521 h 1831931"/>
                <a:gd name="connsiteX146" fmla="*/ 508131 w 1095288"/>
                <a:gd name="connsiteY146" fmla="*/ 1428750 h 1831931"/>
                <a:gd name="connsiteX147" fmla="*/ 547275 w 1095288"/>
                <a:gd name="connsiteY147" fmla="*/ 1456151 h 1831931"/>
                <a:gd name="connsiteX148" fmla="*/ 570761 w 1095288"/>
                <a:gd name="connsiteY148" fmla="*/ 1463980 h 1831931"/>
                <a:gd name="connsiteX149" fmla="*/ 531618 w 1095288"/>
                <a:gd name="connsiteY149" fmla="*/ 1514867 h 1831931"/>
                <a:gd name="connsiteX150" fmla="*/ 531618 w 1095288"/>
                <a:gd name="connsiteY150" fmla="*/ 1550096 h 1831931"/>
                <a:gd name="connsiteX151" fmla="*/ 594248 w 1095288"/>
                <a:gd name="connsiteY151" fmla="*/ 1561839 h 1831931"/>
                <a:gd name="connsiteX152" fmla="*/ 562933 w 1095288"/>
                <a:gd name="connsiteY152" fmla="*/ 1581411 h 1831931"/>
                <a:gd name="connsiteX153" fmla="*/ 539446 w 1095288"/>
                <a:gd name="connsiteY153" fmla="*/ 1612726 h 1831931"/>
                <a:gd name="connsiteX154" fmla="*/ 504217 w 1095288"/>
                <a:gd name="connsiteY154" fmla="*/ 1597069 h 1831931"/>
                <a:gd name="connsiteX155" fmla="*/ 429844 w 1095288"/>
                <a:gd name="connsiteY155" fmla="*/ 1597069 h 1831931"/>
                <a:gd name="connsiteX156" fmla="*/ 425929 w 1095288"/>
                <a:gd name="connsiteY156" fmla="*/ 1565753 h 1831931"/>
                <a:gd name="connsiteX157" fmla="*/ 406357 w 1095288"/>
                <a:gd name="connsiteY157" fmla="*/ 1620555 h 1831931"/>
                <a:gd name="connsiteX158" fmla="*/ 488559 w 1095288"/>
                <a:gd name="connsiteY158" fmla="*/ 1651870 h 1831931"/>
                <a:gd name="connsiteX159" fmla="*/ 539446 w 1095288"/>
                <a:gd name="connsiteY159" fmla="*/ 1667527 h 1831931"/>
                <a:gd name="connsiteX160" fmla="*/ 539446 w 1095288"/>
                <a:gd name="connsiteY160" fmla="*/ 1636212 h 1831931"/>
                <a:gd name="connsiteX161" fmla="*/ 519874 w 1095288"/>
                <a:gd name="connsiteY161" fmla="*/ 1651870 h 1831931"/>
                <a:gd name="connsiteX162" fmla="*/ 476816 w 1095288"/>
                <a:gd name="connsiteY162" fmla="*/ 1620555 h 1831931"/>
                <a:gd name="connsiteX163" fmla="*/ 535532 w 1095288"/>
                <a:gd name="connsiteY163" fmla="*/ 1628384 h 1831931"/>
                <a:gd name="connsiteX164" fmla="*/ 562933 w 1095288"/>
                <a:gd name="connsiteY164" fmla="*/ 1612726 h 1831931"/>
                <a:gd name="connsiteX165" fmla="*/ 555104 w 1095288"/>
                <a:gd name="connsiteY165" fmla="*/ 1632298 h 1831931"/>
                <a:gd name="connsiteX166" fmla="*/ 609905 w 1095288"/>
                <a:gd name="connsiteY166" fmla="*/ 1628384 h 1831931"/>
                <a:gd name="connsiteX167" fmla="*/ 617734 w 1095288"/>
                <a:gd name="connsiteY167" fmla="*/ 1659699 h 1831931"/>
                <a:gd name="connsiteX168" fmla="*/ 641220 w 1095288"/>
                <a:gd name="connsiteY168" fmla="*/ 1671442 h 1831931"/>
                <a:gd name="connsiteX169" fmla="*/ 633392 w 1095288"/>
                <a:gd name="connsiteY169" fmla="*/ 1679271 h 1831931"/>
                <a:gd name="connsiteX170" fmla="*/ 684279 w 1095288"/>
                <a:gd name="connsiteY170" fmla="*/ 1667527 h 1831931"/>
                <a:gd name="connsiteX171" fmla="*/ 735166 w 1095288"/>
                <a:gd name="connsiteY171" fmla="*/ 1706671 h 1831931"/>
                <a:gd name="connsiteX172" fmla="*/ 723422 w 1095288"/>
                <a:gd name="connsiteY172" fmla="*/ 1714500 h 1831931"/>
                <a:gd name="connsiteX173" fmla="*/ 668621 w 1095288"/>
                <a:gd name="connsiteY173" fmla="*/ 1691014 h 1831931"/>
                <a:gd name="connsiteX174" fmla="*/ 664707 w 1095288"/>
                <a:gd name="connsiteY174" fmla="*/ 1706671 h 1831931"/>
                <a:gd name="connsiteX175" fmla="*/ 617734 w 1095288"/>
                <a:gd name="connsiteY175" fmla="*/ 1714500 h 1831931"/>
                <a:gd name="connsiteX176" fmla="*/ 605991 w 1095288"/>
                <a:gd name="connsiteY176" fmla="*/ 1667527 h 1831931"/>
                <a:gd name="connsiteX177" fmla="*/ 578590 w 1095288"/>
                <a:gd name="connsiteY177" fmla="*/ 1741901 h 1831931"/>
                <a:gd name="connsiteX178" fmla="*/ 672535 w 1095288"/>
                <a:gd name="connsiteY178" fmla="*/ 1730158 h 1831931"/>
                <a:gd name="connsiteX179" fmla="*/ 680364 w 1095288"/>
                <a:gd name="connsiteY179" fmla="*/ 1761473 h 1831931"/>
                <a:gd name="connsiteX180" fmla="*/ 750823 w 1095288"/>
                <a:gd name="connsiteY180" fmla="*/ 1765387 h 1831931"/>
                <a:gd name="connsiteX181" fmla="*/ 742994 w 1095288"/>
                <a:gd name="connsiteY181" fmla="*/ 1773216 h 1831931"/>
                <a:gd name="connsiteX182" fmla="*/ 602077 w 1095288"/>
                <a:gd name="connsiteY182" fmla="*/ 1773216 h 1831931"/>
                <a:gd name="connsiteX183" fmla="*/ 586419 w 1095288"/>
                <a:gd name="connsiteY183" fmla="*/ 1792788 h 1831931"/>
                <a:gd name="connsiteX184" fmla="*/ 508131 w 1095288"/>
                <a:gd name="connsiteY184" fmla="*/ 1781045 h 1831931"/>
                <a:gd name="connsiteX185" fmla="*/ 531618 w 1095288"/>
                <a:gd name="connsiteY185" fmla="*/ 1745815 h 1831931"/>
                <a:gd name="connsiteX186" fmla="*/ 476816 w 1095288"/>
                <a:gd name="connsiteY186" fmla="*/ 1745815 h 1831931"/>
                <a:gd name="connsiteX187" fmla="*/ 492474 w 1095288"/>
                <a:gd name="connsiteY187" fmla="*/ 1781045 h 1831931"/>
                <a:gd name="connsiteX188" fmla="*/ 390700 w 1095288"/>
                <a:gd name="connsiteY188" fmla="*/ 1753644 h 1831931"/>
                <a:gd name="connsiteX189" fmla="*/ 429844 w 1095288"/>
                <a:gd name="connsiteY189" fmla="*/ 1745815 h 1831931"/>
                <a:gd name="connsiteX190" fmla="*/ 429844 w 1095288"/>
                <a:gd name="connsiteY190" fmla="*/ 1714500 h 1831931"/>
                <a:gd name="connsiteX191" fmla="*/ 390700 w 1095288"/>
                <a:gd name="connsiteY191" fmla="*/ 1714500 h 1831931"/>
                <a:gd name="connsiteX192" fmla="*/ 382871 w 1095288"/>
                <a:gd name="connsiteY192" fmla="*/ 1737986 h 1831931"/>
                <a:gd name="connsiteX193" fmla="*/ 343727 w 1095288"/>
                <a:gd name="connsiteY193" fmla="*/ 1730158 h 1831931"/>
                <a:gd name="connsiteX194" fmla="*/ 343727 w 1095288"/>
                <a:gd name="connsiteY194" fmla="*/ 1753644 h 1831931"/>
                <a:gd name="connsiteX195" fmla="*/ 300669 w 1095288"/>
                <a:gd name="connsiteY195" fmla="*/ 1769301 h 1831931"/>
                <a:gd name="connsiteX196" fmla="*/ 288926 w 1095288"/>
                <a:gd name="connsiteY196" fmla="*/ 1745815 h 1831931"/>
                <a:gd name="connsiteX197" fmla="*/ 234124 w 1095288"/>
                <a:gd name="connsiteY197" fmla="*/ 1788873 h 1831931"/>
                <a:gd name="connsiteX198" fmla="*/ 234124 w 1095288"/>
                <a:gd name="connsiteY198" fmla="*/ 1800617 h 1831931"/>
                <a:gd name="connsiteX199" fmla="*/ 234124 w 1095288"/>
                <a:gd name="connsiteY199" fmla="*/ 1831932 h 1831931"/>
                <a:gd name="connsiteX200" fmla="*/ 210638 w 1095288"/>
                <a:gd name="connsiteY200" fmla="*/ 1831932 h 1831931"/>
                <a:gd name="connsiteX201" fmla="*/ 210638 w 1095288"/>
                <a:gd name="connsiteY201" fmla="*/ 1800617 h 1831931"/>
                <a:gd name="connsiteX202" fmla="*/ 171494 w 1095288"/>
                <a:gd name="connsiteY202" fmla="*/ 1800617 h 1831931"/>
                <a:gd name="connsiteX203" fmla="*/ 187152 w 1095288"/>
                <a:gd name="connsiteY203" fmla="*/ 1749730 h 1831931"/>
                <a:gd name="connsiteX204" fmla="*/ 140179 w 1095288"/>
                <a:gd name="connsiteY204" fmla="*/ 1741901 h 1831931"/>
                <a:gd name="connsiteX205" fmla="*/ 128436 w 1095288"/>
                <a:gd name="connsiteY205" fmla="*/ 1691014 h 1831931"/>
                <a:gd name="connsiteX206" fmla="*/ 108864 w 1095288"/>
                <a:gd name="connsiteY206" fmla="*/ 1753644 h 1831931"/>
                <a:gd name="connsiteX207" fmla="*/ 108864 w 1095288"/>
                <a:gd name="connsiteY207" fmla="*/ 1734072 h 1831931"/>
                <a:gd name="connsiteX208" fmla="*/ 77549 w 1095288"/>
                <a:gd name="connsiteY208" fmla="*/ 1718414 h 1831931"/>
                <a:gd name="connsiteX209" fmla="*/ 85378 w 1095288"/>
                <a:gd name="connsiteY209" fmla="*/ 1683185 h 1831931"/>
                <a:gd name="connsiteX210" fmla="*/ 61892 w 1095288"/>
                <a:gd name="connsiteY210" fmla="*/ 1671442 h 1831931"/>
                <a:gd name="connsiteX211" fmla="*/ 69720 w 1095288"/>
                <a:gd name="connsiteY211" fmla="*/ 1632298 h 1831931"/>
                <a:gd name="connsiteX212" fmla="*/ 108864 w 1095288"/>
                <a:gd name="connsiteY212" fmla="*/ 1651870 h 1831931"/>
                <a:gd name="connsiteX213" fmla="*/ 124522 w 1095288"/>
                <a:gd name="connsiteY213" fmla="*/ 1604897 h 1831931"/>
                <a:gd name="connsiteX214" fmla="*/ 101035 w 1095288"/>
                <a:gd name="connsiteY214" fmla="*/ 1597069 h 1831931"/>
                <a:gd name="connsiteX215" fmla="*/ 132350 w 1095288"/>
                <a:gd name="connsiteY215" fmla="*/ 1581411 h 1831931"/>
                <a:gd name="connsiteX216" fmla="*/ 132350 w 1095288"/>
                <a:gd name="connsiteY216" fmla="*/ 1667527 h 1831931"/>
                <a:gd name="connsiteX217" fmla="*/ 163666 w 1095288"/>
                <a:gd name="connsiteY217" fmla="*/ 1659699 h 1831931"/>
                <a:gd name="connsiteX218" fmla="*/ 163666 w 1095288"/>
                <a:gd name="connsiteY218" fmla="*/ 1589240 h 1831931"/>
                <a:gd name="connsiteX219" fmla="*/ 140179 w 1095288"/>
                <a:gd name="connsiteY219" fmla="*/ 1581411 h 1831931"/>
                <a:gd name="connsiteX220" fmla="*/ 163666 w 1095288"/>
                <a:gd name="connsiteY220" fmla="*/ 1518781 h 1831931"/>
                <a:gd name="connsiteX221" fmla="*/ 187152 w 1095288"/>
                <a:gd name="connsiteY221" fmla="*/ 1510952 h 1831931"/>
                <a:gd name="connsiteX222" fmla="*/ 144094 w 1095288"/>
                <a:gd name="connsiteY222" fmla="*/ 1487466 h 1831931"/>
                <a:gd name="connsiteX223" fmla="*/ 148008 w 1095288"/>
                <a:gd name="connsiteY223" fmla="*/ 1463980 h 1831931"/>
                <a:gd name="connsiteX224" fmla="*/ 136265 w 1095288"/>
                <a:gd name="connsiteY224" fmla="*/ 1456151 h 1831931"/>
                <a:gd name="connsiteX225" fmla="*/ 101035 w 1095288"/>
                <a:gd name="connsiteY225" fmla="*/ 1471808 h 1831931"/>
                <a:gd name="connsiteX226" fmla="*/ 101035 w 1095288"/>
                <a:gd name="connsiteY226" fmla="*/ 1495295 h 1831931"/>
                <a:gd name="connsiteX227" fmla="*/ 155837 w 1095288"/>
                <a:gd name="connsiteY227" fmla="*/ 1510952 h 1831931"/>
                <a:gd name="connsiteX228" fmla="*/ 140179 w 1095288"/>
                <a:gd name="connsiteY228" fmla="*/ 1546182 h 1831931"/>
                <a:gd name="connsiteX229" fmla="*/ 101035 w 1095288"/>
                <a:gd name="connsiteY229" fmla="*/ 1550096 h 1831931"/>
                <a:gd name="connsiteX230" fmla="*/ 97121 w 1095288"/>
                <a:gd name="connsiteY230" fmla="*/ 1581411 h 1831931"/>
                <a:gd name="connsiteX231" fmla="*/ 85378 w 1095288"/>
                <a:gd name="connsiteY231" fmla="*/ 1573582 h 1831931"/>
                <a:gd name="connsiteX232" fmla="*/ 77549 w 1095288"/>
                <a:gd name="connsiteY232" fmla="*/ 1510952 h 1831931"/>
                <a:gd name="connsiteX233" fmla="*/ 61892 w 1095288"/>
                <a:gd name="connsiteY233" fmla="*/ 1452236 h 1831931"/>
                <a:gd name="connsiteX234" fmla="*/ 38405 w 1095288"/>
                <a:gd name="connsiteY234" fmla="*/ 1448322 h 1831931"/>
                <a:gd name="connsiteX235" fmla="*/ 38405 w 1095288"/>
                <a:gd name="connsiteY235" fmla="*/ 1424836 h 1831931"/>
                <a:gd name="connsiteX236" fmla="*/ 77549 w 1095288"/>
                <a:gd name="connsiteY236" fmla="*/ 1409178 h 1831931"/>
                <a:gd name="connsiteX237" fmla="*/ 30577 w 1095288"/>
                <a:gd name="connsiteY237" fmla="*/ 1354377 h 1831931"/>
                <a:gd name="connsiteX238" fmla="*/ 61892 w 1095288"/>
                <a:gd name="connsiteY238" fmla="*/ 1307404 h 1831931"/>
                <a:gd name="connsiteX239" fmla="*/ 38405 w 1095288"/>
                <a:gd name="connsiteY239" fmla="*/ 1276089 h 1831931"/>
                <a:gd name="connsiteX240" fmla="*/ 57977 w 1095288"/>
                <a:gd name="connsiteY240" fmla="*/ 1260432 h 1831931"/>
                <a:gd name="connsiteX241" fmla="*/ 57977 w 1095288"/>
                <a:gd name="connsiteY241" fmla="*/ 1205630 h 1831931"/>
                <a:gd name="connsiteX242" fmla="*/ 38405 w 1095288"/>
                <a:gd name="connsiteY242" fmla="*/ 1209545 h 1831931"/>
                <a:gd name="connsiteX243" fmla="*/ 14919 w 1095288"/>
                <a:gd name="connsiteY243" fmla="*/ 1166486 h 1831931"/>
                <a:gd name="connsiteX244" fmla="*/ 65806 w 1095288"/>
                <a:gd name="connsiteY244" fmla="*/ 1111685 h 1831931"/>
                <a:gd name="connsiteX245" fmla="*/ 85378 w 1095288"/>
                <a:gd name="connsiteY245" fmla="*/ 1127343 h 1831931"/>
                <a:gd name="connsiteX246" fmla="*/ 77549 w 1095288"/>
                <a:gd name="connsiteY246" fmla="*/ 1162572 h 1831931"/>
                <a:gd name="connsiteX247" fmla="*/ 124522 w 1095288"/>
                <a:gd name="connsiteY247" fmla="*/ 1166486 h 1831931"/>
                <a:gd name="connsiteX248" fmla="*/ 124522 w 1095288"/>
                <a:gd name="connsiteY248" fmla="*/ 1197801 h 1831931"/>
                <a:gd name="connsiteX249" fmla="*/ 148008 w 1095288"/>
                <a:gd name="connsiteY249" fmla="*/ 1197801 h 1831931"/>
                <a:gd name="connsiteX250" fmla="*/ 155837 w 1095288"/>
                <a:gd name="connsiteY250" fmla="*/ 1162572 h 1831931"/>
                <a:gd name="connsiteX251" fmla="*/ 265440 w 1095288"/>
                <a:gd name="connsiteY251" fmla="*/ 1162572 h 1831931"/>
                <a:gd name="connsiteX252" fmla="*/ 273268 w 1095288"/>
                <a:gd name="connsiteY252" fmla="*/ 1182144 h 1831931"/>
                <a:gd name="connsiteX253" fmla="*/ 312412 w 1095288"/>
                <a:gd name="connsiteY253" fmla="*/ 1143000 h 1831931"/>
                <a:gd name="connsiteX254" fmla="*/ 367214 w 1095288"/>
                <a:gd name="connsiteY254" fmla="*/ 1166486 h 1831931"/>
                <a:gd name="connsiteX255" fmla="*/ 367214 w 1095288"/>
                <a:gd name="connsiteY255" fmla="*/ 1143000 h 1831931"/>
                <a:gd name="connsiteX256" fmla="*/ 304583 w 1095288"/>
                <a:gd name="connsiteY256" fmla="*/ 1119514 h 1831931"/>
                <a:gd name="connsiteX257" fmla="*/ 296755 w 1095288"/>
                <a:gd name="connsiteY257" fmla="*/ 1119514 h 1831931"/>
                <a:gd name="connsiteX258" fmla="*/ 257611 w 1095288"/>
                <a:gd name="connsiteY258" fmla="*/ 1119514 h 1831931"/>
                <a:gd name="connsiteX259" fmla="*/ 257611 w 1095288"/>
                <a:gd name="connsiteY259" fmla="*/ 1064712 h 1831931"/>
                <a:gd name="connsiteX260" fmla="*/ 234124 w 1095288"/>
                <a:gd name="connsiteY260" fmla="*/ 1064712 h 1831931"/>
                <a:gd name="connsiteX261" fmla="*/ 226296 w 1095288"/>
                <a:gd name="connsiteY261" fmla="*/ 1099942 h 1831931"/>
                <a:gd name="connsiteX262" fmla="*/ 163666 w 1095288"/>
                <a:gd name="connsiteY262" fmla="*/ 1096027 h 1831931"/>
                <a:gd name="connsiteX263" fmla="*/ 155837 w 1095288"/>
                <a:gd name="connsiteY263" fmla="*/ 1009911 h 1831931"/>
                <a:gd name="connsiteX264" fmla="*/ 124522 w 1095288"/>
                <a:gd name="connsiteY264" fmla="*/ 1017740 h 1831931"/>
                <a:gd name="connsiteX265" fmla="*/ 124522 w 1095288"/>
                <a:gd name="connsiteY265" fmla="*/ 1049055 h 1831931"/>
                <a:gd name="connsiteX266" fmla="*/ 81464 w 1095288"/>
                <a:gd name="connsiteY266" fmla="*/ 1033397 h 1831931"/>
                <a:gd name="connsiteX267" fmla="*/ 81464 w 1095288"/>
                <a:gd name="connsiteY267" fmla="*/ 1088199 h 1831931"/>
                <a:gd name="connsiteX268" fmla="*/ 26662 w 1095288"/>
                <a:gd name="connsiteY268" fmla="*/ 1056884 h 1831931"/>
                <a:gd name="connsiteX269" fmla="*/ 30577 w 1095288"/>
                <a:gd name="connsiteY269" fmla="*/ 986425 h 1831931"/>
                <a:gd name="connsiteX270" fmla="*/ 18833 w 1095288"/>
                <a:gd name="connsiteY270" fmla="*/ 947281 h 1831931"/>
                <a:gd name="connsiteX271" fmla="*/ 61892 w 1095288"/>
                <a:gd name="connsiteY271" fmla="*/ 947281 h 1831931"/>
                <a:gd name="connsiteX272" fmla="*/ 38405 w 1095288"/>
                <a:gd name="connsiteY272" fmla="*/ 939452 h 1831931"/>
                <a:gd name="connsiteX273" fmla="*/ 38405 w 1095288"/>
                <a:gd name="connsiteY273" fmla="*/ 884651 h 1831931"/>
                <a:gd name="connsiteX274" fmla="*/ 3176 w 1095288"/>
                <a:gd name="connsiteY274" fmla="*/ 868993 h 1831931"/>
                <a:gd name="connsiteX275" fmla="*/ 7090 w 1095288"/>
                <a:gd name="connsiteY275" fmla="*/ 704589 h 1831931"/>
                <a:gd name="connsiteX276" fmla="*/ 30577 w 1095288"/>
                <a:gd name="connsiteY276" fmla="*/ 704589 h 1831931"/>
                <a:gd name="connsiteX277" fmla="*/ 7090 w 1095288"/>
                <a:gd name="connsiteY277" fmla="*/ 626301 h 1831931"/>
                <a:gd name="connsiteX278" fmla="*/ 30577 w 1095288"/>
                <a:gd name="connsiteY278" fmla="*/ 532356 h 1831931"/>
                <a:gd name="connsiteX279" fmla="*/ 46234 w 1095288"/>
                <a:gd name="connsiteY279" fmla="*/ 504955 h 1831931"/>
                <a:gd name="connsiteX280" fmla="*/ 26662 w 1095288"/>
                <a:gd name="connsiteY280" fmla="*/ 493212 h 1831931"/>
                <a:gd name="connsiteX281" fmla="*/ 54063 w 1095288"/>
                <a:gd name="connsiteY281" fmla="*/ 430582 h 1831931"/>
                <a:gd name="connsiteX282" fmla="*/ 54063 w 1095288"/>
                <a:gd name="connsiteY282" fmla="*/ 469726 h 1831931"/>
                <a:gd name="connsiteX283" fmla="*/ 101035 w 1095288"/>
                <a:gd name="connsiteY283" fmla="*/ 469726 h 1831931"/>
                <a:gd name="connsiteX284" fmla="*/ 101035 w 1095288"/>
                <a:gd name="connsiteY284" fmla="*/ 438411 h 1831931"/>
                <a:gd name="connsiteX285" fmla="*/ 65806 w 1095288"/>
                <a:gd name="connsiteY285" fmla="*/ 399267 h 1831931"/>
                <a:gd name="connsiteX286" fmla="*/ 69720 w 1095288"/>
                <a:gd name="connsiteY286" fmla="*/ 422753 h 1831931"/>
                <a:gd name="connsiteX287" fmla="*/ 93207 w 1095288"/>
                <a:gd name="connsiteY287" fmla="*/ 414925 h 1831931"/>
                <a:gd name="connsiteX288" fmla="*/ 93207 w 1095288"/>
                <a:gd name="connsiteY288" fmla="*/ 344466 h 1831931"/>
                <a:gd name="connsiteX289" fmla="*/ 77549 w 1095288"/>
                <a:gd name="connsiteY289" fmla="*/ 332723 h 1831931"/>
                <a:gd name="connsiteX290" fmla="*/ 77549 w 1095288"/>
                <a:gd name="connsiteY290" fmla="*/ 274007 h 1831931"/>
                <a:gd name="connsiteX291" fmla="*/ 93207 w 1095288"/>
                <a:gd name="connsiteY291" fmla="*/ 254435 h 1831931"/>
                <a:gd name="connsiteX292" fmla="*/ 77549 w 1095288"/>
                <a:gd name="connsiteY292" fmla="*/ 242692 h 1831931"/>
                <a:gd name="connsiteX293" fmla="*/ 61892 w 1095288"/>
                <a:gd name="connsiteY293" fmla="*/ 172233 h 1831931"/>
                <a:gd name="connsiteX294" fmla="*/ 77549 w 1095288"/>
                <a:gd name="connsiteY294" fmla="*/ 133089 h 1831931"/>
                <a:gd name="connsiteX295" fmla="*/ 101035 w 1095288"/>
                <a:gd name="connsiteY295" fmla="*/ 187890 h 1831931"/>
                <a:gd name="connsiteX296" fmla="*/ 148008 w 1095288"/>
                <a:gd name="connsiteY296" fmla="*/ 187890 h 1831931"/>
                <a:gd name="connsiteX297" fmla="*/ 163666 w 1095288"/>
                <a:gd name="connsiteY297" fmla="*/ 140918 h 1831931"/>
                <a:gd name="connsiteX298" fmla="*/ 257611 w 1095288"/>
                <a:gd name="connsiteY298" fmla="*/ 78288 h 1831931"/>
                <a:gd name="connsiteX299" fmla="*/ 241953 w 1095288"/>
                <a:gd name="connsiteY299" fmla="*/ 62630 h 1831931"/>
                <a:gd name="connsiteX300" fmla="*/ 187152 w 1095288"/>
                <a:gd name="connsiteY300" fmla="*/ 58716 h 1831931"/>
                <a:gd name="connsiteX301" fmla="*/ 214553 w 1095288"/>
                <a:gd name="connsiteY301" fmla="*/ 62630 h 1831931"/>
                <a:gd name="connsiteX302" fmla="*/ 241953 w 1095288"/>
                <a:gd name="connsiteY302" fmla="*/ 46973 h 1831931"/>
                <a:gd name="connsiteX303" fmla="*/ 390700 w 1095288"/>
                <a:gd name="connsiteY303" fmla="*/ 86116 h 1831931"/>
                <a:gd name="connsiteX304" fmla="*/ 359385 w 1095288"/>
                <a:gd name="connsiteY304" fmla="*/ 70459 h 1831931"/>
                <a:gd name="connsiteX305" fmla="*/ 273268 w 1095288"/>
                <a:gd name="connsiteY305" fmla="*/ 43058 h 1831931"/>
                <a:gd name="connsiteX306" fmla="*/ 304583 w 1095288"/>
                <a:gd name="connsiteY306" fmla="*/ 31315 h 1831931"/>
                <a:gd name="connsiteX307" fmla="*/ 316327 w 1095288"/>
                <a:gd name="connsiteY307" fmla="*/ 0 h 1831931"/>
                <a:gd name="connsiteX308" fmla="*/ 312412 w 1095288"/>
                <a:gd name="connsiteY308" fmla="*/ 11743 h 1831931"/>
                <a:gd name="connsiteX309" fmla="*/ 343727 w 1095288"/>
                <a:gd name="connsiteY309" fmla="*/ 15658 h 1831931"/>
                <a:gd name="connsiteX310" fmla="*/ 343727 w 1095288"/>
                <a:gd name="connsiteY310" fmla="*/ 46973 h 1831931"/>
                <a:gd name="connsiteX311" fmla="*/ 418100 w 1095288"/>
                <a:gd name="connsiteY311" fmla="*/ 54801 h 1831931"/>
                <a:gd name="connsiteX312" fmla="*/ 437672 w 1095288"/>
                <a:gd name="connsiteY312" fmla="*/ 43058 h 1831931"/>
                <a:gd name="connsiteX313" fmla="*/ 390700 w 1095288"/>
                <a:gd name="connsiteY313" fmla="*/ 39144 h 1831931"/>
                <a:gd name="connsiteX314" fmla="*/ 390700 w 1095288"/>
                <a:gd name="connsiteY314" fmla="*/ 15658 h 1831931"/>
                <a:gd name="connsiteX315" fmla="*/ 429844 w 1095288"/>
                <a:gd name="connsiteY315" fmla="*/ 19572 h 1831931"/>
                <a:gd name="connsiteX316" fmla="*/ 429844 w 1095288"/>
                <a:gd name="connsiteY316" fmla="*/ 31315 h 1831931"/>
                <a:gd name="connsiteX317" fmla="*/ 453330 w 1095288"/>
                <a:gd name="connsiteY317" fmla="*/ 15658 h 1831931"/>
                <a:gd name="connsiteX318" fmla="*/ 461159 w 1095288"/>
                <a:gd name="connsiteY318" fmla="*/ 39144 h 1831931"/>
                <a:gd name="connsiteX319" fmla="*/ 484645 w 1095288"/>
                <a:gd name="connsiteY319" fmla="*/ 35229 h 1831931"/>
                <a:gd name="connsiteX320" fmla="*/ 484645 w 1095288"/>
                <a:gd name="connsiteY320" fmla="*/ 50887 h 1831931"/>
                <a:gd name="connsiteX321" fmla="*/ 465073 w 1095288"/>
                <a:gd name="connsiteY321" fmla="*/ 46973 h 1831931"/>
                <a:gd name="connsiteX322" fmla="*/ 465073 w 1095288"/>
                <a:gd name="connsiteY322" fmla="*/ 86116 h 1831931"/>
                <a:gd name="connsiteX323" fmla="*/ 476816 w 1095288"/>
                <a:gd name="connsiteY323" fmla="*/ 62630 h 1831931"/>
                <a:gd name="connsiteX324" fmla="*/ 472902 w 1095288"/>
                <a:gd name="connsiteY324" fmla="*/ 101774 h 1831931"/>
                <a:gd name="connsiteX325" fmla="*/ 445501 w 1095288"/>
                <a:gd name="connsiteY325" fmla="*/ 97860 h 1831931"/>
                <a:gd name="connsiteX326" fmla="*/ 461159 w 1095288"/>
                <a:gd name="connsiteY326" fmla="*/ 105688 h 1831931"/>
                <a:gd name="connsiteX327" fmla="*/ 461159 w 1095288"/>
                <a:gd name="connsiteY327" fmla="*/ 274007 h 1831931"/>
                <a:gd name="connsiteX328" fmla="*/ 476816 w 1095288"/>
                <a:gd name="connsiteY328" fmla="*/ 230949 h 1831931"/>
                <a:gd name="connsiteX329" fmla="*/ 472902 w 1095288"/>
                <a:gd name="connsiteY329" fmla="*/ 125260 h 1831931"/>
                <a:gd name="connsiteX330" fmla="*/ 515960 w 1095288"/>
                <a:gd name="connsiteY330" fmla="*/ 109603 h 1831931"/>
                <a:gd name="connsiteX331" fmla="*/ 508131 w 1095288"/>
                <a:gd name="connsiteY331" fmla="*/ 242692 h 1831931"/>
                <a:gd name="connsiteX332" fmla="*/ 476816 w 1095288"/>
                <a:gd name="connsiteY332" fmla="*/ 246606 h 1831931"/>
                <a:gd name="connsiteX333" fmla="*/ 476816 w 1095288"/>
                <a:gd name="connsiteY333" fmla="*/ 262264 h 1831931"/>
                <a:gd name="connsiteX334" fmla="*/ 515960 w 1095288"/>
                <a:gd name="connsiteY334" fmla="*/ 301408 h 1831931"/>
                <a:gd name="connsiteX335" fmla="*/ 484645 w 1095288"/>
                <a:gd name="connsiteY335" fmla="*/ 313151 h 1831931"/>
                <a:gd name="connsiteX336" fmla="*/ 476816 w 1095288"/>
                <a:gd name="connsiteY336" fmla="*/ 320979 h 1831931"/>
                <a:gd name="connsiteX337" fmla="*/ 476816 w 1095288"/>
                <a:gd name="connsiteY337" fmla="*/ 383610 h 1831931"/>
                <a:gd name="connsiteX338" fmla="*/ 476816 w 1095288"/>
                <a:gd name="connsiteY338" fmla="*/ 422753 h 1831931"/>
                <a:gd name="connsiteX339" fmla="*/ 382871 w 1095288"/>
                <a:gd name="connsiteY339" fmla="*/ 379695 h 1831931"/>
                <a:gd name="connsiteX340" fmla="*/ 445501 w 1095288"/>
                <a:gd name="connsiteY340" fmla="*/ 411010 h 1831931"/>
                <a:gd name="connsiteX341" fmla="*/ 445501 w 1095288"/>
                <a:gd name="connsiteY341" fmla="*/ 434497 h 1831931"/>
                <a:gd name="connsiteX342" fmla="*/ 484645 w 1095288"/>
                <a:gd name="connsiteY342" fmla="*/ 434497 h 1831931"/>
                <a:gd name="connsiteX343" fmla="*/ 468987 w 1095288"/>
                <a:gd name="connsiteY343" fmla="*/ 465812 h 1831931"/>
                <a:gd name="connsiteX344" fmla="*/ 476816 w 1095288"/>
                <a:gd name="connsiteY344" fmla="*/ 469726 h 1831931"/>
                <a:gd name="connsiteX345" fmla="*/ 515960 w 1095288"/>
                <a:gd name="connsiteY345" fmla="*/ 446240 h 1831931"/>
                <a:gd name="connsiteX346" fmla="*/ 519874 w 1095288"/>
                <a:gd name="connsiteY346" fmla="*/ 571500 h 1831931"/>
                <a:gd name="connsiteX347" fmla="*/ 484645 w 1095288"/>
                <a:gd name="connsiteY347" fmla="*/ 540185 h 1831931"/>
                <a:gd name="connsiteX348" fmla="*/ 429844 w 1095288"/>
                <a:gd name="connsiteY348" fmla="*/ 587158 h 1831931"/>
                <a:gd name="connsiteX349" fmla="*/ 429844 w 1095288"/>
                <a:gd name="connsiteY349" fmla="*/ 524527 h 1831931"/>
                <a:gd name="connsiteX350" fmla="*/ 406357 w 1095288"/>
                <a:gd name="connsiteY350" fmla="*/ 587158 h 1831931"/>
                <a:gd name="connsiteX351" fmla="*/ 367214 w 1095288"/>
                <a:gd name="connsiteY351" fmla="*/ 587158 h 1831931"/>
                <a:gd name="connsiteX352" fmla="*/ 382871 w 1095288"/>
                <a:gd name="connsiteY352" fmla="*/ 551928 h 1831931"/>
                <a:gd name="connsiteX353" fmla="*/ 320241 w 1095288"/>
                <a:gd name="connsiteY353" fmla="*/ 532356 h 1831931"/>
                <a:gd name="connsiteX354" fmla="*/ 320241 w 1095288"/>
                <a:gd name="connsiteY354" fmla="*/ 602815 h 1831931"/>
                <a:gd name="connsiteX355" fmla="*/ 390700 w 1095288"/>
                <a:gd name="connsiteY355" fmla="*/ 602815 h 1831931"/>
                <a:gd name="connsiteX356" fmla="*/ 390700 w 1095288"/>
                <a:gd name="connsiteY356" fmla="*/ 665445 h 1831931"/>
                <a:gd name="connsiteX357" fmla="*/ 343727 w 1095288"/>
                <a:gd name="connsiteY357" fmla="*/ 665445 h 1831931"/>
                <a:gd name="connsiteX358" fmla="*/ 343727 w 1095288"/>
                <a:gd name="connsiteY358" fmla="*/ 634130 h 1831931"/>
                <a:gd name="connsiteX359" fmla="*/ 296755 w 1095288"/>
                <a:gd name="connsiteY359" fmla="*/ 634130 h 1831931"/>
                <a:gd name="connsiteX360" fmla="*/ 296755 w 1095288"/>
                <a:gd name="connsiteY360" fmla="*/ 696760 h 1831931"/>
                <a:gd name="connsiteX361" fmla="*/ 265440 w 1095288"/>
                <a:gd name="connsiteY361" fmla="*/ 700675 h 1831931"/>
                <a:gd name="connsiteX362" fmla="*/ 288926 w 1095288"/>
                <a:gd name="connsiteY362" fmla="*/ 735904 h 1831931"/>
                <a:gd name="connsiteX363" fmla="*/ 320241 w 1095288"/>
                <a:gd name="connsiteY363" fmla="*/ 720247 h 1831931"/>
                <a:gd name="connsiteX364" fmla="*/ 320241 w 1095288"/>
                <a:gd name="connsiteY364" fmla="*/ 743733 h 1831931"/>
                <a:gd name="connsiteX365" fmla="*/ 375042 w 1095288"/>
                <a:gd name="connsiteY365" fmla="*/ 751562 h 1831931"/>
                <a:gd name="connsiteX366" fmla="*/ 343727 w 1095288"/>
                <a:gd name="connsiteY366" fmla="*/ 712418 h 1831931"/>
                <a:gd name="connsiteX367" fmla="*/ 375042 w 1095288"/>
                <a:gd name="connsiteY367" fmla="*/ 716332 h 1831931"/>
                <a:gd name="connsiteX368" fmla="*/ 382871 w 1095288"/>
                <a:gd name="connsiteY368" fmla="*/ 743733 h 1831931"/>
                <a:gd name="connsiteX369" fmla="*/ 414186 w 1095288"/>
                <a:gd name="connsiteY369" fmla="*/ 759390 h 1831931"/>
                <a:gd name="connsiteX370" fmla="*/ 410272 w 1095288"/>
                <a:gd name="connsiteY370" fmla="*/ 806363 h 1831931"/>
                <a:gd name="connsiteX371" fmla="*/ 425929 w 1095288"/>
                <a:gd name="connsiteY371" fmla="*/ 728075 h 1831931"/>
                <a:gd name="connsiteX372" fmla="*/ 390700 w 1095288"/>
                <a:gd name="connsiteY372" fmla="*/ 696760 h 1831931"/>
                <a:gd name="connsiteX373" fmla="*/ 422015 w 1095288"/>
                <a:gd name="connsiteY373" fmla="*/ 688932 h 1831931"/>
                <a:gd name="connsiteX374" fmla="*/ 468987 w 1095288"/>
                <a:gd name="connsiteY374" fmla="*/ 653702 h 1831931"/>
                <a:gd name="connsiteX375" fmla="*/ 429844 w 1095288"/>
                <a:gd name="connsiteY375" fmla="*/ 704589 h 1831931"/>
                <a:gd name="connsiteX376" fmla="*/ 437672 w 1095288"/>
                <a:gd name="connsiteY376" fmla="*/ 712418 h 1831931"/>
                <a:gd name="connsiteX377" fmla="*/ 468987 w 1095288"/>
                <a:gd name="connsiteY377" fmla="*/ 692846 h 1831931"/>
                <a:gd name="connsiteX378" fmla="*/ 468987 w 1095288"/>
                <a:gd name="connsiteY378" fmla="*/ 681103 h 1831931"/>
                <a:gd name="connsiteX379" fmla="*/ 508131 w 1095288"/>
                <a:gd name="connsiteY379" fmla="*/ 696760 h 1831931"/>
                <a:gd name="connsiteX380" fmla="*/ 492474 w 1095288"/>
                <a:gd name="connsiteY380" fmla="*/ 645873 h 1831931"/>
                <a:gd name="connsiteX381" fmla="*/ 504217 w 1095288"/>
                <a:gd name="connsiteY381" fmla="*/ 626301 h 1831931"/>
                <a:gd name="connsiteX382" fmla="*/ 523789 w 1095288"/>
                <a:gd name="connsiteY382" fmla="*/ 634130 h 1831931"/>
                <a:gd name="connsiteX383" fmla="*/ 515960 w 1095288"/>
                <a:gd name="connsiteY383" fmla="*/ 594986 h 1831931"/>
                <a:gd name="connsiteX384" fmla="*/ 523789 w 1095288"/>
                <a:gd name="connsiteY384" fmla="*/ 610644 h 1831931"/>
                <a:gd name="connsiteX385" fmla="*/ 570761 w 1095288"/>
                <a:gd name="connsiteY385" fmla="*/ 626301 h 183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</a:cxnLst>
              <a:rect l="l" t="t" r="r" b="b"/>
              <a:pathLst>
                <a:path w="1095288" h="1831931">
                  <a:moveTo>
                    <a:pt x="570761" y="626301"/>
                  </a:moveTo>
                  <a:cubicBezTo>
                    <a:pt x="563614" y="638718"/>
                    <a:pt x="563614" y="650461"/>
                    <a:pt x="570761" y="661531"/>
                  </a:cubicBezTo>
                  <a:cubicBezTo>
                    <a:pt x="558423" y="660341"/>
                    <a:pt x="547988" y="653820"/>
                    <a:pt x="539446" y="641959"/>
                  </a:cubicBezTo>
                  <a:cubicBezTo>
                    <a:pt x="534029" y="646069"/>
                    <a:pt x="530114" y="651291"/>
                    <a:pt x="527703" y="657616"/>
                  </a:cubicBezTo>
                  <a:cubicBezTo>
                    <a:pt x="525096" y="681103"/>
                    <a:pt x="522481" y="704589"/>
                    <a:pt x="519874" y="728075"/>
                  </a:cubicBezTo>
                  <a:cubicBezTo>
                    <a:pt x="516633" y="731653"/>
                    <a:pt x="512719" y="734268"/>
                    <a:pt x="508131" y="735904"/>
                  </a:cubicBezTo>
                  <a:cubicBezTo>
                    <a:pt x="499363" y="725468"/>
                    <a:pt x="488927" y="721554"/>
                    <a:pt x="476816" y="724161"/>
                  </a:cubicBezTo>
                  <a:cubicBezTo>
                    <a:pt x="478499" y="749417"/>
                    <a:pt x="478499" y="776817"/>
                    <a:pt x="476816" y="806363"/>
                  </a:cubicBezTo>
                  <a:cubicBezTo>
                    <a:pt x="489867" y="806363"/>
                    <a:pt x="502910" y="806363"/>
                    <a:pt x="515960" y="806363"/>
                  </a:cubicBezTo>
                  <a:cubicBezTo>
                    <a:pt x="515960" y="793313"/>
                    <a:pt x="515960" y="780270"/>
                    <a:pt x="515960" y="767219"/>
                  </a:cubicBezTo>
                  <a:cubicBezTo>
                    <a:pt x="506761" y="768934"/>
                    <a:pt x="498932" y="766327"/>
                    <a:pt x="492474" y="759390"/>
                  </a:cubicBezTo>
                  <a:cubicBezTo>
                    <a:pt x="514340" y="753691"/>
                    <a:pt x="529997" y="740641"/>
                    <a:pt x="539446" y="720247"/>
                  </a:cubicBezTo>
                  <a:cubicBezTo>
                    <a:pt x="539446" y="748955"/>
                    <a:pt x="539446" y="777655"/>
                    <a:pt x="539446" y="806363"/>
                  </a:cubicBezTo>
                  <a:cubicBezTo>
                    <a:pt x="543455" y="787958"/>
                    <a:pt x="551283" y="772300"/>
                    <a:pt x="562933" y="759390"/>
                  </a:cubicBezTo>
                  <a:cubicBezTo>
                    <a:pt x="572985" y="768237"/>
                    <a:pt x="579506" y="778673"/>
                    <a:pt x="582505" y="790706"/>
                  </a:cubicBezTo>
                  <a:cubicBezTo>
                    <a:pt x="596017" y="787214"/>
                    <a:pt x="607760" y="780693"/>
                    <a:pt x="617734" y="771134"/>
                  </a:cubicBezTo>
                  <a:cubicBezTo>
                    <a:pt x="607298" y="763305"/>
                    <a:pt x="607298" y="755476"/>
                    <a:pt x="617734" y="747647"/>
                  </a:cubicBezTo>
                  <a:cubicBezTo>
                    <a:pt x="630785" y="742426"/>
                    <a:pt x="643827" y="742426"/>
                    <a:pt x="656878" y="747647"/>
                  </a:cubicBezTo>
                  <a:cubicBezTo>
                    <a:pt x="668825" y="762420"/>
                    <a:pt x="684482" y="770249"/>
                    <a:pt x="703850" y="771134"/>
                  </a:cubicBezTo>
                  <a:cubicBezTo>
                    <a:pt x="697376" y="785953"/>
                    <a:pt x="697376" y="802910"/>
                    <a:pt x="703850" y="822021"/>
                  </a:cubicBezTo>
                  <a:cubicBezTo>
                    <a:pt x="701244" y="824628"/>
                    <a:pt x="698629" y="827242"/>
                    <a:pt x="696022" y="829849"/>
                  </a:cubicBezTo>
                  <a:cubicBezTo>
                    <a:pt x="690800" y="824628"/>
                    <a:pt x="685586" y="819414"/>
                    <a:pt x="680364" y="814192"/>
                  </a:cubicBezTo>
                  <a:cubicBezTo>
                    <a:pt x="673123" y="823124"/>
                    <a:pt x="666593" y="823124"/>
                    <a:pt x="660792" y="814192"/>
                  </a:cubicBezTo>
                  <a:cubicBezTo>
                    <a:pt x="659407" y="833889"/>
                    <a:pt x="658107" y="853461"/>
                    <a:pt x="656878" y="872908"/>
                  </a:cubicBezTo>
                  <a:cubicBezTo>
                    <a:pt x="660792" y="876822"/>
                    <a:pt x="664707" y="880736"/>
                    <a:pt x="668621" y="884651"/>
                  </a:cubicBezTo>
                  <a:cubicBezTo>
                    <a:pt x="680896" y="871052"/>
                    <a:pt x="696554" y="863223"/>
                    <a:pt x="715594" y="861164"/>
                  </a:cubicBezTo>
                  <a:cubicBezTo>
                    <a:pt x="740309" y="872180"/>
                    <a:pt x="765103" y="880008"/>
                    <a:pt x="789967" y="884651"/>
                  </a:cubicBezTo>
                  <a:cubicBezTo>
                    <a:pt x="782138" y="884651"/>
                    <a:pt x="774309" y="884651"/>
                    <a:pt x="766481" y="884651"/>
                  </a:cubicBezTo>
                  <a:cubicBezTo>
                    <a:pt x="743895" y="882255"/>
                    <a:pt x="723015" y="884862"/>
                    <a:pt x="703850" y="892479"/>
                  </a:cubicBezTo>
                  <a:cubicBezTo>
                    <a:pt x="614947" y="904356"/>
                    <a:pt x="534052" y="935671"/>
                    <a:pt x="461159" y="986425"/>
                  </a:cubicBezTo>
                  <a:cubicBezTo>
                    <a:pt x="453079" y="961537"/>
                    <a:pt x="463515" y="947179"/>
                    <a:pt x="492474" y="943366"/>
                  </a:cubicBezTo>
                  <a:cubicBezTo>
                    <a:pt x="479682" y="939499"/>
                    <a:pt x="466631" y="938199"/>
                    <a:pt x="453330" y="939452"/>
                  </a:cubicBezTo>
                  <a:cubicBezTo>
                    <a:pt x="451615" y="930253"/>
                    <a:pt x="454222" y="922425"/>
                    <a:pt x="461159" y="915966"/>
                  </a:cubicBezTo>
                  <a:cubicBezTo>
                    <a:pt x="468173" y="923842"/>
                    <a:pt x="473387" y="923842"/>
                    <a:pt x="476816" y="915966"/>
                  </a:cubicBezTo>
                  <a:cubicBezTo>
                    <a:pt x="467195" y="909851"/>
                    <a:pt x="456759" y="905937"/>
                    <a:pt x="445501" y="904223"/>
                  </a:cubicBezTo>
                  <a:cubicBezTo>
                    <a:pt x="464220" y="898813"/>
                    <a:pt x="464220" y="890984"/>
                    <a:pt x="445501" y="880736"/>
                  </a:cubicBezTo>
                  <a:cubicBezTo>
                    <a:pt x="460313" y="873119"/>
                    <a:pt x="475971" y="867897"/>
                    <a:pt x="492474" y="865079"/>
                  </a:cubicBezTo>
                  <a:cubicBezTo>
                    <a:pt x="483792" y="860084"/>
                    <a:pt x="474663" y="856170"/>
                    <a:pt x="465073" y="853336"/>
                  </a:cubicBezTo>
                  <a:cubicBezTo>
                    <a:pt x="433014" y="875233"/>
                    <a:pt x="397784" y="889583"/>
                    <a:pt x="359385" y="896394"/>
                  </a:cubicBezTo>
                  <a:cubicBezTo>
                    <a:pt x="338609" y="926652"/>
                    <a:pt x="313818" y="930566"/>
                    <a:pt x="285011" y="908137"/>
                  </a:cubicBezTo>
                  <a:cubicBezTo>
                    <a:pt x="260702" y="914925"/>
                    <a:pt x="235910" y="917539"/>
                    <a:pt x="210638" y="915966"/>
                  </a:cubicBezTo>
                  <a:cubicBezTo>
                    <a:pt x="213046" y="896989"/>
                    <a:pt x="210436" y="878724"/>
                    <a:pt x="202809" y="861164"/>
                  </a:cubicBezTo>
                  <a:cubicBezTo>
                    <a:pt x="198222" y="862801"/>
                    <a:pt x="194307" y="865415"/>
                    <a:pt x="191066" y="868993"/>
                  </a:cubicBezTo>
                  <a:cubicBezTo>
                    <a:pt x="187168" y="892339"/>
                    <a:pt x="185863" y="915825"/>
                    <a:pt x="187152" y="939452"/>
                  </a:cubicBezTo>
                  <a:cubicBezTo>
                    <a:pt x="204742" y="936203"/>
                    <a:pt x="221704" y="930981"/>
                    <a:pt x="238039" y="923795"/>
                  </a:cubicBezTo>
                  <a:cubicBezTo>
                    <a:pt x="251087" y="929016"/>
                    <a:pt x="264134" y="934230"/>
                    <a:pt x="277183" y="939452"/>
                  </a:cubicBezTo>
                  <a:cubicBezTo>
                    <a:pt x="304522" y="933189"/>
                    <a:pt x="330617" y="938411"/>
                    <a:pt x="355470" y="955110"/>
                  </a:cubicBezTo>
                  <a:cubicBezTo>
                    <a:pt x="365029" y="949066"/>
                    <a:pt x="372858" y="941237"/>
                    <a:pt x="378957" y="931623"/>
                  </a:cubicBezTo>
                  <a:cubicBezTo>
                    <a:pt x="387173" y="939585"/>
                    <a:pt x="396306" y="940893"/>
                    <a:pt x="406357" y="935538"/>
                  </a:cubicBezTo>
                  <a:cubicBezTo>
                    <a:pt x="375815" y="917563"/>
                    <a:pt x="378424" y="913649"/>
                    <a:pt x="414186" y="923795"/>
                  </a:cubicBezTo>
                  <a:cubicBezTo>
                    <a:pt x="420163" y="933338"/>
                    <a:pt x="427991" y="941167"/>
                    <a:pt x="437672" y="947281"/>
                  </a:cubicBezTo>
                  <a:cubicBezTo>
                    <a:pt x="435063" y="952503"/>
                    <a:pt x="432453" y="957717"/>
                    <a:pt x="429844" y="962938"/>
                  </a:cubicBezTo>
                  <a:cubicBezTo>
                    <a:pt x="448287" y="971973"/>
                    <a:pt x="449596" y="982409"/>
                    <a:pt x="433758" y="994253"/>
                  </a:cubicBezTo>
                  <a:cubicBezTo>
                    <a:pt x="431350" y="987928"/>
                    <a:pt x="427435" y="982706"/>
                    <a:pt x="422015" y="978596"/>
                  </a:cubicBezTo>
                  <a:cubicBezTo>
                    <a:pt x="403748" y="991646"/>
                    <a:pt x="388090" y="1007304"/>
                    <a:pt x="375042" y="1025569"/>
                  </a:cubicBezTo>
                  <a:cubicBezTo>
                    <a:pt x="357485" y="1033194"/>
                    <a:pt x="339218" y="1035809"/>
                    <a:pt x="320241" y="1033397"/>
                  </a:cubicBezTo>
                  <a:cubicBezTo>
                    <a:pt x="321151" y="1006701"/>
                    <a:pt x="308103" y="996258"/>
                    <a:pt x="281097" y="1002082"/>
                  </a:cubicBezTo>
                  <a:cubicBezTo>
                    <a:pt x="281097" y="1012518"/>
                    <a:pt x="281097" y="1022961"/>
                    <a:pt x="281097" y="1033397"/>
                  </a:cubicBezTo>
                  <a:cubicBezTo>
                    <a:pt x="291535" y="1033397"/>
                    <a:pt x="301974" y="1033397"/>
                    <a:pt x="312412" y="1033397"/>
                  </a:cubicBezTo>
                  <a:cubicBezTo>
                    <a:pt x="315702" y="1050417"/>
                    <a:pt x="315702" y="1066075"/>
                    <a:pt x="312412" y="1080370"/>
                  </a:cubicBezTo>
                  <a:cubicBezTo>
                    <a:pt x="318871" y="1087306"/>
                    <a:pt x="326700" y="1089913"/>
                    <a:pt x="335898" y="1088199"/>
                  </a:cubicBezTo>
                  <a:cubicBezTo>
                    <a:pt x="334984" y="1103731"/>
                    <a:pt x="340203" y="1116774"/>
                    <a:pt x="351556" y="1127343"/>
                  </a:cubicBezTo>
                  <a:cubicBezTo>
                    <a:pt x="360565" y="1136980"/>
                    <a:pt x="369698" y="1136980"/>
                    <a:pt x="378957" y="1127343"/>
                  </a:cubicBezTo>
                  <a:cubicBezTo>
                    <a:pt x="381380" y="1137254"/>
                    <a:pt x="385294" y="1146390"/>
                    <a:pt x="390700" y="1154743"/>
                  </a:cubicBezTo>
                  <a:cubicBezTo>
                    <a:pt x="419422" y="1148331"/>
                    <a:pt x="448128" y="1149639"/>
                    <a:pt x="476816" y="1158658"/>
                  </a:cubicBezTo>
                  <a:cubicBezTo>
                    <a:pt x="477435" y="1147463"/>
                    <a:pt x="474828" y="1137019"/>
                    <a:pt x="468987" y="1127343"/>
                  </a:cubicBezTo>
                  <a:cubicBezTo>
                    <a:pt x="448613" y="1120023"/>
                    <a:pt x="432956" y="1106972"/>
                    <a:pt x="422015" y="1088199"/>
                  </a:cubicBezTo>
                  <a:cubicBezTo>
                    <a:pt x="424423" y="1081873"/>
                    <a:pt x="428337" y="1076651"/>
                    <a:pt x="433758" y="1072541"/>
                  </a:cubicBezTo>
                  <a:cubicBezTo>
                    <a:pt x="461715" y="1096286"/>
                    <a:pt x="482594" y="1091064"/>
                    <a:pt x="496388" y="1056884"/>
                  </a:cubicBezTo>
                  <a:cubicBezTo>
                    <a:pt x="510151" y="1064470"/>
                    <a:pt x="514066" y="1073606"/>
                    <a:pt x="508131" y="1084284"/>
                  </a:cubicBezTo>
                  <a:cubicBezTo>
                    <a:pt x="520008" y="1097476"/>
                    <a:pt x="533058" y="1109219"/>
                    <a:pt x="547275" y="1119514"/>
                  </a:cubicBezTo>
                  <a:cubicBezTo>
                    <a:pt x="589065" y="1085365"/>
                    <a:pt x="612551" y="1095808"/>
                    <a:pt x="617734" y="1150829"/>
                  </a:cubicBezTo>
                  <a:cubicBezTo>
                    <a:pt x="630785" y="1150829"/>
                    <a:pt x="643827" y="1150829"/>
                    <a:pt x="656878" y="1150829"/>
                  </a:cubicBezTo>
                  <a:cubicBezTo>
                    <a:pt x="656878" y="1161265"/>
                    <a:pt x="656878" y="1171708"/>
                    <a:pt x="656878" y="1182144"/>
                  </a:cubicBezTo>
                  <a:cubicBezTo>
                    <a:pt x="680505" y="1183436"/>
                    <a:pt x="703991" y="1182128"/>
                    <a:pt x="727337" y="1178230"/>
                  </a:cubicBezTo>
                  <a:cubicBezTo>
                    <a:pt x="706457" y="1175622"/>
                    <a:pt x="685586" y="1173008"/>
                    <a:pt x="664707" y="1170401"/>
                  </a:cubicBezTo>
                  <a:cubicBezTo>
                    <a:pt x="680364" y="1169093"/>
                    <a:pt x="696022" y="1167794"/>
                    <a:pt x="711679" y="1166486"/>
                  </a:cubicBezTo>
                  <a:cubicBezTo>
                    <a:pt x="742102" y="1166126"/>
                    <a:pt x="770810" y="1171348"/>
                    <a:pt x="797796" y="1182144"/>
                  </a:cubicBezTo>
                  <a:cubicBezTo>
                    <a:pt x="797796" y="1171708"/>
                    <a:pt x="797796" y="1161265"/>
                    <a:pt x="797796" y="1150829"/>
                  </a:cubicBezTo>
                  <a:cubicBezTo>
                    <a:pt x="755098" y="1149474"/>
                    <a:pt x="713339" y="1149474"/>
                    <a:pt x="672535" y="1150829"/>
                  </a:cubicBezTo>
                  <a:cubicBezTo>
                    <a:pt x="653629" y="1139720"/>
                    <a:pt x="652329" y="1126677"/>
                    <a:pt x="668621" y="1111685"/>
                  </a:cubicBezTo>
                  <a:cubicBezTo>
                    <a:pt x="688913" y="1123287"/>
                    <a:pt x="707178" y="1120672"/>
                    <a:pt x="723422" y="1103856"/>
                  </a:cubicBezTo>
                  <a:cubicBezTo>
                    <a:pt x="727204" y="1111278"/>
                    <a:pt x="728503" y="1119107"/>
                    <a:pt x="727337" y="1127343"/>
                  </a:cubicBezTo>
                  <a:cubicBezTo>
                    <a:pt x="741797" y="1138898"/>
                    <a:pt x="773112" y="1142812"/>
                    <a:pt x="821282" y="1139086"/>
                  </a:cubicBezTo>
                  <a:cubicBezTo>
                    <a:pt x="801373" y="1137990"/>
                    <a:pt x="783101" y="1132776"/>
                    <a:pt x="766481" y="1123428"/>
                  </a:cubicBezTo>
                  <a:cubicBezTo>
                    <a:pt x="776916" y="1118206"/>
                    <a:pt x="776916" y="1112992"/>
                    <a:pt x="766481" y="1107771"/>
                  </a:cubicBezTo>
                  <a:cubicBezTo>
                    <a:pt x="778928" y="1099582"/>
                    <a:pt x="790671" y="1090445"/>
                    <a:pt x="801710" y="1080370"/>
                  </a:cubicBezTo>
                  <a:cubicBezTo>
                    <a:pt x="811645" y="1091369"/>
                    <a:pt x="815559" y="1104412"/>
                    <a:pt x="813453" y="1119514"/>
                  </a:cubicBezTo>
                  <a:cubicBezTo>
                    <a:pt x="781261" y="1128204"/>
                    <a:pt x="789090" y="1128204"/>
                    <a:pt x="836940" y="1119514"/>
                  </a:cubicBezTo>
                  <a:cubicBezTo>
                    <a:pt x="848573" y="1109227"/>
                    <a:pt x="861624" y="1101398"/>
                    <a:pt x="876083" y="1096027"/>
                  </a:cubicBezTo>
                  <a:cubicBezTo>
                    <a:pt x="888836" y="1103253"/>
                    <a:pt x="900580" y="1105868"/>
                    <a:pt x="911313" y="1103856"/>
                  </a:cubicBezTo>
                  <a:cubicBezTo>
                    <a:pt x="925459" y="1086680"/>
                    <a:pt x="943724" y="1076244"/>
                    <a:pt x="966114" y="1072541"/>
                  </a:cubicBezTo>
                  <a:cubicBezTo>
                    <a:pt x="969950" y="1082664"/>
                    <a:pt x="971258" y="1093107"/>
                    <a:pt x="970029" y="1103856"/>
                  </a:cubicBezTo>
                  <a:cubicBezTo>
                    <a:pt x="999825" y="1097906"/>
                    <a:pt x="1023311" y="1082249"/>
                    <a:pt x="1040487" y="1056884"/>
                  </a:cubicBezTo>
                  <a:cubicBezTo>
                    <a:pt x="1028431" y="1048804"/>
                    <a:pt x="1024517" y="1038369"/>
                    <a:pt x="1028744" y="1025569"/>
                  </a:cubicBezTo>
                  <a:cubicBezTo>
                    <a:pt x="1039689" y="1029882"/>
                    <a:pt x="1050133" y="1032489"/>
                    <a:pt x="1060059" y="1033397"/>
                  </a:cubicBezTo>
                  <a:cubicBezTo>
                    <a:pt x="1062666" y="1028176"/>
                    <a:pt x="1065281" y="1022961"/>
                    <a:pt x="1067888" y="1017740"/>
                  </a:cubicBezTo>
                  <a:cubicBezTo>
                    <a:pt x="1073932" y="1028301"/>
                    <a:pt x="1083068" y="1034822"/>
                    <a:pt x="1095289" y="1037312"/>
                  </a:cubicBezTo>
                  <a:cubicBezTo>
                    <a:pt x="1081314" y="1046416"/>
                    <a:pt x="1065657" y="1051638"/>
                    <a:pt x="1048316" y="1052969"/>
                  </a:cubicBezTo>
                  <a:cubicBezTo>
                    <a:pt x="1055206" y="1063585"/>
                    <a:pt x="1057820" y="1075328"/>
                    <a:pt x="1056145" y="1088199"/>
                  </a:cubicBezTo>
                  <a:cubicBezTo>
                    <a:pt x="1036221" y="1085466"/>
                    <a:pt x="1020563" y="1091988"/>
                    <a:pt x="1009172" y="1107771"/>
                  </a:cubicBezTo>
                  <a:cubicBezTo>
                    <a:pt x="1040487" y="1112992"/>
                    <a:pt x="1040487" y="1118206"/>
                    <a:pt x="1009172" y="1123428"/>
                  </a:cubicBezTo>
                  <a:cubicBezTo>
                    <a:pt x="1018810" y="1132690"/>
                    <a:pt x="1018810" y="1141818"/>
                    <a:pt x="1009172" y="1150829"/>
                  </a:cubicBezTo>
                  <a:cubicBezTo>
                    <a:pt x="1003567" y="1144480"/>
                    <a:pt x="997038" y="1139258"/>
                    <a:pt x="989600" y="1135171"/>
                  </a:cubicBezTo>
                  <a:cubicBezTo>
                    <a:pt x="962646" y="1145850"/>
                    <a:pt x="963953" y="1151072"/>
                    <a:pt x="993515" y="1150829"/>
                  </a:cubicBezTo>
                  <a:cubicBezTo>
                    <a:pt x="993515" y="1161265"/>
                    <a:pt x="993515" y="1171708"/>
                    <a:pt x="993515" y="1182144"/>
                  </a:cubicBezTo>
                  <a:cubicBezTo>
                    <a:pt x="957667" y="1179427"/>
                    <a:pt x="923745" y="1184649"/>
                    <a:pt x="891741" y="1197801"/>
                  </a:cubicBezTo>
                  <a:cubicBezTo>
                    <a:pt x="893174" y="1178731"/>
                    <a:pt x="887952" y="1161766"/>
                    <a:pt x="876083" y="1146914"/>
                  </a:cubicBezTo>
                  <a:cubicBezTo>
                    <a:pt x="920786" y="1147760"/>
                    <a:pt x="962544" y="1137324"/>
                    <a:pt x="1001344" y="1115599"/>
                  </a:cubicBezTo>
                  <a:cubicBezTo>
                    <a:pt x="985475" y="1111701"/>
                    <a:pt x="969817" y="1113008"/>
                    <a:pt x="954371" y="1119514"/>
                  </a:cubicBezTo>
                  <a:cubicBezTo>
                    <a:pt x="945391" y="1117024"/>
                    <a:pt x="938862" y="1111810"/>
                    <a:pt x="934799" y="1103856"/>
                  </a:cubicBezTo>
                  <a:cubicBezTo>
                    <a:pt x="919361" y="1119060"/>
                    <a:pt x="902396" y="1121675"/>
                    <a:pt x="883912" y="1111685"/>
                  </a:cubicBezTo>
                  <a:cubicBezTo>
                    <a:pt x="874432" y="1117744"/>
                    <a:pt x="874432" y="1124266"/>
                    <a:pt x="883912" y="1131257"/>
                  </a:cubicBezTo>
                  <a:cubicBezTo>
                    <a:pt x="870329" y="1136353"/>
                    <a:pt x="857279" y="1135054"/>
                    <a:pt x="844768" y="1127343"/>
                  </a:cubicBezTo>
                  <a:cubicBezTo>
                    <a:pt x="837832" y="1133801"/>
                    <a:pt x="835225" y="1141630"/>
                    <a:pt x="836940" y="1150829"/>
                  </a:cubicBezTo>
                  <a:cubicBezTo>
                    <a:pt x="829111" y="1150829"/>
                    <a:pt x="821282" y="1150829"/>
                    <a:pt x="813453" y="1150829"/>
                  </a:cubicBezTo>
                  <a:cubicBezTo>
                    <a:pt x="813453" y="1161265"/>
                    <a:pt x="813453" y="1171708"/>
                    <a:pt x="813453" y="1182144"/>
                  </a:cubicBezTo>
                  <a:cubicBezTo>
                    <a:pt x="835280" y="1179263"/>
                    <a:pt x="856151" y="1175348"/>
                    <a:pt x="876083" y="1170401"/>
                  </a:cubicBezTo>
                  <a:cubicBezTo>
                    <a:pt x="873476" y="1173008"/>
                    <a:pt x="870862" y="1175622"/>
                    <a:pt x="868255" y="1178230"/>
                  </a:cubicBezTo>
                  <a:cubicBezTo>
                    <a:pt x="880421" y="1195641"/>
                    <a:pt x="888249" y="1215213"/>
                    <a:pt x="891741" y="1236945"/>
                  </a:cubicBezTo>
                  <a:cubicBezTo>
                    <a:pt x="885220" y="1239552"/>
                    <a:pt x="878690" y="1242167"/>
                    <a:pt x="872169" y="1244774"/>
                  </a:cubicBezTo>
                  <a:cubicBezTo>
                    <a:pt x="854625" y="1243365"/>
                    <a:pt x="850710" y="1236843"/>
                    <a:pt x="860426" y="1225202"/>
                  </a:cubicBezTo>
                  <a:cubicBezTo>
                    <a:pt x="850303" y="1221366"/>
                    <a:pt x="839860" y="1220059"/>
                    <a:pt x="829111" y="1221288"/>
                  </a:cubicBezTo>
                  <a:cubicBezTo>
                    <a:pt x="829111" y="1213459"/>
                    <a:pt x="829111" y="1205630"/>
                    <a:pt x="829111" y="1197801"/>
                  </a:cubicBezTo>
                  <a:cubicBezTo>
                    <a:pt x="792206" y="1195241"/>
                    <a:pt x="755677" y="1197856"/>
                    <a:pt x="719508" y="1205630"/>
                  </a:cubicBezTo>
                  <a:cubicBezTo>
                    <a:pt x="733897" y="1211024"/>
                    <a:pt x="746948" y="1213631"/>
                    <a:pt x="758652" y="1213459"/>
                  </a:cubicBezTo>
                  <a:cubicBezTo>
                    <a:pt x="750823" y="1221288"/>
                    <a:pt x="742994" y="1229117"/>
                    <a:pt x="735166" y="1236945"/>
                  </a:cubicBezTo>
                  <a:cubicBezTo>
                    <a:pt x="715977" y="1226330"/>
                    <a:pt x="697713" y="1214586"/>
                    <a:pt x="680364" y="1201716"/>
                  </a:cubicBezTo>
                  <a:cubicBezTo>
                    <a:pt x="671479" y="1195852"/>
                    <a:pt x="663650" y="1197152"/>
                    <a:pt x="656878" y="1205630"/>
                  </a:cubicBezTo>
                  <a:cubicBezTo>
                    <a:pt x="665427" y="1216050"/>
                    <a:pt x="675870" y="1222572"/>
                    <a:pt x="688193" y="1225202"/>
                  </a:cubicBezTo>
                  <a:cubicBezTo>
                    <a:pt x="684083" y="1230620"/>
                    <a:pt x="678861" y="1234534"/>
                    <a:pt x="672535" y="1236945"/>
                  </a:cubicBezTo>
                  <a:cubicBezTo>
                    <a:pt x="662609" y="1229680"/>
                    <a:pt x="652173" y="1228373"/>
                    <a:pt x="641220" y="1233031"/>
                  </a:cubicBezTo>
                  <a:cubicBezTo>
                    <a:pt x="652423" y="1236671"/>
                    <a:pt x="661552" y="1243201"/>
                    <a:pt x="668621" y="1252603"/>
                  </a:cubicBezTo>
                  <a:cubicBezTo>
                    <a:pt x="671228" y="1249996"/>
                    <a:pt x="673843" y="1247381"/>
                    <a:pt x="676450" y="1244774"/>
                  </a:cubicBezTo>
                  <a:cubicBezTo>
                    <a:pt x="681672" y="1265653"/>
                    <a:pt x="686885" y="1265653"/>
                    <a:pt x="692107" y="1244774"/>
                  </a:cubicBezTo>
                  <a:cubicBezTo>
                    <a:pt x="711961" y="1247577"/>
                    <a:pt x="732833" y="1247577"/>
                    <a:pt x="754737" y="1244774"/>
                  </a:cubicBezTo>
                  <a:cubicBezTo>
                    <a:pt x="766402" y="1251170"/>
                    <a:pt x="778146" y="1257691"/>
                    <a:pt x="789967" y="1264346"/>
                  </a:cubicBezTo>
                  <a:cubicBezTo>
                    <a:pt x="780831" y="1268260"/>
                    <a:pt x="774309" y="1274782"/>
                    <a:pt x="770395" y="1283918"/>
                  </a:cubicBezTo>
                  <a:cubicBezTo>
                    <a:pt x="747480" y="1279675"/>
                    <a:pt x="725301" y="1284896"/>
                    <a:pt x="703850" y="1299575"/>
                  </a:cubicBezTo>
                  <a:cubicBezTo>
                    <a:pt x="699263" y="1297939"/>
                    <a:pt x="695348" y="1295324"/>
                    <a:pt x="692107" y="1291747"/>
                  </a:cubicBezTo>
                  <a:cubicBezTo>
                    <a:pt x="674681" y="1305721"/>
                    <a:pt x="665552" y="1323986"/>
                    <a:pt x="664707" y="1346548"/>
                  </a:cubicBezTo>
                  <a:cubicBezTo>
                    <a:pt x="659485" y="1349155"/>
                    <a:pt x="654271" y="1351770"/>
                    <a:pt x="649049" y="1354377"/>
                  </a:cubicBezTo>
                  <a:cubicBezTo>
                    <a:pt x="641252" y="1355050"/>
                    <a:pt x="634730" y="1352435"/>
                    <a:pt x="629477" y="1346548"/>
                  </a:cubicBezTo>
                  <a:cubicBezTo>
                    <a:pt x="624255" y="1367427"/>
                    <a:pt x="619041" y="1367427"/>
                    <a:pt x="613820" y="1346548"/>
                  </a:cubicBezTo>
                  <a:cubicBezTo>
                    <a:pt x="599587" y="1352365"/>
                    <a:pt x="585229" y="1364108"/>
                    <a:pt x="570761" y="1381777"/>
                  </a:cubicBezTo>
                  <a:cubicBezTo>
                    <a:pt x="555151" y="1392487"/>
                    <a:pt x="539493" y="1396402"/>
                    <a:pt x="523789" y="1393521"/>
                  </a:cubicBezTo>
                  <a:cubicBezTo>
                    <a:pt x="532768" y="1409844"/>
                    <a:pt x="527547" y="1421587"/>
                    <a:pt x="508131" y="1428750"/>
                  </a:cubicBezTo>
                  <a:cubicBezTo>
                    <a:pt x="526615" y="1430292"/>
                    <a:pt x="539666" y="1439429"/>
                    <a:pt x="547275" y="1456151"/>
                  </a:cubicBezTo>
                  <a:cubicBezTo>
                    <a:pt x="558196" y="1445856"/>
                    <a:pt x="566025" y="1448471"/>
                    <a:pt x="570761" y="1463980"/>
                  </a:cubicBezTo>
                  <a:cubicBezTo>
                    <a:pt x="560561" y="1483058"/>
                    <a:pt x="547510" y="1500023"/>
                    <a:pt x="531618" y="1514867"/>
                  </a:cubicBezTo>
                  <a:cubicBezTo>
                    <a:pt x="535266" y="1525036"/>
                    <a:pt x="535266" y="1536779"/>
                    <a:pt x="531618" y="1550096"/>
                  </a:cubicBezTo>
                  <a:cubicBezTo>
                    <a:pt x="552489" y="1553486"/>
                    <a:pt x="573361" y="1557400"/>
                    <a:pt x="594248" y="1561839"/>
                  </a:cubicBezTo>
                  <a:cubicBezTo>
                    <a:pt x="583616" y="1569151"/>
                    <a:pt x="573173" y="1575680"/>
                    <a:pt x="562933" y="1581411"/>
                  </a:cubicBezTo>
                  <a:cubicBezTo>
                    <a:pt x="554219" y="1590759"/>
                    <a:pt x="546391" y="1601194"/>
                    <a:pt x="539446" y="1612726"/>
                  </a:cubicBezTo>
                  <a:cubicBezTo>
                    <a:pt x="530146" y="1602236"/>
                    <a:pt x="518403" y="1597014"/>
                    <a:pt x="504217" y="1597069"/>
                  </a:cubicBezTo>
                  <a:cubicBezTo>
                    <a:pt x="480065" y="1602016"/>
                    <a:pt x="455271" y="1602016"/>
                    <a:pt x="429844" y="1597069"/>
                  </a:cubicBezTo>
                  <a:cubicBezTo>
                    <a:pt x="431070" y="1586320"/>
                    <a:pt x="429765" y="1575876"/>
                    <a:pt x="425929" y="1565753"/>
                  </a:cubicBezTo>
                  <a:cubicBezTo>
                    <a:pt x="411640" y="1581255"/>
                    <a:pt x="405116" y="1599519"/>
                    <a:pt x="406357" y="1620555"/>
                  </a:cubicBezTo>
                  <a:cubicBezTo>
                    <a:pt x="439396" y="1612515"/>
                    <a:pt x="466795" y="1622950"/>
                    <a:pt x="488559" y="1651870"/>
                  </a:cubicBezTo>
                  <a:cubicBezTo>
                    <a:pt x="505751" y="1656489"/>
                    <a:pt x="522708" y="1661711"/>
                    <a:pt x="539446" y="1667527"/>
                  </a:cubicBezTo>
                  <a:cubicBezTo>
                    <a:pt x="549882" y="1657092"/>
                    <a:pt x="549882" y="1646648"/>
                    <a:pt x="539446" y="1636212"/>
                  </a:cubicBezTo>
                  <a:cubicBezTo>
                    <a:pt x="533841" y="1642562"/>
                    <a:pt x="527312" y="1647783"/>
                    <a:pt x="519874" y="1651870"/>
                  </a:cubicBezTo>
                  <a:cubicBezTo>
                    <a:pt x="504209" y="1642327"/>
                    <a:pt x="489859" y="1631883"/>
                    <a:pt x="476816" y="1620555"/>
                  </a:cubicBezTo>
                  <a:cubicBezTo>
                    <a:pt x="498001" y="1610432"/>
                    <a:pt x="517573" y="1613047"/>
                    <a:pt x="535532" y="1628384"/>
                  </a:cubicBezTo>
                  <a:cubicBezTo>
                    <a:pt x="545592" y="1624861"/>
                    <a:pt x="554728" y="1619639"/>
                    <a:pt x="562933" y="1612726"/>
                  </a:cubicBezTo>
                  <a:cubicBezTo>
                    <a:pt x="571576" y="1621581"/>
                    <a:pt x="568969" y="1628110"/>
                    <a:pt x="555104" y="1632298"/>
                  </a:cubicBezTo>
                  <a:cubicBezTo>
                    <a:pt x="573885" y="1637864"/>
                    <a:pt x="592150" y="1636557"/>
                    <a:pt x="609905" y="1628384"/>
                  </a:cubicBezTo>
                  <a:cubicBezTo>
                    <a:pt x="612512" y="1638819"/>
                    <a:pt x="615127" y="1649263"/>
                    <a:pt x="617734" y="1659699"/>
                  </a:cubicBezTo>
                  <a:cubicBezTo>
                    <a:pt x="624592" y="1665578"/>
                    <a:pt x="632421" y="1669493"/>
                    <a:pt x="641220" y="1671442"/>
                  </a:cubicBezTo>
                  <a:cubicBezTo>
                    <a:pt x="638613" y="1674049"/>
                    <a:pt x="635999" y="1676664"/>
                    <a:pt x="633392" y="1679271"/>
                  </a:cubicBezTo>
                  <a:cubicBezTo>
                    <a:pt x="653457" y="1686457"/>
                    <a:pt x="670422" y="1682543"/>
                    <a:pt x="684279" y="1667527"/>
                  </a:cubicBezTo>
                  <a:cubicBezTo>
                    <a:pt x="697752" y="1684892"/>
                    <a:pt x="714717" y="1697942"/>
                    <a:pt x="735166" y="1706671"/>
                  </a:cubicBezTo>
                  <a:cubicBezTo>
                    <a:pt x="731251" y="1709278"/>
                    <a:pt x="727337" y="1711893"/>
                    <a:pt x="723422" y="1714500"/>
                  </a:cubicBezTo>
                  <a:cubicBezTo>
                    <a:pt x="706708" y="1703688"/>
                    <a:pt x="688443" y="1695860"/>
                    <a:pt x="668621" y="1691014"/>
                  </a:cubicBezTo>
                  <a:cubicBezTo>
                    <a:pt x="655101" y="1692157"/>
                    <a:pt x="653793" y="1697378"/>
                    <a:pt x="664707" y="1706671"/>
                  </a:cubicBezTo>
                  <a:cubicBezTo>
                    <a:pt x="649863" y="1714234"/>
                    <a:pt x="634206" y="1716841"/>
                    <a:pt x="617734" y="1714500"/>
                  </a:cubicBezTo>
                  <a:cubicBezTo>
                    <a:pt x="620231" y="1696885"/>
                    <a:pt x="616317" y="1681228"/>
                    <a:pt x="605991" y="1667527"/>
                  </a:cubicBezTo>
                  <a:cubicBezTo>
                    <a:pt x="594310" y="1694153"/>
                    <a:pt x="585174" y="1718947"/>
                    <a:pt x="578590" y="1741901"/>
                  </a:cubicBezTo>
                  <a:cubicBezTo>
                    <a:pt x="611855" y="1749706"/>
                    <a:pt x="643170" y="1745792"/>
                    <a:pt x="672535" y="1730158"/>
                  </a:cubicBezTo>
                  <a:cubicBezTo>
                    <a:pt x="679808" y="1739466"/>
                    <a:pt x="682415" y="1749902"/>
                    <a:pt x="680364" y="1761473"/>
                  </a:cubicBezTo>
                  <a:cubicBezTo>
                    <a:pt x="703991" y="1760181"/>
                    <a:pt x="727478" y="1761488"/>
                    <a:pt x="750823" y="1765387"/>
                  </a:cubicBezTo>
                  <a:cubicBezTo>
                    <a:pt x="748216" y="1767994"/>
                    <a:pt x="745601" y="1770609"/>
                    <a:pt x="742994" y="1773216"/>
                  </a:cubicBezTo>
                  <a:cubicBezTo>
                    <a:pt x="696077" y="1772183"/>
                    <a:pt x="649104" y="1772183"/>
                    <a:pt x="602077" y="1773216"/>
                  </a:cubicBezTo>
                  <a:cubicBezTo>
                    <a:pt x="588580" y="1776723"/>
                    <a:pt x="583358" y="1783252"/>
                    <a:pt x="586419" y="1792788"/>
                  </a:cubicBezTo>
                  <a:cubicBezTo>
                    <a:pt x="560764" y="1786885"/>
                    <a:pt x="534671" y="1782970"/>
                    <a:pt x="508131" y="1781045"/>
                  </a:cubicBezTo>
                  <a:cubicBezTo>
                    <a:pt x="526631" y="1776434"/>
                    <a:pt x="534459" y="1764690"/>
                    <a:pt x="531618" y="1745815"/>
                  </a:cubicBezTo>
                  <a:cubicBezTo>
                    <a:pt x="513353" y="1745815"/>
                    <a:pt x="495081" y="1745815"/>
                    <a:pt x="476816" y="1745815"/>
                  </a:cubicBezTo>
                  <a:cubicBezTo>
                    <a:pt x="474679" y="1761089"/>
                    <a:pt x="479893" y="1772832"/>
                    <a:pt x="492474" y="1781045"/>
                  </a:cubicBezTo>
                  <a:cubicBezTo>
                    <a:pt x="455154" y="1785953"/>
                    <a:pt x="421232" y="1776817"/>
                    <a:pt x="390700" y="1753644"/>
                  </a:cubicBezTo>
                  <a:cubicBezTo>
                    <a:pt x="402798" y="1746191"/>
                    <a:pt x="415846" y="1743584"/>
                    <a:pt x="429844" y="1745815"/>
                  </a:cubicBezTo>
                  <a:cubicBezTo>
                    <a:pt x="429844" y="1735379"/>
                    <a:pt x="429844" y="1724936"/>
                    <a:pt x="429844" y="1714500"/>
                  </a:cubicBezTo>
                  <a:cubicBezTo>
                    <a:pt x="416795" y="1714500"/>
                    <a:pt x="403748" y="1714500"/>
                    <a:pt x="390700" y="1714500"/>
                  </a:cubicBezTo>
                  <a:cubicBezTo>
                    <a:pt x="392414" y="1723699"/>
                    <a:pt x="389805" y="1731528"/>
                    <a:pt x="382871" y="1737986"/>
                  </a:cubicBezTo>
                  <a:cubicBezTo>
                    <a:pt x="370573" y="1731653"/>
                    <a:pt x="357525" y="1729038"/>
                    <a:pt x="343727" y="1730158"/>
                  </a:cubicBezTo>
                  <a:cubicBezTo>
                    <a:pt x="343727" y="1737986"/>
                    <a:pt x="343727" y="1745815"/>
                    <a:pt x="343727" y="1753644"/>
                  </a:cubicBezTo>
                  <a:cubicBezTo>
                    <a:pt x="326329" y="1751123"/>
                    <a:pt x="311976" y="1756345"/>
                    <a:pt x="300669" y="1769301"/>
                  </a:cubicBezTo>
                  <a:cubicBezTo>
                    <a:pt x="298718" y="1760502"/>
                    <a:pt x="294804" y="1752673"/>
                    <a:pt x="288926" y="1745815"/>
                  </a:cubicBezTo>
                  <a:cubicBezTo>
                    <a:pt x="282619" y="1775095"/>
                    <a:pt x="264352" y="1789445"/>
                    <a:pt x="234124" y="1788873"/>
                  </a:cubicBezTo>
                  <a:cubicBezTo>
                    <a:pt x="265040" y="1795191"/>
                    <a:pt x="265040" y="1799106"/>
                    <a:pt x="234124" y="1800617"/>
                  </a:cubicBezTo>
                  <a:cubicBezTo>
                    <a:pt x="234124" y="1811052"/>
                    <a:pt x="234124" y="1821496"/>
                    <a:pt x="234124" y="1831932"/>
                  </a:cubicBezTo>
                  <a:cubicBezTo>
                    <a:pt x="226296" y="1831932"/>
                    <a:pt x="218467" y="1831932"/>
                    <a:pt x="210638" y="1831932"/>
                  </a:cubicBezTo>
                  <a:cubicBezTo>
                    <a:pt x="210638" y="1821496"/>
                    <a:pt x="210638" y="1811052"/>
                    <a:pt x="210638" y="1800617"/>
                  </a:cubicBezTo>
                  <a:cubicBezTo>
                    <a:pt x="197590" y="1800617"/>
                    <a:pt x="184543" y="1800617"/>
                    <a:pt x="171494" y="1800617"/>
                  </a:cubicBezTo>
                  <a:cubicBezTo>
                    <a:pt x="168232" y="1780426"/>
                    <a:pt x="173452" y="1763461"/>
                    <a:pt x="187152" y="1749730"/>
                  </a:cubicBezTo>
                  <a:cubicBezTo>
                    <a:pt x="171494" y="1747122"/>
                    <a:pt x="155837" y="1744508"/>
                    <a:pt x="140179" y="1741901"/>
                  </a:cubicBezTo>
                  <a:cubicBezTo>
                    <a:pt x="152074" y="1721382"/>
                    <a:pt x="148160" y="1704417"/>
                    <a:pt x="128436" y="1691014"/>
                  </a:cubicBezTo>
                  <a:cubicBezTo>
                    <a:pt x="122401" y="1712073"/>
                    <a:pt x="115877" y="1732945"/>
                    <a:pt x="108864" y="1753644"/>
                  </a:cubicBezTo>
                  <a:cubicBezTo>
                    <a:pt x="99382" y="1747585"/>
                    <a:pt x="99382" y="1741063"/>
                    <a:pt x="108864" y="1734072"/>
                  </a:cubicBezTo>
                  <a:cubicBezTo>
                    <a:pt x="96776" y="1731802"/>
                    <a:pt x="86338" y="1726588"/>
                    <a:pt x="77549" y="1718414"/>
                  </a:cubicBezTo>
                  <a:cubicBezTo>
                    <a:pt x="92585" y="1708699"/>
                    <a:pt x="95195" y="1696956"/>
                    <a:pt x="85378" y="1683185"/>
                  </a:cubicBezTo>
                  <a:cubicBezTo>
                    <a:pt x="73911" y="1691867"/>
                    <a:pt x="66082" y="1687953"/>
                    <a:pt x="61892" y="1671442"/>
                  </a:cubicBezTo>
                  <a:cubicBezTo>
                    <a:pt x="77759" y="1660513"/>
                    <a:pt x="80369" y="1647470"/>
                    <a:pt x="69720" y="1632298"/>
                  </a:cubicBezTo>
                  <a:cubicBezTo>
                    <a:pt x="91523" y="1615764"/>
                    <a:pt x="104572" y="1622293"/>
                    <a:pt x="108864" y="1651870"/>
                  </a:cubicBezTo>
                  <a:cubicBezTo>
                    <a:pt x="115066" y="1636486"/>
                    <a:pt x="120285" y="1620829"/>
                    <a:pt x="124522" y="1604897"/>
                  </a:cubicBezTo>
                  <a:cubicBezTo>
                    <a:pt x="117502" y="1603574"/>
                    <a:pt x="109674" y="1600967"/>
                    <a:pt x="101035" y="1597069"/>
                  </a:cubicBezTo>
                  <a:cubicBezTo>
                    <a:pt x="107457" y="1584456"/>
                    <a:pt x="117895" y="1579235"/>
                    <a:pt x="132350" y="1581411"/>
                  </a:cubicBezTo>
                  <a:cubicBezTo>
                    <a:pt x="132350" y="1610119"/>
                    <a:pt x="132350" y="1638819"/>
                    <a:pt x="132350" y="1667527"/>
                  </a:cubicBezTo>
                  <a:cubicBezTo>
                    <a:pt x="143920" y="1669579"/>
                    <a:pt x="154359" y="1666972"/>
                    <a:pt x="163666" y="1659699"/>
                  </a:cubicBezTo>
                  <a:cubicBezTo>
                    <a:pt x="142789" y="1636212"/>
                    <a:pt x="142789" y="1612726"/>
                    <a:pt x="163666" y="1589240"/>
                  </a:cubicBezTo>
                  <a:cubicBezTo>
                    <a:pt x="155027" y="1585341"/>
                    <a:pt x="147199" y="1582734"/>
                    <a:pt x="140179" y="1581411"/>
                  </a:cubicBezTo>
                  <a:cubicBezTo>
                    <a:pt x="152374" y="1561910"/>
                    <a:pt x="160203" y="1541038"/>
                    <a:pt x="163666" y="1518781"/>
                  </a:cubicBezTo>
                  <a:cubicBezTo>
                    <a:pt x="172864" y="1520495"/>
                    <a:pt x="180693" y="1517888"/>
                    <a:pt x="187152" y="1510952"/>
                  </a:cubicBezTo>
                  <a:cubicBezTo>
                    <a:pt x="172384" y="1503859"/>
                    <a:pt x="158031" y="1496030"/>
                    <a:pt x="144094" y="1487466"/>
                  </a:cubicBezTo>
                  <a:cubicBezTo>
                    <a:pt x="140240" y="1479253"/>
                    <a:pt x="141545" y="1471425"/>
                    <a:pt x="148008" y="1463980"/>
                  </a:cubicBezTo>
                  <a:cubicBezTo>
                    <a:pt x="144094" y="1461372"/>
                    <a:pt x="140179" y="1458758"/>
                    <a:pt x="136265" y="1456151"/>
                  </a:cubicBezTo>
                  <a:cubicBezTo>
                    <a:pt x="126086" y="1465600"/>
                    <a:pt x="114343" y="1470822"/>
                    <a:pt x="101035" y="1471808"/>
                  </a:cubicBezTo>
                  <a:cubicBezTo>
                    <a:pt x="101035" y="1479637"/>
                    <a:pt x="101035" y="1487466"/>
                    <a:pt x="101035" y="1495295"/>
                  </a:cubicBezTo>
                  <a:cubicBezTo>
                    <a:pt x="120293" y="1496853"/>
                    <a:pt x="138561" y="1502066"/>
                    <a:pt x="155837" y="1510952"/>
                  </a:cubicBezTo>
                  <a:cubicBezTo>
                    <a:pt x="125532" y="1515970"/>
                    <a:pt x="120313" y="1527713"/>
                    <a:pt x="140179" y="1546182"/>
                  </a:cubicBezTo>
                  <a:cubicBezTo>
                    <a:pt x="127386" y="1550049"/>
                    <a:pt x="114338" y="1551349"/>
                    <a:pt x="101035" y="1550096"/>
                  </a:cubicBezTo>
                  <a:cubicBezTo>
                    <a:pt x="102262" y="1560845"/>
                    <a:pt x="100957" y="1571288"/>
                    <a:pt x="97121" y="1581411"/>
                  </a:cubicBezTo>
                  <a:cubicBezTo>
                    <a:pt x="93880" y="1577833"/>
                    <a:pt x="89966" y="1575219"/>
                    <a:pt x="85378" y="1573582"/>
                  </a:cubicBezTo>
                  <a:cubicBezTo>
                    <a:pt x="83537" y="1552288"/>
                    <a:pt x="80928" y="1531417"/>
                    <a:pt x="77549" y="1510952"/>
                  </a:cubicBezTo>
                  <a:cubicBezTo>
                    <a:pt x="42228" y="1501886"/>
                    <a:pt x="37009" y="1482315"/>
                    <a:pt x="61892" y="1452236"/>
                  </a:cubicBezTo>
                  <a:cubicBezTo>
                    <a:pt x="54470" y="1448455"/>
                    <a:pt x="46641" y="1447156"/>
                    <a:pt x="38405" y="1448322"/>
                  </a:cubicBezTo>
                  <a:cubicBezTo>
                    <a:pt x="38405" y="1440493"/>
                    <a:pt x="38405" y="1432664"/>
                    <a:pt x="38405" y="1424836"/>
                  </a:cubicBezTo>
                  <a:cubicBezTo>
                    <a:pt x="55353" y="1427842"/>
                    <a:pt x="68401" y="1422620"/>
                    <a:pt x="77549" y="1409178"/>
                  </a:cubicBezTo>
                  <a:cubicBezTo>
                    <a:pt x="49185" y="1402148"/>
                    <a:pt x="33527" y="1383876"/>
                    <a:pt x="30577" y="1354377"/>
                  </a:cubicBezTo>
                  <a:cubicBezTo>
                    <a:pt x="42447" y="1339573"/>
                    <a:pt x="52885" y="1323915"/>
                    <a:pt x="61892" y="1307404"/>
                  </a:cubicBezTo>
                  <a:cubicBezTo>
                    <a:pt x="48021" y="1301376"/>
                    <a:pt x="40192" y="1290940"/>
                    <a:pt x="38405" y="1276089"/>
                  </a:cubicBezTo>
                  <a:cubicBezTo>
                    <a:pt x="38867" y="1258341"/>
                    <a:pt x="45391" y="1253127"/>
                    <a:pt x="57977" y="1260432"/>
                  </a:cubicBezTo>
                  <a:cubicBezTo>
                    <a:pt x="63197" y="1242167"/>
                    <a:pt x="63197" y="1223895"/>
                    <a:pt x="57977" y="1205630"/>
                  </a:cubicBezTo>
                  <a:cubicBezTo>
                    <a:pt x="52360" y="1213075"/>
                    <a:pt x="45836" y="1214375"/>
                    <a:pt x="38405" y="1209545"/>
                  </a:cubicBezTo>
                  <a:cubicBezTo>
                    <a:pt x="26928" y="1197394"/>
                    <a:pt x="19099" y="1183036"/>
                    <a:pt x="14919" y="1166486"/>
                  </a:cubicBezTo>
                  <a:cubicBezTo>
                    <a:pt x="30663" y="1146836"/>
                    <a:pt x="47626" y="1128572"/>
                    <a:pt x="65806" y="1111685"/>
                  </a:cubicBezTo>
                  <a:cubicBezTo>
                    <a:pt x="73044" y="1115967"/>
                    <a:pt x="79568" y="1121181"/>
                    <a:pt x="85378" y="1127343"/>
                  </a:cubicBezTo>
                  <a:cubicBezTo>
                    <a:pt x="83632" y="1138827"/>
                    <a:pt x="81023" y="1150571"/>
                    <a:pt x="77549" y="1162572"/>
                  </a:cubicBezTo>
                  <a:cubicBezTo>
                    <a:pt x="92993" y="1166447"/>
                    <a:pt x="108650" y="1167755"/>
                    <a:pt x="124522" y="1166486"/>
                  </a:cubicBezTo>
                  <a:cubicBezTo>
                    <a:pt x="124522" y="1176922"/>
                    <a:pt x="124522" y="1187366"/>
                    <a:pt x="124522" y="1197801"/>
                  </a:cubicBezTo>
                  <a:cubicBezTo>
                    <a:pt x="132350" y="1197801"/>
                    <a:pt x="140179" y="1197801"/>
                    <a:pt x="148008" y="1197801"/>
                  </a:cubicBezTo>
                  <a:cubicBezTo>
                    <a:pt x="146337" y="1184931"/>
                    <a:pt x="148946" y="1173188"/>
                    <a:pt x="155837" y="1162572"/>
                  </a:cubicBezTo>
                  <a:cubicBezTo>
                    <a:pt x="192371" y="1157350"/>
                    <a:pt x="228905" y="1157350"/>
                    <a:pt x="265440" y="1162572"/>
                  </a:cubicBezTo>
                  <a:cubicBezTo>
                    <a:pt x="254461" y="1173078"/>
                    <a:pt x="257071" y="1179607"/>
                    <a:pt x="273268" y="1182144"/>
                  </a:cubicBezTo>
                  <a:cubicBezTo>
                    <a:pt x="280592" y="1169532"/>
                    <a:pt x="293640" y="1156481"/>
                    <a:pt x="312412" y="1143000"/>
                  </a:cubicBezTo>
                  <a:cubicBezTo>
                    <a:pt x="330370" y="1152442"/>
                    <a:pt x="348637" y="1160270"/>
                    <a:pt x="367214" y="1166486"/>
                  </a:cubicBezTo>
                  <a:cubicBezTo>
                    <a:pt x="367214" y="1158658"/>
                    <a:pt x="367214" y="1150829"/>
                    <a:pt x="367214" y="1143000"/>
                  </a:cubicBezTo>
                  <a:cubicBezTo>
                    <a:pt x="347560" y="1132956"/>
                    <a:pt x="326683" y="1125127"/>
                    <a:pt x="304583" y="1119514"/>
                  </a:cubicBezTo>
                  <a:cubicBezTo>
                    <a:pt x="301974" y="1056884"/>
                    <a:pt x="299364" y="1056884"/>
                    <a:pt x="296755" y="1119514"/>
                  </a:cubicBezTo>
                  <a:cubicBezTo>
                    <a:pt x="283706" y="1119514"/>
                    <a:pt x="270659" y="1119514"/>
                    <a:pt x="257611" y="1119514"/>
                  </a:cubicBezTo>
                  <a:cubicBezTo>
                    <a:pt x="257611" y="1101249"/>
                    <a:pt x="257611" y="1082977"/>
                    <a:pt x="257611" y="1064712"/>
                  </a:cubicBezTo>
                  <a:cubicBezTo>
                    <a:pt x="249782" y="1064712"/>
                    <a:pt x="241953" y="1064712"/>
                    <a:pt x="234124" y="1064712"/>
                  </a:cubicBezTo>
                  <a:cubicBezTo>
                    <a:pt x="235796" y="1077583"/>
                    <a:pt x="233187" y="1089326"/>
                    <a:pt x="226296" y="1099942"/>
                  </a:cubicBezTo>
                  <a:cubicBezTo>
                    <a:pt x="205493" y="1101312"/>
                    <a:pt x="184616" y="1100004"/>
                    <a:pt x="163666" y="1096027"/>
                  </a:cubicBezTo>
                  <a:cubicBezTo>
                    <a:pt x="166191" y="1066857"/>
                    <a:pt x="163581" y="1038149"/>
                    <a:pt x="155837" y="1009911"/>
                  </a:cubicBezTo>
                  <a:cubicBezTo>
                    <a:pt x="146159" y="1015751"/>
                    <a:pt x="135721" y="1018358"/>
                    <a:pt x="124522" y="1017740"/>
                  </a:cubicBezTo>
                  <a:cubicBezTo>
                    <a:pt x="124522" y="1028176"/>
                    <a:pt x="124522" y="1038619"/>
                    <a:pt x="124522" y="1049055"/>
                  </a:cubicBezTo>
                  <a:cubicBezTo>
                    <a:pt x="106783" y="1051865"/>
                    <a:pt x="92429" y="1046643"/>
                    <a:pt x="81464" y="1033397"/>
                  </a:cubicBezTo>
                  <a:cubicBezTo>
                    <a:pt x="80247" y="1051842"/>
                    <a:pt x="80247" y="1070106"/>
                    <a:pt x="81464" y="1088199"/>
                  </a:cubicBezTo>
                  <a:cubicBezTo>
                    <a:pt x="65452" y="1073676"/>
                    <a:pt x="47185" y="1063233"/>
                    <a:pt x="26662" y="1056884"/>
                  </a:cubicBezTo>
                  <a:cubicBezTo>
                    <a:pt x="29978" y="1033162"/>
                    <a:pt x="31282" y="1009676"/>
                    <a:pt x="30577" y="986425"/>
                  </a:cubicBezTo>
                  <a:cubicBezTo>
                    <a:pt x="17396" y="975825"/>
                    <a:pt x="13482" y="962774"/>
                    <a:pt x="18833" y="947281"/>
                  </a:cubicBezTo>
                  <a:cubicBezTo>
                    <a:pt x="33033" y="957145"/>
                    <a:pt x="47386" y="957145"/>
                    <a:pt x="61892" y="947281"/>
                  </a:cubicBezTo>
                  <a:cubicBezTo>
                    <a:pt x="55433" y="940345"/>
                    <a:pt x="47604" y="937738"/>
                    <a:pt x="38405" y="939452"/>
                  </a:cubicBezTo>
                  <a:cubicBezTo>
                    <a:pt x="38405" y="921188"/>
                    <a:pt x="38405" y="902915"/>
                    <a:pt x="38405" y="884651"/>
                  </a:cubicBezTo>
                  <a:cubicBezTo>
                    <a:pt x="23131" y="886788"/>
                    <a:pt x="11388" y="881574"/>
                    <a:pt x="3176" y="868993"/>
                  </a:cubicBezTo>
                  <a:cubicBezTo>
                    <a:pt x="-2105" y="813972"/>
                    <a:pt x="-800" y="759171"/>
                    <a:pt x="7090" y="704589"/>
                  </a:cubicBezTo>
                  <a:cubicBezTo>
                    <a:pt x="14919" y="704589"/>
                    <a:pt x="22748" y="704589"/>
                    <a:pt x="30577" y="704589"/>
                  </a:cubicBezTo>
                  <a:cubicBezTo>
                    <a:pt x="30042" y="676366"/>
                    <a:pt x="22213" y="650265"/>
                    <a:pt x="7090" y="626301"/>
                  </a:cubicBezTo>
                  <a:cubicBezTo>
                    <a:pt x="16596" y="595323"/>
                    <a:pt x="24425" y="564008"/>
                    <a:pt x="30577" y="532356"/>
                  </a:cubicBezTo>
                  <a:cubicBezTo>
                    <a:pt x="20293" y="516558"/>
                    <a:pt x="25513" y="507422"/>
                    <a:pt x="46234" y="504955"/>
                  </a:cubicBezTo>
                  <a:cubicBezTo>
                    <a:pt x="39061" y="502028"/>
                    <a:pt x="32537" y="498113"/>
                    <a:pt x="26662" y="493212"/>
                  </a:cubicBezTo>
                  <a:cubicBezTo>
                    <a:pt x="5004" y="457537"/>
                    <a:pt x="14138" y="436657"/>
                    <a:pt x="54063" y="430582"/>
                  </a:cubicBezTo>
                  <a:cubicBezTo>
                    <a:pt x="54063" y="443633"/>
                    <a:pt x="54063" y="456675"/>
                    <a:pt x="54063" y="469726"/>
                  </a:cubicBezTo>
                  <a:cubicBezTo>
                    <a:pt x="69720" y="469726"/>
                    <a:pt x="85378" y="469726"/>
                    <a:pt x="101035" y="469726"/>
                  </a:cubicBezTo>
                  <a:cubicBezTo>
                    <a:pt x="101035" y="459290"/>
                    <a:pt x="101035" y="448847"/>
                    <a:pt x="101035" y="438411"/>
                  </a:cubicBezTo>
                  <a:cubicBezTo>
                    <a:pt x="68333" y="443562"/>
                    <a:pt x="56590" y="430520"/>
                    <a:pt x="65806" y="399267"/>
                  </a:cubicBezTo>
                  <a:cubicBezTo>
                    <a:pt x="69586" y="406689"/>
                    <a:pt x="70891" y="414518"/>
                    <a:pt x="69720" y="422753"/>
                  </a:cubicBezTo>
                  <a:cubicBezTo>
                    <a:pt x="78919" y="424468"/>
                    <a:pt x="86748" y="421861"/>
                    <a:pt x="93207" y="414925"/>
                  </a:cubicBezTo>
                  <a:cubicBezTo>
                    <a:pt x="73185" y="391391"/>
                    <a:pt x="73185" y="367905"/>
                    <a:pt x="93207" y="344466"/>
                  </a:cubicBezTo>
                  <a:cubicBezTo>
                    <a:pt x="89094" y="339048"/>
                    <a:pt x="83876" y="335134"/>
                    <a:pt x="77549" y="332723"/>
                  </a:cubicBezTo>
                  <a:cubicBezTo>
                    <a:pt x="87635" y="313417"/>
                    <a:pt x="87635" y="293845"/>
                    <a:pt x="77549" y="274007"/>
                  </a:cubicBezTo>
                  <a:cubicBezTo>
                    <a:pt x="81281" y="266350"/>
                    <a:pt x="86500" y="259829"/>
                    <a:pt x="93207" y="254435"/>
                  </a:cubicBezTo>
                  <a:cubicBezTo>
                    <a:pt x="86880" y="252024"/>
                    <a:pt x="81662" y="248109"/>
                    <a:pt x="77549" y="242692"/>
                  </a:cubicBezTo>
                  <a:cubicBezTo>
                    <a:pt x="82538" y="218149"/>
                    <a:pt x="77319" y="194662"/>
                    <a:pt x="61892" y="172233"/>
                  </a:cubicBezTo>
                  <a:cubicBezTo>
                    <a:pt x="65923" y="158728"/>
                    <a:pt x="71142" y="145678"/>
                    <a:pt x="77549" y="133089"/>
                  </a:cubicBezTo>
                  <a:cubicBezTo>
                    <a:pt x="97852" y="145388"/>
                    <a:pt x="105681" y="163653"/>
                    <a:pt x="101035" y="187890"/>
                  </a:cubicBezTo>
                  <a:cubicBezTo>
                    <a:pt x="116693" y="187890"/>
                    <a:pt x="132350" y="187890"/>
                    <a:pt x="148008" y="187890"/>
                  </a:cubicBezTo>
                  <a:cubicBezTo>
                    <a:pt x="145886" y="169720"/>
                    <a:pt x="151104" y="154062"/>
                    <a:pt x="163666" y="140918"/>
                  </a:cubicBezTo>
                  <a:cubicBezTo>
                    <a:pt x="195167" y="119772"/>
                    <a:pt x="226482" y="98893"/>
                    <a:pt x="257611" y="78288"/>
                  </a:cubicBezTo>
                  <a:cubicBezTo>
                    <a:pt x="255001" y="70459"/>
                    <a:pt x="249782" y="65237"/>
                    <a:pt x="241953" y="62630"/>
                  </a:cubicBezTo>
                  <a:cubicBezTo>
                    <a:pt x="222438" y="74091"/>
                    <a:pt x="204172" y="72784"/>
                    <a:pt x="187152" y="58716"/>
                  </a:cubicBezTo>
                  <a:cubicBezTo>
                    <a:pt x="197203" y="53361"/>
                    <a:pt x="206336" y="54668"/>
                    <a:pt x="214553" y="62630"/>
                  </a:cubicBezTo>
                  <a:cubicBezTo>
                    <a:pt x="223048" y="56422"/>
                    <a:pt x="232182" y="51200"/>
                    <a:pt x="241953" y="46973"/>
                  </a:cubicBezTo>
                  <a:cubicBezTo>
                    <a:pt x="290005" y="67946"/>
                    <a:pt x="339587" y="80989"/>
                    <a:pt x="390700" y="86116"/>
                  </a:cubicBezTo>
                  <a:cubicBezTo>
                    <a:pt x="392432" y="52492"/>
                    <a:pt x="381993" y="47270"/>
                    <a:pt x="359385" y="70459"/>
                  </a:cubicBezTo>
                  <a:cubicBezTo>
                    <a:pt x="334118" y="51693"/>
                    <a:pt x="305412" y="42557"/>
                    <a:pt x="273268" y="43058"/>
                  </a:cubicBezTo>
                  <a:cubicBezTo>
                    <a:pt x="282487" y="35488"/>
                    <a:pt x="292926" y="31573"/>
                    <a:pt x="304583" y="31315"/>
                  </a:cubicBezTo>
                  <a:cubicBezTo>
                    <a:pt x="296683" y="18124"/>
                    <a:pt x="300597" y="7688"/>
                    <a:pt x="316327" y="0"/>
                  </a:cubicBezTo>
                  <a:cubicBezTo>
                    <a:pt x="330119" y="3476"/>
                    <a:pt x="328814" y="7390"/>
                    <a:pt x="312412" y="11743"/>
                  </a:cubicBezTo>
                  <a:cubicBezTo>
                    <a:pt x="322536" y="15579"/>
                    <a:pt x="332975" y="16887"/>
                    <a:pt x="343727" y="15658"/>
                  </a:cubicBezTo>
                  <a:cubicBezTo>
                    <a:pt x="343727" y="26093"/>
                    <a:pt x="343727" y="36537"/>
                    <a:pt x="343727" y="46973"/>
                  </a:cubicBezTo>
                  <a:cubicBezTo>
                    <a:pt x="368999" y="45399"/>
                    <a:pt x="393791" y="48014"/>
                    <a:pt x="418100" y="54801"/>
                  </a:cubicBezTo>
                  <a:cubicBezTo>
                    <a:pt x="426390" y="53784"/>
                    <a:pt x="432913" y="49869"/>
                    <a:pt x="437672" y="43058"/>
                  </a:cubicBezTo>
                  <a:cubicBezTo>
                    <a:pt x="422229" y="39183"/>
                    <a:pt x="406571" y="37876"/>
                    <a:pt x="390700" y="39144"/>
                  </a:cubicBezTo>
                  <a:cubicBezTo>
                    <a:pt x="390700" y="31315"/>
                    <a:pt x="390700" y="23486"/>
                    <a:pt x="390700" y="15658"/>
                  </a:cubicBezTo>
                  <a:cubicBezTo>
                    <a:pt x="404002" y="14405"/>
                    <a:pt x="417051" y="15704"/>
                    <a:pt x="429844" y="19572"/>
                  </a:cubicBezTo>
                  <a:cubicBezTo>
                    <a:pt x="420484" y="24692"/>
                    <a:pt x="420484" y="28606"/>
                    <a:pt x="429844" y="31315"/>
                  </a:cubicBezTo>
                  <a:cubicBezTo>
                    <a:pt x="437672" y="26093"/>
                    <a:pt x="445501" y="20879"/>
                    <a:pt x="453330" y="15658"/>
                  </a:cubicBezTo>
                  <a:cubicBezTo>
                    <a:pt x="454653" y="22680"/>
                    <a:pt x="457260" y="30509"/>
                    <a:pt x="461159" y="39144"/>
                  </a:cubicBezTo>
                  <a:cubicBezTo>
                    <a:pt x="468604" y="32677"/>
                    <a:pt x="476433" y="31378"/>
                    <a:pt x="484645" y="35229"/>
                  </a:cubicBezTo>
                  <a:cubicBezTo>
                    <a:pt x="474209" y="40451"/>
                    <a:pt x="474209" y="45665"/>
                    <a:pt x="484645" y="50887"/>
                  </a:cubicBezTo>
                  <a:cubicBezTo>
                    <a:pt x="477216" y="55717"/>
                    <a:pt x="470694" y="54418"/>
                    <a:pt x="465073" y="46973"/>
                  </a:cubicBezTo>
                  <a:cubicBezTo>
                    <a:pt x="459851" y="60023"/>
                    <a:pt x="459851" y="73066"/>
                    <a:pt x="465073" y="86116"/>
                  </a:cubicBezTo>
                  <a:cubicBezTo>
                    <a:pt x="467022" y="77317"/>
                    <a:pt x="470937" y="69488"/>
                    <a:pt x="476816" y="62630"/>
                  </a:cubicBezTo>
                  <a:cubicBezTo>
                    <a:pt x="485177" y="75837"/>
                    <a:pt x="483870" y="88888"/>
                    <a:pt x="472902" y="101774"/>
                  </a:cubicBezTo>
                  <a:cubicBezTo>
                    <a:pt x="464689" y="93812"/>
                    <a:pt x="455553" y="92505"/>
                    <a:pt x="445501" y="97860"/>
                  </a:cubicBezTo>
                  <a:cubicBezTo>
                    <a:pt x="450723" y="100467"/>
                    <a:pt x="455937" y="103081"/>
                    <a:pt x="461159" y="105688"/>
                  </a:cubicBezTo>
                  <a:cubicBezTo>
                    <a:pt x="456047" y="160646"/>
                    <a:pt x="456047" y="216747"/>
                    <a:pt x="461159" y="274007"/>
                  </a:cubicBezTo>
                  <a:cubicBezTo>
                    <a:pt x="466874" y="259594"/>
                    <a:pt x="472096" y="245236"/>
                    <a:pt x="476816" y="230949"/>
                  </a:cubicBezTo>
                  <a:cubicBezTo>
                    <a:pt x="472534" y="197543"/>
                    <a:pt x="471227" y="162314"/>
                    <a:pt x="472902" y="125260"/>
                  </a:cubicBezTo>
                  <a:cubicBezTo>
                    <a:pt x="483870" y="112014"/>
                    <a:pt x="498220" y="106792"/>
                    <a:pt x="515960" y="109603"/>
                  </a:cubicBezTo>
                  <a:cubicBezTo>
                    <a:pt x="518536" y="154274"/>
                    <a:pt x="515921" y="198631"/>
                    <a:pt x="508131" y="242692"/>
                  </a:cubicBezTo>
                  <a:cubicBezTo>
                    <a:pt x="498486" y="247741"/>
                    <a:pt x="488051" y="249041"/>
                    <a:pt x="476816" y="246606"/>
                  </a:cubicBezTo>
                  <a:cubicBezTo>
                    <a:pt x="487252" y="251828"/>
                    <a:pt x="487252" y="257042"/>
                    <a:pt x="476816" y="262264"/>
                  </a:cubicBezTo>
                  <a:cubicBezTo>
                    <a:pt x="505877" y="255100"/>
                    <a:pt x="518927" y="268143"/>
                    <a:pt x="515960" y="301408"/>
                  </a:cubicBezTo>
                  <a:cubicBezTo>
                    <a:pt x="520649" y="344027"/>
                    <a:pt x="510206" y="347942"/>
                    <a:pt x="484645" y="313151"/>
                  </a:cubicBezTo>
                  <a:cubicBezTo>
                    <a:pt x="482038" y="315758"/>
                    <a:pt x="479423" y="318373"/>
                    <a:pt x="476816" y="320979"/>
                  </a:cubicBezTo>
                  <a:cubicBezTo>
                    <a:pt x="476816" y="341859"/>
                    <a:pt x="476816" y="362730"/>
                    <a:pt x="476816" y="383610"/>
                  </a:cubicBezTo>
                  <a:cubicBezTo>
                    <a:pt x="506487" y="398155"/>
                    <a:pt x="506487" y="411206"/>
                    <a:pt x="476816" y="422753"/>
                  </a:cubicBezTo>
                  <a:cubicBezTo>
                    <a:pt x="450746" y="395008"/>
                    <a:pt x="419432" y="380658"/>
                    <a:pt x="382871" y="379695"/>
                  </a:cubicBezTo>
                  <a:cubicBezTo>
                    <a:pt x="399701" y="397921"/>
                    <a:pt x="420578" y="408356"/>
                    <a:pt x="445501" y="411010"/>
                  </a:cubicBezTo>
                  <a:cubicBezTo>
                    <a:pt x="455937" y="418839"/>
                    <a:pt x="455937" y="426668"/>
                    <a:pt x="445501" y="434497"/>
                  </a:cubicBezTo>
                  <a:cubicBezTo>
                    <a:pt x="458865" y="436023"/>
                    <a:pt x="471915" y="436023"/>
                    <a:pt x="484645" y="434497"/>
                  </a:cubicBezTo>
                  <a:cubicBezTo>
                    <a:pt x="479423" y="444932"/>
                    <a:pt x="474209" y="455376"/>
                    <a:pt x="468987" y="465812"/>
                  </a:cubicBezTo>
                  <a:cubicBezTo>
                    <a:pt x="471594" y="467119"/>
                    <a:pt x="474209" y="468419"/>
                    <a:pt x="476816" y="469726"/>
                  </a:cubicBezTo>
                  <a:cubicBezTo>
                    <a:pt x="486172" y="455658"/>
                    <a:pt x="499222" y="447829"/>
                    <a:pt x="515960" y="446240"/>
                  </a:cubicBezTo>
                  <a:cubicBezTo>
                    <a:pt x="517064" y="488257"/>
                    <a:pt x="518371" y="530015"/>
                    <a:pt x="519874" y="571500"/>
                  </a:cubicBezTo>
                  <a:cubicBezTo>
                    <a:pt x="513932" y="554786"/>
                    <a:pt x="502189" y="544350"/>
                    <a:pt x="484645" y="540185"/>
                  </a:cubicBezTo>
                  <a:cubicBezTo>
                    <a:pt x="485467" y="578522"/>
                    <a:pt x="467203" y="594180"/>
                    <a:pt x="429844" y="587158"/>
                  </a:cubicBezTo>
                  <a:cubicBezTo>
                    <a:pt x="419370" y="563515"/>
                    <a:pt x="419370" y="542635"/>
                    <a:pt x="429844" y="524527"/>
                  </a:cubicBezTo>
                  <a:cubicBezTo>
                    <a:pt x="409443" y="539543"/>
                    <a:pt x="401614" y="560414"/>
                    <a:pt x="406357" y="587158"/>
                  </a:cubicBezTo>
                  <a:cubicBezTo>
                    <a:pt x="393309" y="587158"/>
                    <a:pt x="380262" y="587158"/>
                    <a:pt x="367214" y="587158"/>
                  </a:cubicBezTo>
                  <a:cubicBezTo>
                    <a:pt x="365074" y="571884"/>
                    <a:pt x="370293" y="560140"/>
                    <a:pt x="382871" y="551928"/>
                  </a:cubicBezTo>
                  <a:cubicBezTo>
                    <a:pt x="361264" y="546652"/>
                    <a:pt x="340387" y="540130"/>
                    <a:pt x="320241" y="532356"/>
                  </a:cubicBezTo>
                  <a:cubicBezTo>
                    <a:pt x="320241" y="555842"/>
                    <a:pt x="320241" y="579329"/>
                    <a:pt x="320241" y="602815"/>
                  </a:cubicBezTo>
                  <a:cubicBezTo>
                    <a:pt x="343727" y="602815"/>
                    <a:pt x="367214" y="602815"/>
                    <a:pt x="390700" y="602815"/>
                  </a:cubicBezTo>
                  <a:cubicBezTo>
                    <a:pt x="390700" y="623694"/>
                    <a:pt x="390700" y="644566"/>
                    <a:pt x="390700" y="665445"/>
                  </a:cubicBezTo>
                  <a:cubicBezTo>
                    <a:pt x="375042" y="665445"/>
                    <a:pt x="359385" y="665445"/>
                    <a:pt x="343727" y="665445"/>
                  </a:cubicBezTo>
                  <a:cubicBezTo>
                    <a:pt x="343727" y="655009"/>
                    <a:pt x="343727" y="644566"/>
                    <a:pt x="343727" y="634130"/>
                  </a:cubicBezTo>
                  <a:cubicBezTo>
                    <a:pt x="328070" y="634130"/>
                    <a:pt x="312412" y="634130"/>
                    <a:pt x="296755" y="634130"/>
                  </a:cubicBezTo>
                  <a:cubicBezTo>
                    <a:pt x="296755" y="655009"/>
                    <a:pt x="296755" y="675881"/>
                    <a:pt x="296755" y="696760"/>
                  </a:cubicBezTo>
                  <a:cubicBezTo>
                    <a:pt x="286003" y="695531"/>
                    <a:pt x="275564" y="696839"/>
                    <a:pt x="265440" y="700675"/>
                  </a:cubicBezTo>
                  <a:cubicBezTo>
                    <a:pt x="275395" y="710907"/>
                    <a:pt x="283224" y="722650"/>
                    <a:pt x="288926" y="735904"/>
                  </a:cubicBezTo>
                  <a:cubicBezTo>
                    <a:pt x="299364" y="730682"/>
                    <a:pt x="309803" y="725468"/>
                    <a:pt x="320241" y="720247"/>
                  </a:cubicBezTo>
                  <a:cubicBezTo>
                    <a:pt x="328771" y="727222"/>
                    <a:pt x="328771" y="735051"/>
                    <a:pt x="320241" y="743733"/>
                  </a:cubicBezTo>
                  <a:cubicBezTo>
                    <a:pt x="338214" y="755499"/>
                    <a:pt x="356481" y="758114"/>
                    <a:pt x="375042" y="751562"/>
                  </a:cubicBezTo>
                  <a:cubicBezTo>
                    <a:pt x="352795" y="747616"/>
                    <a:pt x="342356" y="734566"/>
                    <a:pt x="343727" y="712418"/>
                  </a:cubicBezTo>
                  <a:cubicBezTo>
                    <a:pt x="354479" y="711189"/>
                    <a:pt x="364918" y="712496"/>
                    <a:pt x="375042" y="716332"/>
                  </a:cubicBezTo>
                  <a:cubicBezTo>
                    <a:pt x="389406" y="723597"/>
                    <a:pt x="392017" y="732726"/>
                    <a:pt x="382871" y="743733"/>
                  </a:cubicBezTo>
                  <a:cubicBezTo>
                    <a:pt x="393309" y="748955"/>
                    <a:pt x="403748" y="754169"/>
                    <a:pt x="414186" y="759390"/>
                  </a:cubicBezTo>
                  <a:cubicBezTo>
                    <a:pt x="406199" y="774516"/>
                    <a:pt x="404894" y="790173"/>
                    <a:pt x="410272" y="806363"/>
                  </a:cubicBezTo>
                  <a:cubicBezTo>
                    <a:pt x="429449" y="783832"/>
                    <a:pt x="434669" y="757731"/>
                    <a:pt x="425929" y="728075"/>
                  </a:cubicBezTo>
                  <a:cubicBezTo>
                    <a:pt x="402274" y="734581"/>
                    <a:pt x="390531" y="724145"/>
                    <a:pt x="390700" y="696760"/>
                  </a:cubicBezTo>
                  <a:cubicBezTo>
                    <a:pt x="402269" y="698811"/>
                    <a:pt x="412708" y="696204"/>
                    <a:pt x="422015" y="688932"/>
                  </a:cubicBezTo>
                  <a:cubicBezTo>
                    <a:pt x="432967" y="668585"/>
                    <a:pt x="448625" y="656841"/>
                    <a:pt x="468987" y="653702"/>
                  </a:cubicBezTo>
                  <a:cubicBezTo>
                    <a:pt x="452023" y="667473"/>
                    <a:pt x="438972" y="684438"/>
                    <a:pt x="429844" y="704589"/>
                  </a:cubicBezTo>
                  <a:cubicBezTo>
                    <a:pt x="432453" y="707196"/>
                    <a:pt x="435063" y="709811"/>
                    <a:pt x="437672" y="712418"/>
                  </a:cubicBezTo>
                  <a:cubicBezTo>
                    <a:pt x="446209" y="702812"/>
                    <a:pt x="456649" y="696291"/>
                    <a:pt x="468987" y="692846"/>
                  </a:cubicBezTo>
                  <a:cubicBezTo>
                    <a:pt x="459624" y="687726"/>
                    <a:pt x="459624" y="683812"/>
                    <a:pt x="468987" y="681103"/>
                  </a:cubicBezTo>
                  <a:cubicBezTo>
                    <a:pt x="479556" y="692455"/>
                    <a:pt x="492599" y="697676"/>
                    <a:pt x="508131" y="696760"/>
                  </a:cubicBezTo>
                  <a:cubicBezTo>
                    <a:pt x="511232" y="676844"/>
                    <a:pt x="506010" y="659879"/>
                    <a:pt x="492474" y="645873"/>
                  </a:cubicBezTo>
                  <a:cubicBezTo>
                    <a:pt x="497375" y="640002"/>
                    <a:pt x="501289" y="633473"/>
                    <a:pt x="504217" y="626301"/>
                  </a:cubicBezTo>
                  <a:cubicBezTo>
                    <a:pt x="506432" y="651682"/>
                    <a:pt x="512962" y="654297"/>
                    <a:pt x="523789" y="634130"/>
                  </a:cubicBezTo>
                  <a:cubicBezTo>
                    <a:pt x="517455" y="621831"/>
                    <a:pt x="514841" y="608781"/>
                    <a:pt x="515960" y="594986"/>
                  </a:cubicBezTo>
                  <a:cubicBezTo>
                    <a:pt x="541772" y="593648"/>
                    <a:pt x="544386" y="598862"/>
                    <a:pt x="523789" y="610644"/>
                  </a:cubicBezTo>
                  <a:cubicBezTo>
                    <a:pt x="535861" y="629848"/>
                    <a:pt x="551518" y="635070"/>
                    <a:pt x="570761" y="626301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308914F7-08DE-4EDE-8D6B-1EBBCC923293}"/>
                </a:ext>
              </a:extLst>
            </p:cNvPr>
            <p:cNvSpPr/>
            <p:nvPr/>
          </p:nvSpPr>
          <p:spPr>
            <a:xfrm>
              <a:off x="3090861" y="794619"/>
              <a:ext cx="23641" cy="1103856"/>
            </a:xfrm>
            <a:custGeom>
              <a:avLst/>
              <a:gdLst>
                <a:gd name="connsiteX0" fmla="*/ 15812 w 23641"/>
                <a:gd name="connsiteY0" fmla="*/ 0 h 1103856"/>
                <a:gd name="connsiteX1" fmla="*/ 23641 w 23641"/>
                <a:gd name="connsiteY1" fmla="*/ 23486 h 1103856"/>
                <a:gd name="connsiteX2" fmla="*/ 15812 w 23641"/>
                <a:gd name="connsiteY2" fmla="*/ 1088199 h 1103856"/>
                <a:gd name="connsiteX3" fmla="*/ 7983 w 23641"/>
                <a:gd name="connsiteY3" fmla="*/ 1103856 h 1103856"/>
                <a:gd name="connsiteX4" fmla="*/ 4069 w 23641"/>
                <a:gd name="connsiteY4" fmla="*/ 31315 h 1103856"/>
                <a:gd name="connsiteX5" fmla="*/ 15812 w 23641"/>
                <a:gd name="connsiteY5" fmla="*/ 0 h 110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41" h="1103856">
                  <a:moveTo>
                    <a:pt x="15812" y="0"/>
                  </a:moveTo>
                  <a:cubicBezTo>
                    <a:pt x="13957" y="10107"/>
                    <a:pt x="16564" y="17936"/>
                    <a:pt x="23641" y="23486"/>
                  </a:cubicBezTo>
                  <a:cubicBezTo>
                    <a:pt x="15969" y="378208"/>
                    <a:pt x="13362" y="733109"/>
                    <a:pt x="15812" y="1088199"/>
                  </a:cubicBezTo>
                  <a:cubicBezTo>
                    <a:pt x="9252" y="1090876"/>
                    <a:pt x="6637" y="1096090"/>
                    <a:pt x="7983" y="1103856"/>
                  </a:cubicBezTo>
                  <a:cubicBezTo>
                    <a:pt x="-1137" y="747663"/>
                    <a:pt x="-2444" y="390147"/>
                    <a:pt x="4069" y="31315"/>
                  </a:cubicBezTo>
                  <a:cubicBezTo>
                    <a:pt x="5713" y="19118"/>
                    <a:pt x="9628" y="8682"/>
                    <a:pt x="15812" y="0"/>
                  </a:cubicBezTo>
                  <a:close/>
                </a:path>
              </a:pathLst>
            </a:custGeom>
            <a:solidFill>
              <a:srgbClr val="A07EC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11801104-3342-4069-8D3D-BA1D828AB45B}"/>
                </a:ext>
              </a:extLst>
            </p:cNvPr>
            <p:cNvSpPr/>
            <p:nvPr/>
          </p:nvSpPr>
          <p:spPr>
            <a:xfrm>
              <a:off x="3105783" y="591071"/>
              <a:ext cx="2890195" cy="1526611"/>
            </a:xfrm>
            <a:custGeom>
              <a:avLst/>
              <a:gdLst>
                <a:gd name="connsiteX0" fmla="*/ 2889705 w 2890195"/>
                <a:gd name="connsiteY0" fmla="*/ 297493 h 1526611"/>
                <a:gd name="connsiteX1" fmla="*/ 2885791 w 2890195"/>
                <a:gd name="connsiteY1" fmla="*/ 1307404 h 1526611"/>
                <a:gd name="connsiteX2" fmla="*/ 2686158 w 2890195"/>
                <a:gd name="connsiteY2" fmla="*/ 1522695 h 1526611"/>
                <a:gd name="connsiteX3" fmla="*/ 204438 w 2890195"/>
                <a:gd name="connsiteY3" fmla="*/ 1522695 h 1526611"/>
                <a:gd name="connsiteX4" fmla="*/ 890 w 2890195"/>
                <a:gd name="connsiteY4" fmla="*/ 1291747 h 1526611"/>
                <a:gd name="connsiteX5" fmla="*/ 8719 w 2890195"/>
                <a:gd name="connsiteY5" fmla="*/ 227034 h 1526611"/>
                <a:gd name="connsiteX6" fmla="*/ 235753 w 2890195"/>
                <a:gd name="connsiteY6" fmla="*/ 3915 h 1526611"/>
                <a:gd name="connsiteX7" fmla="*/ 2639185 w 2890195"/>
                <a:gd name="connsiteY7" fmla="*/ 3915 h 1526611"/>
                <a:gd name="connsiteX8" fmla="*/ 2889705 w 2890195"/>
                <a:gd name="connsiteY8" fmla="*/ 297493 h 152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0195" h="1526611">
                  <a:moveTo>
                    <a:pt x="2889705" y="297493"/>
                  </a:moveTo>
                  <a:cubicBezTo>
                    <a:pt x="2891013" y="634138"/>
                    <a:pt x="2889705" y="970775"/>
                    <a:pt x="2885791" y="1307404"/>
                  </a:cubicBezTo>
                  <a:cubicBezTo>
                    <a:pt x="2868004" y="1424350"/>
                    <a:pt x="2801460" y="1496117"/>
                    <a:pt x="2686158" y="1522695"/>
                  </a:cubicBezTo>
                  <a:cubicBezTo>
                    <a:pt x="1858915" y="1527917"/>
                    <a:pt x="1031681" y="1527917"/>
                    <a:pt x="204438" y="1522695"/>
                  </a:cubicBezTo>
                  <a:cubicBezTo>
                    <a:pt x="82544" y="1493439"/>
                    <a:pt x="14700" y="1416459"/>
                    <a:pt x="890" y="1291747"/>
                  </a:cubicBezTo>
                  <a:cubicBezTo>
                    <a:pt x="-1560" y="936657"/>
                    <a:pt x="1047" y="581756"/>
                    <a:pt x="8719" y="227034"/>
                  </a:cubicBezTo>
                  <a:cubicBezTo>
                    <a:pt x="38876" y="106851"/>
                    <a:pt x="114556" y="32478"/>
                    <a:pt x="235753" y="3915"/>
                  </a:cubicBezTo>
                  <a:cubicBezTo>
                    <a:pt x="1036895" y="-1305"/>
                    <a:pt x="1838044" y="-1305"/>
                    <a:pt x="2639185" y="3915"/>
                  </a:cubicBezTo>
                  <a:cubicBezTo>
                    <a:pt x="2796543" y="37789"/>
                    <a:pt x="2880045" y="135648"/>
                    <a:pt x="2889705" y="297493"/>
                  </a:cubicBezTo>
                  <a:close/>
                </a:path>
              </a:pathLst>
            </a:custGeom>
            <a:solidFill>
              <a:srgbClr val="ECE6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01567A08-7888-4006-A6E9-BA3A8A508685}"/>
                </a:ext>
              </a:extLst>
            </p:cNvPr>
            <p:cNvSpPr/>
            <p:nvPr/>
          </p:nvSpPr>
          <p:spPr>
            <a:xfrm>
              <a:off x="3106095" y="574924"/>
              <a:ext cx="2905541" cy="1292235"/>
            </a:xfrm>
            <a:custGeom>
              <a:avLst/>
              <a:gdLst>
                <a:gd name="connsiteX0" fmla="*/ 258928 w 2905541"/>
                <a:gd name="connsiteY0" fmla="*/ 489 h 1292235"/>
                <a:gd name="connsiteX1" fmla="*/ 266757 w 2905541"/>
                <a:gd name="connsiteY1" fmla="*/ 489 h 1292235"/>
                <a:gd name="connsiteX2" fmla="*/ 2631044 w 2905541"/>
                <a:gd name="connsiteY2" fmla="*/ 4404 h 1292235"/>
                <a:gd name="connsiteX3" fmla="*/ 2901137 w 2905541"/>
                <a:gd name="connsiteY3" fmla="*/ 266668 h 1292235"/>
                <a:gd name="connsiteX4" fmla="*/ 2905051 w 2905541"/>
                <a:gd name="connsiteY4" fmla="*/ 1292236 h 1292235"/>
                <a:gd name="connsiteX5" fmla="*/ 2889394 w 2905541"/>
                <a:gd name="connsiteY5" fmla="*/ 313640 h 1292235"/>
                <a:gd name="connsiteX6" fmla="*/ 2638873 w 2905541"/>
                <a:gd name="connsiteY6" fmla="*/ 20061 h 1292235"/>
                <a:gd name="connsiteX7" fmla="*/ 235442 w 2905541"/>
                <a:gd name="connsiteY7" fmla="*/ 20061 h 1292235"/>
                <a:gd name="connsiteX8" fmla="*/ 8407 w 2905541"/>
                <a:gd name="connsiteY8" fmla="*/ 243181 h 1292235"/>
                <a:gd name="connsiteX9" fmla="*/ 579 w 2905541"/>
                <a:gd name="connsiteY9" fmla="*/ 219695 h 1292235"/>
                <a:gd name="connsiteX10" fmla="*/ 258928 w 2905541"/>
                <a:gd name="connsiteY10" fmla="*/ 489 h 1292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5541" h="1292235">
                  <a:moveTo>
                    <a:pt x="258928" y="489"/>
                  </a:moveTo>
                  <a:cubicBezTo>
                    <a:pt x="261535" y="489"/>
                    <a:pt x="264150" y="489"/>
                    <a:pt x="266757" y="489"/>
                  </a:cubicBezTo>
                  <a:cubicBezTo>
                    <a:pt x="1054855" y="-816"/>
                    <a:pt x="1842954" y="489"/>
                    <a:pt x="2631044" y="4404"/>
                  </a:cubicBezTo>
                  <a:cubicBezTo>
                    <a:pt x="2779877" y="30575"/>
                    <a:pt x="2869908" y="117995"/>
                    <a:pt x="2901137" y="266668"/>
                  </a:cubicBezTo>
                  <a:cubicBezTo>
                    <a:pt x="2905051" y="608511"/>
                    <a:pt x="2906359" y="950369"/>
                    <a:pt x="2905051" y="1292236"/>
                  </a:cubicBezTo>
                  <a:cubicBezTo>
                    <a:pt x="2899829" y="966035"/>
                    <a:pt x="2894615" y="639841"/>
                    <a:pt x="2889394" y="313640"/>
                  </a:cubicBezTo>
                  <a:cubicBezTo>
                    <a:pt x="2879733" y="151795"/>
                    <a:pt x="2796231" y="53936"/>
                    <a:pt x="2638873" y="20061"/>
                  </a:cubicBezTo>
                  <a:cubicBezTo>
                    <a:pt x="1837732" y="14842"/>
                    <a:pt x="1036583" y="14842"/>
                    <a:pt x="235442" y="20061"/>
                  </a:cubicBezTo>
                  <a:cubicBezTo>
                    <a:pt x="114244" y="48625"/>
                    <a:pt x="38564" y="122998"/>
                    <a:pt x="8407" y="243181"/>
                  </a:cubicBezTo>
                  <a:cubicBezTo>
                    <a:pt x="1330" y="237631"/>
                    <a:pt x="-1277" y="229802"/>
                    <a:pt x="579" y="219695"/>
                  </a:cubicBezTo>
                  <a:cubicBezTo>
                    <a:pt x="43958" y="95365"/>
                    <a:pt x="130074" y="22296"/>
                    <a:pt x="258928" y="489"/>
                  </a:cubicBezTo>
                  <a:close/>
                </a:path>
              </a:pathLst>
            </a:custGeom>
            <a:solidFill>
              <a:srgbClr val="8A63B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3067606-0EE8-41FC-92BF-42226D74C7AC}"/>
                </a:ext>
              </a:extLst>
            </p:cNvPr>
            <p:cNvSpPr/>
            <p:nvPr/>
          </p:nvSpPr>
          <p:spPr>
            <a:xfrm>
              <a:off x="3624611" y="2437485"/>
              <a:ext cx="562432" cy="337901"/>
            </a:xfrm>
            <a:custGeom>
              <a:avLst/>
              <a:gdLst>
                <a:gd name="connsiteX0" fmla="*/ 405857 w 562432"/>
                <a:gd name="connsiteY0" fmla="*/ 337813 h 337901"/>
                <a:gd name="connsiteX1" fmla="*/ 374542 w 562432"/>
                <a:gd name="connsiteY1" fmla="*/ 329984 h 337901"/>
                <a:gd name="connsiteX2" fmla="*/ 351056 w 562432"/>
                <a:gd name="connsiteY2" fmla="*/ 279097 h 337901"/>
                <a:gd name="connsiteX3" fmla="*/ 315826 w 562432"/>
                <a:gd name="connsiteY3" fmla="*/ 290840 h 337901"/>
                <a:gd name="connsiteX4" fmla="*/ 304083 w 562432"/>
                <a:gd name="connsiteY4" fmla="*/ 279097 h 337901"/>
                <a:gd name="connsiteX5" fmla="*/ 315826 w 562432"/>
                <a:gd name="connsiteY5" fmla="*/ 228210 h 337901"/>
                <a:gd name="connsiteX6" fmla="*/ 374542 w 562432"/>
                <a:gd name="connsiteY6" fmla="*/ 255611 h 337901"/>
                <a:gd name="connsiteX7" fmla="*/ 382371 w 562432"/>
                <a:gd name="connsiteY7" fmla="*/ 228210 h 337901"/>
                <a:gd name="connsiteX8" fmla="*/ 335398 w 562432"/>
                <a:gd name="connsiteY8" fmla="*/ 204724 h 337901"/>
                <a:gd name="connsiteX9" fmla="*/ 311912 w 562432"/>
                <a:gd name="connsiteY9" fmla="*/ 177323 h 337901"/>
                <a:gd name="connsiteX10" fmla="*/ 315826 w 562432"/>
                <a:gd name="connsiteY10" fmla="*/ 196895 h 337901"/>
                <a:gd name="connsiteX11" fmla="*/ 284511 w 562432"/>
                <a:gd name="connsiteY11" fmla="*/ 165580 h 337901"/>
                <a:gd name="connsiteX12" fmla="*/ 272768 w 562432"/>
                <a:gd name="connsiteY12" fmla="*/ 196895 h 337901"/>
                <a:gd name="connsiteX13" fmla="*/ 296254 w 562432"/>
                <a:gd name="connsiteY13" fmla="*/ 204724 h 337901"/>
                <a:gd name="connsiteX14" fmla="*/ 257110 w 562432"/>
                <a:gd name="connsiteY14" fmla="*/ 243867 h 337901"/>
                <a:gd name="connsiteX15" fmla="*/ 272768 w 562432"/>
                <a:gd name="connsiteY15" fmla="*/ 255611 h 337901"/>
                <a:gd name="connsiteX16" fmla="*/ 241453 w 562432"/>
                <a:gd name="connsiteY16" fmla="*/ 259525 h 337901"/>
                <a:gd name="connsiteX17" fmla="*/ 241453 w 562432"/>
                <a:gd name="connsiteY17" fmla="*/ 236039 h 337901"/>
                <a:gd name="connsiteX18" fmla="*/ 104449 w 562432"/>
                <a:gd name="connsiteY18" fmla="*/ 181237 h 337901"/>
                <a:gd name="connsiteX19" fmla="*/ 88792 w 562432"/>
                <a:gd name="connsiteY19" fmla="*/ 189066 h 337901"/>
                <a:gd name="connsiteX20" fmla="*/ 69220 w 562432"/>
                <a:gd name="connsiteY20" fmla="*/ 142093 h 337901"/>
                <a:gd name="connsiteX21" fmla="*/ 69220 w 562432"/>
                <a:gd name="connsiteY21" fmla="*/ 122522 h 337901"/>
                <a:gd name="connsiteX22" fmla="*/ 57477 w 562432"/>
                <a:gd name="connsiteY22" fmla="*/ 118607 h 337901"/>
                <a:gd name="connsiteX23" fmla="*/ 45734 w 562432"/>
                <a:gd name="connsiteY23" fmla="*/ 99035 h 337901"/>
                <a:gd name="connsiteX24" fmla="*/ 116193 w 562432"/>
                <a:gd name="connsiteY24" fmla="*/ 95121 h 337901"/>
                <a:gd name="connsiteX25" fmla="*/ 147508 w 562432"/>
                <a:gd name="connsiteY25" fmla="*/ 130350 h 337901"/>
                <a:gd name="connsiteX26" fmla="*/ 139679 w 562432"/>
                <a:gd name="connsiteY26" fmla="*/ 138179 h 337901"/>
                <a:gd name="connsiteX27" fmla="*/ 194480 w 562432"/>
                <a:gd name="connsiteY27" fmla="*/ 114693 h 337901"/>
                <a:gd name="connsiteX28" fmla="*/ 116193 w 562432"/>
                <a:gd name="connsiteY28" fmla="*/ 83378 h 337901"/>
                <a:gd name="connsiteX29" fmla="*/ 49648 w 562432"/>
                <a:gd name="connsiteY29" fmla="*/ 63806 h 337901"/>
                <a:gd name="connsiteX30" fmla="*/ 33991 w 562432"/>
                <a:gd name="connsiteY30" fmla="*/ 71635 h 337901"/>
                <a:gd name="connsiteX31" fmla="*/ 33991 w 562432"/>
                <a:gd name="connsiteY31" fmla="*/ 40319 h 337901"/>
                <a:gd name="connsiteX32" fmla="*/ 77049 w 562432"/>
                <a:gd name="connsiteY32" fmla="*/ 48148 h 337901"/>
                <a:gd name="connsiteX33" fmla="*/ 139679 w 562432"/>
                <a:gd name="connsiteY33" fmla="*/ 32491 h 337901"/>
                <a:gd name="connsiteX34" fmla="*/ 139679 w 562432"/>
                <a:gd name="connsiteY34" fmla="*/ 1176 h 337901"/>
                <a:gd name="connsiteX35" fmla="*/ 225795 w 562432"/>
                <a:gd name="connsiteY35" fmla="*/ 16833 h 337901"/>
                <a:gd name="connsiteX36" fmla="*/ 237539 w 562432"/>
                <a:gd name="connsiteY36" fmla="*/ 9004 h 337901"/>
                <a:gd name="connsiteX37" fmla="*/ 257110 w 562432"/>
                <a:gd name="connsiteY37" fmla="*/ 32491 h 337901"/>
                <a:gd name="connsiteX38" fmla="*/ 229710 w 562432"/>
                <a:gd name="connsiteY38" fmla="*/ 32491 h 337901"/>
                <a:gd name="connsiteX39" fmla="*/ 178823 w 562432"/>
                <a:gd name="connsiteY39" fmla="*/ 71635 h 337901"/>
                <a:gd name="connsiteX40" fmla="*/ 241453 w 562432"/>
                <a:gd name="connsiteY40" fmla="*/ 91206 h 337901"/>
                <a:gd name="connsiteX41" fmla="*/ 202309 w 562432"/>
                <a:gd name="connsiteY41" fmla="*/ 91206 h 337901"/>
                <a:gd name="connsiteX42" fmla="*/ 202309 w 562432"/>
                <a:gd name="connsiteY42" fmla="*/ 196895 h 337901"/>
                <a:gd name="connsiteX43" fmla="*/ 217967 w 562432"/>
                <a:gd name="connsiteY43" fmla="*/ 177323 h 337901"/>
                <a:gd name="connsiteX44" fmla="*/ 264939 w 562432"/>
                <a:gd name="connsiteY44" fmla="*/ 169494 h 337901"/>
                <a:gd name="connsiteX45" fmla="*/ 249282 w 562432"/>
                <a:gd name="connsiteY45" fmla="*/ 153837 h 337901"/>
                <a:gd name="connsiteX46" fmla="*/ 268854 w 562432"/>
                <a:gd name="connsiteY46" fmla="*/ 126436 h 337901"/>
                <a:gd name="connsiteX47" fmla="*/ 296254 w 562432"/>
                <a:gd name="connsiteY47" fmla="*/ 146008 h 337901"/>
                <a:gd name="connsiteX48" fmla="*/ 288425 w 562432"/>
                <a:gd name="connsiteY48" fmla="*/ 153837 h 337901"/>
                <a:gd name="connsiteX49" fmla="*/ 343227 w 562432"/>
                <a:gd name="connsiteY49" fmla="*/ 165580 h 337901"/>
                <a:gd name="connsiteX50" fmla="*/ 358884 w 562432"/>
                <a:gd name="connsiteY50" fmla="*/ 189066 h 337901"/>
                <a:gd name="connsiteX51" fmla="*/ 358884 w 562432"/>
                <a:gd name="connsiteY51" fmla="*/ 142093 h 337901"/>
                <a:gd name="connsiteX52" fmla="*/ 405857 w 562432"/>
                <a:gd name="connsiteY52" fmla="*/ 142093 h 337901"/>
                <a:gd name="connsiteX53" fmla="*/ 413686 w 562432"/>
                <a:gd name="connsiteY53" fmla="*/ 87292 h 337901"/>
                <a:gd name="connsiteX54" fmla="*/ 488059 w 562432"/>
                <a:gd name="connsiteY54" fmla="*/ 95121 h 337901"/>
                <a:gd name="connsiteX55" fmla="*/ 515460 w 562432"/>
                <a:gd name="connsiteY55" fmla="*/ 110778 h 337901"/>
                <a:gd name="connsiteX56" fmla="*/ 554604 w 562432"/>
                <a:gd name="connsiteY56" fmla="*/ 110778 h 337901"/>
                <a:gd name="connsiteX57" fmla="*/ 562432 w 562432"/>
                <a:gd name="connsiteY57" fmla="*/ 138179 h 337901"/>
                <a:gd name="connsiteX58" fmla="*/ 491973 w 562432"/>
                <a:gd name="connsiteY58" fmla="*/ 189066 h 337901"/>
                <a:gd name="connsiteX59" fmla="*/ 413686 w 562432"/>
                <a:gd name="connsiteY59" fmla="*/ 177323 h 337901"/>
                <a:gd name="connsiteX60" fmla="*/ 386285 w 562432"/>
                <a:gd name="connsiteY60" fmla="*/ 181237 h 337901"/>
                <a:gd name="connsiteX61" fmla="*/ 413686 w 562432"/>
                <a:gd name="connsiteY61" fmla="*/ 216467 h 337901"/>
                <a:gd name="connsiteX62" fmla="*/ 401943 w 562432"/>
                <a:gd name="connsiteY62" fmla="*/ 251696 h 337901"/>
                <a:gd name="connsiteX63" fmla="*/ 421515 w 562432"/>
                <a:gd name="connsiteY63" fmla="*/ 236039 h 337901"/>
                <a:gd name="connsiteX64" fmla="*/ 421515 w 562432"/>
                <a:gd name="connsiteY64" fmla="*/ 286926 h 337901"/>
                <a:gd name="connsiteX65" fmla="*/ 445001 w 562432"/>
                <a:gd name="connsiteY65" fmla="*/ 322155 h 337901"/>
                <a:gd name="connsiteX66" fmla="*/ 441086 w 562432"/>
                <a:gd name="connsiteY66" fmla="*/ 337813 h 337901"/>
                <a:gd name="connsiteX67" fmla="*/ 425429 w 562432"/>
                <a:gd name="connsiteY67" fmla="*/ 314326 h 337901"/>
                <a:gd name="connsiteX68" fmla="*/ 405857 w 562432"/>
                <a:gd name="connsiteY68" fmla="*/ 337813 h 33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62432" h="337901">
                  <a:moveTo>
                    <a:pt x="405857" y="337813"/>
                  </a:moveTo>
                  <a:cubicBezTo>
                    <a:pt x="394662" y="338431"/>
                    <a:pt x="384218" y="335824"/>
                    <a:pt x="374542" y="329984"/>
                  </a:cubicBezTo>
                  <a:cubicBezTo>
                    <a:pt x="368459" y="312126"/>
                    <a:pt x="360630" y="295162"/>
                    <a:pt x="351056" y="279097"/>
                  </a:cubicBezTo>
                  <a:cubicBezTo>
                    <a:pt x="336439" y="273531"/>
                    <a:pt x="324696" y="277445"/>
                    <a:pt x="315826" y="290840"/>
                  </a:cubicBezTo>
                  <a:cubicBezTo>
                    <a:pt x="311912" y="286926"/>
                    <a:pt x="307997" y="283011"/>
                    <a:pt x="304083" y="279097"/>
                  </a:cubicBezTo>
                  <a:cubicBezTo>
                    <a:pt x="310064" y="262899"/>
                    <a:pt x="313979" y="245934"/>
                    <a:pt x="315826" y="228210"/>
                  </a:cubicBezTo>
                  <a:cubicBezTo>
                    <a:pt x="324156" y="257920"/>
                    <a:pt x="343728" y="267048"/>
                    <a:pt x="374542" y="255611"/>
                  </a:cubicBezTo>
                  <a:cubicBezTo>
                    <a:pt x="381095" y="247696"/>
                    <a:pt x="383702" y="238559"/>
                    <a:pt x="382371" y="228210"/>
                  </a:cubicBezTo>
                  <a:cubicBezTo>
                    <a:pt x="365061" y="224554"/>
                    <a:pt x="349404" y="216725"/>
                    <a:pt x="335398" y="204724"/>
                  </a:cubicBezTo>
                  <a:cubicBezTo>
                    <a:pt x="343540" y="183414"/>
                    <a:pt x="335711" y="174285"/>
                    <a:pt x="311912" y="177323"/>
                  </a:cubicBezTo>
                  <a:cubicBezTo>
                    <a:pt x="326755" y="185661"/>
                    <a:pt x="328063" y="192182"/>
                    <a:pt x="315826" y="196895"/>
                  </a:cubicBezTo>
                  <a:cubicBezTo>
                    <a:pt x="301993" y="190319"/>
                    <a:pt x="291549" y="179883"/>
                    <a:pt x="284511" y="165580"/>
                  </a:cubicBezTo>
                  <a:cubicBezTo>
                    <a:pt x="275211" y="173902"/>
                    <a:pt x="271296" y="184345"/>
                    <a:pt x="272768" y="196895"/>
                  </a:cubicBezTo>
                  <a:cubicBezTo>
                    <a:pt x="281967" y="195180"/>
                    <a:pt x="289796" y="197787"/>
                    <a:pt x="296254" y="204724"/>
                  </a:cubicBezTo>
                  <a:cubicBezTo>
                    <a:pt x="277958" y="212685"/>
                    <a:pt x="264908" y="225736"/>
                    <a:pt x="257110" y="243867"/>
                  </a:cubicBezTo>
                  <a:cubicBezTo>
                    <a:pt x="261220" y="249285"/>
                    <a:pt x="266442" y="253199"/>
                    <a:pt x="272768" y="255611"/>
                  </a:cubicBezTo>
                  <a:cubicBezTo>
                    <a:pt x="262645" y="259447"/>
                    <a:pt x="252202" y="260754"/>
                    <a:pt x="241453" y="259525"/>
                  </a:cubicBezTo>
                  <a:cubicBezTo>
                    <a:pt x="249767" y="251109"/>
                    <a:pt x="249767" y="243280"/>
                    <a:pt x="241453" y="236039"/>
                  </a:cubicBezTo>
                  <a:cubicBezTo>
                    <a:pt x="197361" y="213609"/>
                    <a:pt x="151696" y="195345"/>
                    <a:pt x="104449" y="181237"/>
                  </a:cubicBezTo>
                  <a:cubicBezTo>
                    <a:pt x="98406" y="182372"/>
                    <a:pt x="93184" y="184979"/>
                    <a:pt x="88792" y="189066"/>
                  </a:cubicBezTo>
                  <a:cubicBezTo>
                    <a:pt x="80008" y="174035"/>
                    <a:pt x="73479" y="158377"/>
                    <a:pt x="69220" y="142093"/>
                  </a:cubicBezTo>
                  <a:cubicBezTo>
                    <a:pt x="-23073" y="141678"/>
                    <a:pt x="-23073" y="135157"/>
                    <a:pt x="69220" y="122522"/>
                  </a:cubicBezTo>
                  <a:cubicBezTo>
                    <a:pt x="75796" y="109479"/>
                    <a:pt x="71882" y="108171"/>
                    <a:pt x="57477" y="118607"/>
                  </a:cubicBezTo>
                  <a:cubicBezTo>
                    <a:pt x="54549" y="111436"/>
                    <a:pt x="50635" y="104907"/>
                    <a:pt x="45734" y="99035"/>
                  </a:cubicBezTo>
                  <a:cubicBezTo>
                    <a:pt x="67873" y="99779"/>
                    <a:pt x="91360" y="98472"/>
                    <a:pt x="116193" y="95121"/>
                  </a:cubicBezTo>
                  <a:cubicBezTo>
                    <a:pt x="116670" y="115084"/>
                    <a:pt x="127106" y="126827"/>
                    <a:pt x="147508" y="130350"/>
                  </a:cubicBezTo>
                  <a:cubicBezTo>
                    <a:pt x="144901" y="132957"/>
                    <a:pt x="142286" y="135572"/>
                    <a:pt x="139679" y="138179"/>
                  </a:cubicBezTo>
                  <a:cubicBezTo>
                    <a:pt x="160511" y="138665"/>
                    <a:pt x="178784" y="130836"/>
                    <a:pt x="194480" y="114693"/>
                  </a:cubicBezTo>
                  <a:cubicBezTo>
                    <a:pt x="163463" y="115679"/>
                    <a:pt x="137369" y="105236"/>
                    <a:pt x="116193" y="83378"/>
                  </a:cubicBezTo>
                  <a:cubicBezTo>
                    <a:pt x="92010" y="82219"/>
                    <a:pt x="69831" y="75698"/>
                    <a:pt x="49648" y="63806"/>
                  </a:cubicBezTo>
                  <a:cubicBezTo>
                    <a:pt x="43604" y="64941"/>
                    <a:pt x="38383" y="67548"/>
                    <a:pt x="33991" y="71635"/>
                  </a:cubicBezTo>
                  <a:cubicBezTo>
                    <a:pt x="21347" y="59805"/>
                    <a:pt x="21347" y="49370"/>
                    <a:pt x="33991" y="40319"/>
                  </a:cubicBezTo>
                  <a:cubicBezTo>
                    <a:pt x="47597" y="45228"/>
                    <a:pt x="61947" y="47835"/>
                    <a:pt x="77049" y="48148"/>
                  </a:cubicBezTo>
                  <a:cubicBezTo>
                    <a:pt x="98805" y="44860"/>
                    <a:pt x="119676" y="39638"/>
                    <a:pt x="139679" y="32491"/>
                  </a:cubicBezTo>
                  <a:cubicBezTo>
                    <a:pt x="139679" y="22055"/>
                    <a:pt x="139679" y="11611"/>
                    <a:pt x="139679" y="1176"/>
                  </a:cubicBezTo>
                  <a:cubicBezTo>
                    <a:pt x="170477" y="-2574"/>
                    <a:pt x="199185" y="2647"/>
                    <a:pt x="225795" y="16833"/>
                  </a:cubicBezTo>
                  <a:cubicBezTo>
                    <a:pt x="230383" y="15197"/>
                    <a:pt x="234297" y="12582"/>
                    <a:pt x="237539" y="9004"/>
                  </a:cubicBezTo>
                  <a:cubicBezTo>
                    <a:pt x="242588" y="17976"/>
                    <a:pt x="249109" y="25805"/>
                    <a:pt x="257110" y="32491"/>
                  </a:cubicBezTo>
                  <a:cubicBezTo>
                    <a:pt x="249149" y="52282"/>
                    <a:pt x="240012" y="52282"/>
                    <a:pt x="229710" y="32491"/>
                  </a:cubicBezTo>
                  <a:cubicBezTo>
                    <a:pt x="220746" y="55797"/>
                    <a:pt x="203781" y="68848"/>
                    <a:pt x="178823" y="71635"/>
                  </a:cubicBezTo>
                  <a:cubicBezTo>
                    <a:pt x="200775" y="76371"/>
                    <a:pt x="221654" y="82892"/>
                    <a:pt x="241453" y="91206"/>
                  </a:cubicBezTo>
                  <a:cubicBezTo>
                    <a:pt x="228089" y="92733"/>
                    <a:pt x="215039" y="92733"/>
                    <a:pt x="202309" y="91206"/>
                  </a:cubicBezTo>
                  <a:cubicBezTo>
                    <a:pt x="204783" y="125966"/>
                    <a:pt x="204783" y="161196"/>
                    <a:pt x="202309" y="196895"/>
                  </a:cubicBezTo>
                  <a:cubicBezTo>
                    <a:pt x="221427" y="198038"/>
                    <a:pt x="226649" y="191516"/>
                    <a:pt x="217967" y="177323"/>
                  </a:cubicBezTo>
                  <a:cubicBezTo>
                    <a:pt x="233624" y="174716"/>
                    <a:pt x="249282" y="172101"/>
                    <a:pt x="264939" y="169494"/>
                  </a:cubicBezTo>
                  <a:cubicBezTo>
                    <a:pt x="257674" y="166457"/>
                    <a:pt x="252452" y="161235"/>
                    <a:pt x="249282" y="153837"/>
                  </a:cubicBezTo>
                  <a:cubicBezTo>
                    <a:pt x="255858" y="144669"/>
                    <a:pt x="262379" y="135533"/>
                    <a:pt x="268854" y="126436"/>
                  </a:cubicBezTo>
                  <a:cubicBezTo>
                    <a:pt x="274897" y="136997"/>
                    <a:pt x="284034" y="143518"/>
                    <a:pt x="296254" y="146008"/>
                  </a:cubicBezTo>
                  <a:cubicBezTo>
                    <a:pt x="293647" y="148615"/>
                    <a:pt x="291032" y="151230"/>
                    <a:pt x="288425" y="153837"/>
                  </a:cubicBezTo>
                  <a:cubicBezTo>
                    <a:pt x="305492" y="159700"/>
                    <a:pt x="323757" y="163615"/>
                    <a:pt x="343227" y="165580"/>
                  </a:cubicBezTo>
                  <a:cubicBezTo>
                    <a:pt x="346507" y="174755"/>
                    <a:pt x="351721" y="182584"/>
                    <a:pt x="358884" y="189066"/>
                  </a:cubicBezTo>
                  <a:cubicBezTo>
                    <a:pt x="362172" y="174771"/>
                    <a:pt x="362172" y="159113"/>
                    <a:pt x="358884" y="142093"/>
                  </a:cubicBezTo>
                  <a:cubicBezTo>
                    <a:pt x="374542" y="142093"/>
                    <a:pt x="390199" y="142093"/>
                    <a:pt x="405857" y="142093"/>
                  </a:cubicBezTo>
                  <a:cubicBezTo>
                    <a:pt x="403446" y="123116"/>
                    <a:pt x="406061" y="104852"/>
                    <a:pt x="413686" y="87292"/>
                  </a:cubicBezTo>
                  <a:cubicBezTo>
                    <a:pt x="442112" y="67055"/>
                    <a:pt x="466906" y="69662"/>
                    <a:pt x="488059" y="95121"/>
                  </a:cubicBezTo>
                  <a:cubicBezTo>
                    <a:pt x="518693" y="70578"/>
                    <a:pt x="527829" y="75800"/>
                    <a:pt x="515460" y="110778"/>
                  </a:cubicBezTo>
                  <a:cubicBezTo>
                    <a:pt x="528510" y="110778"/>
                    <a:pt x="541553" y="110778"/>
                    <a:pt x="554604" y="110778"/>
                  </a:cubicBezTo>
                  <a:cubicBezTo>
                    <a:pt x="553273" y="121128"/>
                    <a:pt x="555880" y="130264"/>
                    <a:pt x="562432" y="138179"/>
                  </a:cubicBezTo>
                  <a:cubicBezTo>
                    <a:pt x="544700" y="162738"/>
                    <a:pt x="521214" y="179703"/>
                    <a:pt x="491973" y="189066"/>
                  </a:cubicBezTo>
                  <a:cubicBezTo>
                    <a:pt x="456540" y="243484"/>
                    <a:pt x="430447" y="239569"/>
                    <a:pt x="413686" y="177323"/>
                  </a:cubicBezTo>
                  <a:cubicBezTo>
                    <a:pt x="403634" y="171968"/>
                    <a:pt x="394497" y="173275"/>
                    <a:pt x="386285" y="181237"/>
                  </a:cubicBezTo>
                  <a:cubicBezTo>
                    <a:pt x="382762" y="201310"/>
                    <a:pt x="391891" y="213053"/>
                    <a:pt x="413686" y="216467"/>
                  </a:cubicBezTo>
                  <a:cubicBezTo>
                    <a:pt x="399727" y="224820"/>
                    <a:pt x="395813" y="236563"/>
                    <a:pt x="401943" y="251696"/>
                  </a:cubicBezTo>
                  <a:cubicBezTo>
                    <a:pt x="407337" y="244987"/>
                    <a:pt x="413858" y="239773"/>
                    <a:pt x="421515" y="236039"/>
                  </a:cubicBezTo>
                  <a:cubicBezTo>
                    <a:pt x="430479" y="252753"/>
                    <a:pt x="430479" y="269710"/>
                    <a:pt x="421515" y="286926"/>
                  </a:cubicBezTo>
                  <a:cubicBezTo>
                    <a:pt x="429163" y="298645"/>
                    <a:pt x="436992" y="310389"/>
                    <a:pt x="445001" y="322155"/>
                  </a:cubicBezTo>
                  <a:cubicBezTo>
                    <a:pt x="443693" y="327377"/>
                    <a:pt x="442394" y="332591"/>
                    <a:pt x="441086" y="337813"/>
                  </a:cubicBezTo>
                  <a:cubicBezTo>
                    <a:pt x="437806" y="328637"/>
                    <a:pt x="432592" y="320809"/>
                    <a:pt x="425429" y="314326"/>
                  </a:cubicBezTo>
                  <a:cubicBezTo>
                    <a:pt x="423581" y="327001"/>
                    <a:pt x="417060" y="334830"/>
                    <a:pt x="405857" y="337813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9D89A09A-F942-4D9C-A279-74347698EE24}"/>
                </a:ext>
              </a:extLst>
            </p:cNvPr>
            <p:cNvSpPr/>
            <p:nvPr/>
          </p:nvSpPr>
          <p:spPr>
            <a:xfrm>
              <a:off x="2214194" y="2532606"/>
              <a:ext cx="70458" cy="360123"/>
            </a:xfrm>
            <a:custGeom>
              <a:avLst/>
              <a:gdLst>
                <a:gd name="connsiteX0" fmla="*/ 54801 w 70458"/>
                <a:gd name="connsiteY0" fmla="*/ 0 h 360123"/>
                <a:gd name="connsiteX1" fmla="*/ 70459 w 70458"/>
                <a:gd name="connsiteY1" fmla="*/ 15658 h 360123"/>
                <a:gd name="connsiteX2" fmla="*/ 35229 w 70458"/>
                <a:gd name="connsiteY2" fmla="*/ 117432 h 360123"/>
                <a:gd name="connsiteX3" fmla="*/ 31315 w 70458"/>
                <a:gd name="connsiteY3" fmla="*/ 360123 h 360123"/>
                <a:gd name="connsiteX4" fmla="*/ 19572 w 70458"/>
                <a:gd name="connsiteY4" fmla="*/ 172233 h 360123"/>
                <a:gd name="connsiteX5" fmla="*/ 7829 w 70458"/>
                <a:gd name="connsiteY5" fmla="*/ 320979 h 360123"/>
                <a:gd name="connsiteX6" fmla="*/ 0 w 70458"/>
                <a:gd name="connsiteY6" fmla="*/ 320979 h 360123"/>
                <a:gd name="connsiteX7" fmla="*/ 0 w 70458"/>
                <a:gd name="connsiteY7" fmla="*/ 156575 h 360123"/>
                <a:gd name="connsiteX8" fmla="*/ 54801 w 70458"/>
                <a:gd name="connsiteY8" fmla="*/ 0 h 36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458" h="360123">
                  <a:moveTo>
                    <a:pt x="54801" y="0"/>
                  </a:moveTo>
                  <a:cubicBezTo>
                    <a:pt x="62630" y="2607"/>
                    <a:pt x="67849" y="7829"/>
                    <a:pt x="70459" y="15658"/>
                  </a:cubicBezTo>
                  <a:cubicBezTo>
                    <a:pt x="51769" y="46926"/>
                    <a:pt x="40026" y="80856"/>
                    <a:pt x="35229" y="117432"/>
                  </a:cubicBezTo>
                  <a:cubicBezTo>
                    <a:pt x="31316" y="198287"/>
                    <a:pt x="30012" y="279182"/>
                    <a:pt x="31315" y="360123"/>
                  </a:cubicBezTo>
                  <a:cubicBezTo>
                    <a:pt x="24823" y="298879"/>
                    <a:pt x="20909" y="236249"/>
                    <a:pt x="19572" y="172233"/>
                  </a:cubicBezTo>
                  <a:cubicBezTo>
                    <a:pt x="8178" y="220403"/>
                    <a:pt x="4263" y="269983"/>
                    <a:pt x="7829" y="320979"/>
                  </a:cubicBezTo>
                  <a:cubicBezTo>
                    <a:pt x="5219" y="320979"/>
                    <a:pt x="2610" y="320979"/>
                    <a:pt x="0" y="320979"/>
                  </a:cubicBezTo>
                  <a:cubicBezTo>
                    <a:pt x="0" y="266178"/>
                    <a:pt x="0" y="211377"/>
                    <a:pt x="0" y="156575"/>
                  </a:cubicBezTo>
                  <a:cubicBezTo>
                    <a:pt x="8605" y="101429"/>
                    <a:pt x="26872" y="49235"/>
                    <a:pt x="54801" y="0"/>
                  </a:cubicBezTo>
                  <a:close/>
                </a:path>
              </a:pathLst>
            </a:custGeom>
            <a:solidFill>
              <a:srgbClr val="82828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CB9A8EEA-A436-4F90-BE31-5F12937FC1AB}"/>
                </a:ext>
              </a:extLst>
            </p:cNvPr>
            <p:cNvSpPr/>
            <p:nvPr/>
          </p:nvSpPr>
          <p:spPr>
            <a:xfrm>
              <a:off x="5103009" y="2619176"/>
              <a:ext cx="843629" cy="179607"/>
            </a:xfrm>
            <a:custGeom>
              <a:avLst/>
              <a:gdLst>
                <a:gd name="connsiteX0" fmla="*/ 822021 w 843629"/>
                <a:gd name="connsiteY0" fmla="*/ 140463 h 179607"/>
                <a:gd name="connsiteX1" fmla="*/ 837678 w 843629"/>
                <a:gd name="connsiteY1" fmla="*/ 148292 h 179607"/>
                <a:gd name="connsiteX2" fmla="*/ 841592 w 843629"/>
                <a:gd name="connsiteY2" fmla="*/ 171779 h 179607"/>
                <a:gd name="connsiteX3" fmla="*/ 493212 w 843629"/>
                <a:gd name="connsiteY3" fmla="*/ 26946 h 179607"/>
                <a:gd name="connsiteX4" fmla="*/ 7829 w 843629"/>
                <a:gd name="connsiteY4" fmla="*/ 179607 h 179607"/>
                <a:gd name="connsiteX5" fmla="*/ 0 w 843629"/>
                <a:gd name="connsiteY5" fmla="*/ 175693 h 179607"/>
                <a:gd name="connsiteX6" fmla="*/ 54801 w 843629"/>
                <a:gd name="connsiteY6" fmla="*/ 120892 h 179607"/>
                <a:gd name="connsiteX7" fmla="*/ 548014 w 843629"/>
                <a:gd name="connsiteY7" fmla="*/ 11289 h 179607"/>
                <a:gd name="connsiteX8" fmla="*/ 822021 w 843629"/>
                <a:gd name="connsiteY8" fmla="*/ 140463 h 17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3629" h="179607">
                  <a:moveTo>
                    <a:pt x="822021" y="140463"/>
                  </a:moveTo>
                  <a:cubicBezTo>
                    <a:pt x="827242" y="143071"/>
                    <a:pt x="832456" y="145685"/>
                    <a:pt x="837678" y="148292"/>
                  </a:cubicBezTo>
                  <a:cubicBezTo>
                    <a:pt x="843965" y="155518"/>
                    <a:pt x="845272" y="163347"/>
                    <a:pt x="841592" y="171779"/>
                  </a:cubicBezTo>
                  <a:cubicBezTo>
                    <a:pt x="740359" y="88434"/>
                    <a:pt x="624227" y="40154"/>
                    <a:pt x="493212" y="26946"/>
                  </a:cubicBezTo>
                  <a:cubicBezTo>
                    <a:pt x="307569" y="5449"/>
                    <a:pt x="145772" y="56336"/>
                    <a:pt x="7829" y="179607"/>
                  </a:cubicBezTo>
                  <a:cubicBezTo>
                    <a:pt x="5222" y="178300"/>
                    <a:pt x="2607" y="177000"/>
                    <a:pt x="0" y="175693"/>
                  </a:cubicBezTo>
                  <a:cubicBezTo>
                    <a:pt x="18265" y="157428"/>
                    <a:pt x="36537" y="139156"/>
                    <a:pt x="54801" y="120892"/>
                  </a:cubicBezTo>
                  <a:cubicBezTo>
                    <a:pt x="202366" y="15665"/>
                    <a:pt x="366770" y="-20864"/>
                    <a:pt x="548014" y="11289"/>
                  </a:cubicBezTo>
                  <a:cubicBezTo>
                    <a:pt x="649138" y="33139"/>
                    <a:pt x="740476" y="76197"/>
                    <a:pt x="822021" y="140463"/>
                  </a:cubicBezTo>
                  <a:close/>
                </a:path>
              </a:pathLst>
            </a:custGeom>
            <a:solidFill>
              <a:srgbClr val="76767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91F9D19-8D4A-4E7B-8505-968F4A304739}"/>
                </a:ext>
              </a:extLst>
            </p:cNvPr>
            <p:cNvSpPr/>
            <p:nvPr/>
          </p:nvSpPr>
          <p:spPr>
            <a:xfrm>
              <a:off x="2268995" y="1953277"/>
              <a:ext cx="407095" cy="1730157"/>
            </a:xfrm>
            <a:custGeom>
              <a:avLst/>
              <a:gdLst>
                <a:gd name="connsiteX0" fmla="*/ 250521 w 407095"/>
                <a:gd name="connsiteY0" fmla="*/ 0 h 1730157"/>
                <a:gd name="connsiteX1" fmla="*/ 262264 w 407095"/>
                <a:gd name="connsiteY1" fmla="*/ 430582 h 1730157"/>
                <a:gd name="connsiteX2" fmla="*/ 266178 w 407095"/>
                <a:gd name="connsiteY2" fmla="*/ 320979 h 1730157"/>
                <a:gd name="connsiteX3" fmla="*/ 407096 w 407095"/>
                <a:gd name="connsiteY3" fmla="*/ 1730158 h 1730157"/>
                <a:gd name="connsiteX4" fmla="*/ 375781 w 407095"/>
                <a:gd name="connsiteY4" fmla="*/ 1730158 h 1730157"/>
                <a:gd name="connsiteX5" fmla="*/ 262264 w 407095"/>
                <a:gd name="connsiteY5" fmla="*/ 649788 h 1730157"/>
                <a:gd name="connsiteX6" fmla="*/ 148747 w 407095"/>
                <a:gd name="connsiteY6" fmla="*/ 551928 h 1730157"/>
                <a:gd name="connsiteX7" fmla="*/ 15658 w 407095"/>
                <a:gd name="connsiteY7" fmla="*/ 594986 h 1730157"/>
                <a:gd name="connsiteX8" fmla="*/ 0 w 407095"/>
                <a:gd name="connsiteY8" fmla="*/ 579329 h 1730157"/>
                <a:gd name="connsiteX9" fmla="*/ 62630 w 407095"/>
                <a:gd name="connsiteY9" fmla="*/ 528442 h 1730157"/>
                <a:gd name="connsiteX10" fmla="*/ 254435 w 407095"/>
                <a:gd name="connsiteY10" fmla="*/ 602815 h 1730157"/>
                <a:gd name="connsiteX11" fmla="*/ 242692 w 407095"/>
                <a:gd name="connsiteY11" fmla="*/ 180062 h 1730157"/>
                <a:gd name="connsiteX12" fmla="*/ 250521 w 407095"/>
                <a:gd name="connsiteY12" fmla="*/ 0 h 173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095" h="1730157">
                  <a:moveTo>
                    <a:pt x="250521" y="0"/>
                  </a:moveTo>
                  <a:cubicBezTo>
                    <a:pt x="248226" y="143721"/>
                    <a:pt x="252140" y="287245"/>
                    <a:pt x="262264" y="430582"/>
                  </a:cubicBezTo>
                  <a:cubicBezTo>
                    <a:pt x="266172" y="394139"/>
                    <a:pt x="267476" y="357610"/>
                    <a:pt x="266178" y="320979"/>
                  </a:cubicBezTo>
                  <a:cubicBezTo>
                    <a:pt x="294597" y="791488"/>
                    <a:pt x="341570" y="1261214"/>
                    <a:pt x="407096" y="1730158"/>
                  </a:cubicBezTo>
                  <a:cubicBezTo>
                    <a:pt x="396658" y="1719722"/>
                    <a:pt x="386219" y="1719722"/>
                    <a:pt x="375781" y="1730158"/>
                  </a:cubicBezTo>
                  <a:cubicBezTo>
                    <a:pt x="331502" y="1370708"/>
                    <a:pt x="293663" y="1010584"/>
                    <a:pt x="262264" y="649788"/>
                  </a:cubicBezTo>
                  <a:cubicBezTo>
                    <a:pt x="234054" y="605915"/>
                    <a:pt x="196216" y="573293"/>
                    <a:pt x="148747" y="551928"/>
                  </a:cubicBezTo>
                  <a:cubicBezTo>
                    <a:pt x="93486" y="536865"/>
                    <a:pt x="49123" y="551224"/>
                    <a:pt x="15658" y="594986"/>
                  </a:cubicBezTo>
                  <a:cubicBezTo>
                    <a:pt x="13048" y="587158"/>
                    <a:pt x="7829" y="581936"/>
                    <a:pt x="0" y="579329"/>
                  </a:cubicBezTo>
                  <a:cubicBezTo>
                    <a:pt x="14854" y="555381"/>
                    <a:pt x="35731" y="538416"/>
                    <a:pt x="62630" y="528442"/>
                  </a:cubicBezTo>
                  <a:cubicBezTo>
                    <a:pt x="140888" y="516252"/>
                    <a:pt x="204823" y="541046"/>
                    <a:pt x="254435" y="602815"/>
                  </a:cubicBezTo>
                  <a:cubicBezTo>
                    <a:pt x="250532" y="462007"/>
                    <a:pt x="246617" y="321089"/>
                    <a:pt x="242692" y="180062"/>
                  </a:cubicBezTo>
                  <a:cubicBezTo>
                    <a:pt x="242694" y="118676"/>
                    <a:pt x="245303" y="58661"/>
                    <a:pt x="250521" y="0"/>
                  </a:cubicBezTo>
                  <a:close/>
                </a:path>
              </a:pathLst>
            </a:custGeom>
            <a:solidFill>
              <a:srgbClr val="71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524FD65-EA49-45D6-A407-41825F960C69}"/>
                </a:ext>
              </a:extLst>
            </p:cNvPr>
            <p:cNvSpPr/>
            <p:nvPr/>
          </p:nvSpPr>
          <p:spPr>
            <a:xfrm>
              <a:off x="3059701" y="2603065"/>
              <a:ext cx="1064712" cy="508869"/>
            </a:xfrm>
            <a:custGeom>
              <a:avLst/>
              <a:gdLst>
                <a:gd name="connsiteX0" fmla="*/ 970767 w 1064712"/>
                <a:gd name="connsiteY0" fmla="*/ 172233 h 508869"/>
                <a:gd name="connsiteX1" fmla="*/ 974682 w 1064712"/>
                <a:gd name="connsiteY1" fmla="*/ 242692 h 508869"/>
                <a:gd name="connsiteX2" fmla="*/ 994253 w 1064712"/>
                <a:gd name="connsiteY2" fmla="*/ 242692 h 508869"/>
                <a:gd name="connsiteX3" fmla="*/ 955110 w 1064712"/>
                <a:gd name="connsiteY3" fmla="*/ 258349 h 508869"/>
                <a:gd name="connsiteX4" fmla="*/ 939452 w 1064712"/>
                <a:gd name="connsiteY4" fmla="*/ 266178 h 508869"/>
                <a:gd name="connsiteX5" fmla="*/ 1002082 w 1064712"/>
                <a:gd name="connsiteY5" fmla="*/ 289664 h 508869"/>
                <a:gd name="connsiteX6" fmla="*/ 994253 w 1064712"/>
                <a:gd name="connsiteY6" fmla="*/ 344466 h 508869"/>
                <a:gd name="connsiteX7" fmla="*/ 978596 w 1064712"/>
                <a:gd name="connsiteY7" fmla="*/ 352295 h 508869"/>
                <a:gd name="connsiteX8" fmla="*/ 1017740 w 1064712"/>
                <a:gd name="connsiteY8" fmla="*/ 414925 h 508869"/>
                <a:gd name="connsiteX9" fmla="*/ 1033397 w 1064712"/>
                <a:gd name="connsiteY9" fmla="*/ 430582 h 508869"/>
                <a:gd name="connsiteX10" fmla="*/ 1064712 w 1064712"/>
                <a:gd name="connsiteY10" fmla="*/ 446240 h 508869"/>
                <a:gd name="connsiteX11" fmla="*/ 1056884 w 1064712"/>
                <a:gd name="connsiteY11" fmla="*/ 477555 h 508869"/>
                <a:gd name="connsiteX12" fmla="*/ 1002082 w 1064712"/>
                <a:gd name="connsiteY12" fmla="*/ 465812 h 508869"/>
                <a:gd name="connsiteX13" fmla="*/ 994253 w 1064712"/>
                <a:gd name="connsiteY13" fmla="*/ 493212 h 508869"/>
                <a:gd name="connsiteX14" fmla="*/ 1009911 w 1064712"/>
                <a:gd name="connsiteY14" fmla="*/ 450154 h 508869"/>
                <a:gd name="connsiteX15" fmla="*/ 1009911 w 1064712"/>
                <a:gd name="connsiteY15" fmla="*/ 434497 h 508869"/>
                <a:gd name="connsiteX16" fmla="*/ 939452 w 1064712"/>
                <a:gd name="connsiteY16" fmla="*/ 442325 h 508869"/>
                <a:gd name="connsiteX17" fmla="*/ 970767 w 1064712"/>
                <a:gd name="connsiteY17" fmla="*/ 422753 h 508869"/>
                <a:gd name="connsiteX18" fmla="*/ 931623 w 1064712"/>
                <a:gd name="connsiteY18" fmla="*/ 414925 h 508869"/>
                <a:gd name="connsiteX19" fmla="*/ 884651 w 1064712"/>
                <a:gd name="connsiteY19" fmla="*/ 383610 h 508869"/>
                <a:gd name="connsiteX20" fmla="*/ 884651 w 1064712"/>
                <a:gd name="connsiteY20" fmla="*/ 352295 h 508869"/>
                <a:gd name="connsiteX21" fmla="*/ 927709 w 1064712"/>
                <a:gd name="connsiteY21" fmla="*/ 328808 h 508869"/>
                <a:gd name="connsiteX22" fmla="*/ 947281 w 1064712"/>
                <a:gd name="connsiteY22" fmla="*/ 352295 h 508869"/>
                <a:gd name="connsiteX23" fmla="*/ 959024 w 1064712"/>
                <a:gd name="connsiteY23" fmla="*/ 360123 h 508869"/>
                <a:gd name="connsiteX24" fmla="*/ 959024 w 1064712"/>
                <a:gd name="connsiteY24" fmla="*/ 320979 h 508869"/>
                <a:gd name="connsiteX25" fmla="*/ 258349 w 1064712"/>
                <a:gd name="connsiteY25" fmla="*/ 137003 h 508869"/>
                <a:gd name="connsiteX26" fmla="*/ 46973 w 1064712"/>
                <a:gd name="connsiteY26" fmla="*/ 277921 h 508869"/>
                <a:gd name="connsiteX27" fmla="*/ 78288 w 1064712"/>
                <a:gd name="connsiteY27" fmla="*/ 277921 h 508869"/>
                <a:gd name="connsiteX28" fmla="*/ 242692 w 1064712"/>
                <a:gd name="connsiteY28" fmla="*/ 176147 h 508869"/>
                <a:gd name="connsiteX29" fmla="*/ 356209 w 1064712"/>
                <a:gd name="connsiteY29" fmla="*/ 140918 h 508869"/>
                <a:gd name="connsiteX30" fmla="*/ 375781 w 1064712"/>
                <a:gd name="connsiteY30" fmla="*/ 144832 h 508869"/>
                <a:gd name="connsiteX31" fmla="*/ 356209 w 1064712"/>
                <a:gd name="connsiteY31" fmla="*/ 180062 h 508869"/>
                <a:gd name="connsiteX32" fmla="*/ 360123 w 1064712"/>
                <a:gd name="connsiteY32" fmla="*/ 289664 h 508869"/>
                <a:gd name="connsiteX33" fmla="*/ 446240 w 1064712"/>
                <a:gd name="connsiteY33" fmla="*/ 399267 h 508869"/>
                <a:gd name="connsiteX34" fmla="*/ 101774 w 1064712"/>
                <a:gd name="connsiteY34" fmla="*/ 297493 h 508869"/>
                <a:gd name="connsiteX35" fmla="*/ 93945 w 1064712"/>
                <a:gd name="connsiteY35" fmla="*/ 301408 h 508869"/>
                <a:gd name="connsiteX36" fmla="*/ 391438 w 1064712"/>
                <a:gd name="connsiteY36" fmla="*/ 426668 h 508869"/>
                <a:gd name="connsiteX37" fmla="*/ 861164 w 1064712"/>
                <a:gd name="connsiteY37" fmla="*/ 367952 h 508869"/>
                <a:gd name="connsiteX38" fmla="*/ 884651 w 1064712"/>
                <a:gd name="connsiteY38" fmla="*/ 407096 h 508869"/>
                <a:gd name="connsiteX39" fmla="*/ 868993 w 1064712"/>
                <a:gd name="connsiteY39" fmla="*/ 418839 h 508869"/>
                <a:gd name="connsiteX40" fmla="*/ 802449 w 1064712"/>
                <a:gd name="connsiteY40" fmla="*/ 407096 h 508869"/>
                <a:gd name="connsiteX41" fmla="*/ 786791 w 1064712"/>
                <a:gd name="connsiteY41" fmla="*/ 430582 h 508869"/>
                <a:gd name="connsiteX42" fmla="*/ 751562 w 1064712"/>
                <a:gd name="connsiteY42" fmla="*/ 414925 h 508869"/>
                <a:gd name="connsiteX43" fmla="*/ 673274 w 1064712"/>
                <a:gd name="connsiteY43" fmla="*/ 465812 h 508869"/>
                <a:gd name="connsiteX44" fmla="*/ 598901 w 1064712"/>
                <a:gd name="connsiteY44" fmla="*/ 446240 h 508869"/>
                <a:gd name="connsiteX45" fmla="*/ 555842 w 1064712"/>
                <a:gd name="connsiteY45" fmla="*/ 473640 h 508869"/>
                <a:gd name="connsiteX46" fmla="*/ 555842 w 1064712"/>
                <a:gd name="connsiteY46" fmla="*/ 493212 h 508869"/>
                <a:gd name="connsiteX47" fmla="*/ 536271 w 1064712"/>
                <a:gd name="connsiteY47" fmla="*/ 477555 h 508869"/>
                <a:gd name="connsiteX48" fmla="*/ 461897 w 1064712"/>
                <a:gd name="connsiteY48" fmla="*/ 508870 h 508869"/>
                <a:gd name="connsiteX49" fmla="*/ 379695 w 1064712"/>
                <a:gd name="connsiteY49" fmla="*/ 461897 h 508869"/>
                <a:gd name="connsiteX50" fmla="*/ 305322 w 1064712"/>
                <a:gd name="connsiteY50" fmla="*/ 430582 h 508869"/>
                <a:gd name="connsiteX51" fmla="*/ 289664 w 1064712"/>
                <a:gd name="connsiteY51" fmla="*/ 438411 h 508869"/>
                <a:gd name="connsiteX52" fmla="*/ 262264 w 1064712"/>
                <a:gd name="connsiteY52" fmla="*/ 422753 h 508869"/>
                <a:gd name="connsiteX53" fmla="*/ 258349 w 1064712"/>
                <a:gd name="connsiteY53" fmla="*/ 450154 h 508869"/>
                <a:gd name="connsiteX54" fmla="*/ 274007 w 1064712"/>
                <a:gd name="connsiteY54" fmla="*/ 457983 h 508869"/>
                <a:gd name="connsiteX55" fmla="*/ 234863 w 1064712"/>
                <a:gd name="connsiteY55" fmla="*/ 457983 h 508869"/>
                <a:gd name="connsiteX56" fmla="*/ 250521 w 1064712"/>
                <a:gd name="connsiteY56" fmla="*/ 450154 h 508869"/>
                <a:gd name="connsiteX57" fmla="*/ 191805 w 1064712"/>
                <a:gd name="connsiteY57" fmla="*/ 407096 h 508869"/>
                <a:gd name="connsiteX58" fmla="*/ 148747 w 1064712"/>
                <a:gd name="connsiteY58" fmla="*/ 407096 h 508869"/>
                <a:gd name="connsiteX59" fmla="*/ 172233 w 1064712"/>
                <a:gd name="connsiteY59" fmla="*/ 387524 h 508869"/>
                <a:gd name="connsiteX60" fmla="*/ 97860 w 1064712"/>
                <a:gd name="connsiteY60" fmla="*/ 360123 h 508869"/>
                <a:gd name="connsiteX61" fmla="*/ 86116 w 1064712"/>
                <a:gd name="connsiteY61" fmla="*/ 375781 h 508869"/>
                <a:gd name="connsiteX62" fmla="*/ 54801 w 1064712"/>
                <a:gd name="connsiteY62" fmla="*/ 344466 h 508869"/>
                <a:gd name="connsiteX63" fmla="*/ 86116 w 1064712"/>
                <a:gd name="connsiteY63" fmla="*/ 324894 h 508869"/>
                <a:gd name="connsiteX64" fmla="*/ 23486 w 1064712"/>
                <a:gd name="connsiteY64" fmla="*/ 313151 h 508869"/>
                <a:gd name="connsiteX65" fmla="*/ 23486 w 1064712"/>
                <a:gd name="connsiteY65" fmla="*/ 277921 h 508869"/>
                <a:gd name="connsiteX66" fmla="*/ 62630 w 1064712"/>
                <a:gd name="connsiteY66" fmla="*/ 227034 h 508869"/>
                <a:gd name="connsiteX67" fmla="*/ 39144 w 1064712"/>
                <a:gd name="connsiteY67" fmla="*/ 219205 h 508869"/>
                <a:gd name="connsiteX68" fmla="*/ 0 w 1064712"/>
                <a:gd name="connsiteY68" fmla="*/ 191805 h 508869"/>
                <a:gd name="connsiteX69" fmla="*/ 15658 w 1064712"/>
                <a:gd name="connsiteY69" fmla="*/ 156575 h 508869"/>
                <a:gd name="connsiteX70" fmla="*/ 62630 w 1064712"/>
                <a:gd name="connsiteY70" fmla="*/ 144832 h 508869"/>
                <a:gd name="connsiteX71" fmla="*/ 105688 w 1064712"/>
                <a:gd name="connsiteY71" fmla="*/ 109603 h 508869"/>
                <a:gd name="connsiteX72" fmla="*/ 121346 w 1064712"/>
                <a:gd name="connsiteY72" fmla="*/ 109603 h 508869"/>
                <a:gd name="connsiteX73" fmla="*/ 140918 w 1064712"/>
                <a:gd name="connsiteY73" fmla="*/ 117432 h 508869"/>
                <a:gd name="connsiteX74" fmla="*/ 70459 w 1064712"/>
                <a:gd name="connsiteY74" fmla="*/ 180062 h 508869"/>
                <a:gd name="connsiteX75" fmla="*/ 78288 w 1064712"/>
                <a:gd name="connsiteY75" fmla="*/ 187890 h 508869"/>
                <a:gd name="connsiteX76" fmla="*/ 344466 w 1064712"/>
                <a:gd name="connsiteY76" fmla="*/ 50887 h 508869"/>
                <a:gd name="connsiteX77" fmla="*/ 868993 w 1064712"/>
                <a:gd name="connsiteY77" fmla="*/ 152661 h 508869"/>
                <a:gd name="connsiteX78" fmla="*/ 912051 w 1064712"/>
                <a:gd name="connsiteY78" fmla="*/ 195719 h 508869"/>
                <a:gd name="connsiteX79" fmla="*/ 868993 w 1064712"/>
                <a:gd name="connsiteY79" fmla="*/ 137003 h 508869"/>
                <a:gd name="connsiteX80" fmla="*/ 806363 w 1064712"/>
                <a:gd name="connsiteY80" fmla="*/ 93945 h 508869"/>
                <a:gd name="connsiteX81" fmla="*/ 837678 w 1064712"/>
                <a:gd name="connsiteY81" fmla="*/ 90031 h 508869"/>
                <a:gd name="connsiteX82" fmla="*/ 822021 w 1064712"/>
                <a:gd name="connsiteY82" fmla="*/ 78288 h 508869"/>
                <a:gd name="connsiteX83" fmla="*/ 861164 w 1064712"/>
                <a:gd name="connsiteY83" fmla="*/ 39144 h 508869"/>
                <a:gd name="connsiteX84" fmla="*/ 837678 w 1064712"/>
                <a:gd name="connsiteY84" fmla="*/ 31315 h 508869"/>
                <a:gd name="connsiteX85" fmla="*/ 849421 w 1064712"/>
                <a:gd name="connsiteY85" fmla="*/ 0 h 508869"/>
                <a:gd name="connsiteX86" fmla="*/ 880736 w 1064712"/>
                <a:gd name="connsiteY86" fmla="*/ 31315 h 508869"/>
                <a:gd name="connsiteX87" fmla="*/ 876822 w 1064712"/>
                <a:gd name="connsiteY87" fmla="*/ 11743 h 508869"/>
                <a:gd name="connsiteX88" fmla="*/ 900308 w 1064712"/>
                <a:gd name="connsiteY88" fmla="*/ 39144 h 508869"/>
                <a:gd name="connsiteX89" fmla="*/ 947281 w 1064712"/>
                <a:gd name="connsiteY89" fmla="*/ 62630 h 508869"/>
                <a:gd name="connsiteX90" fmla="*/ 939452 w 1064712"/>
                <a:gd name="connsiteY90" fmla="*/ 90031 h 508869"/>
                <a:gd name="connsiteX91" fmla="*/ 880736 w 1064712"/>
                <a:gd name="connsiteY91" fmla="*/ 62630 h 508869"/>
                <a:gd name="connsiteX92" fmla="*/ 868993 w 1064712"/>
                <a:gd name="connsiteY92" fmla="*/ 113517 h 508869"/>
                <a:gd name="connsiteX93" fmla="*/ 880736 w 1064712"/>
                <a:gd name="connsiteY93" fmla="*/ 125260 h 508869"/>
                <a:gd name="connsiteX94" fmla="*/ 915966 w 1064712"/>
                <a:gd name="connsiteY94" fmla="*/ 113517 h 508869"/>
                <a:gd name="connsiteX95" fmla="*/ 939452 w 1064712"/>
                <a:gd name="connsiteY95" fmla="*/ 164404 h 508869"/>
                <a:gd name="connsiteX96" fmla="*/ 970767 w 1064712"/>
                <a:gd name="connsiteY96" fmla="*/ 172233 h 50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064712" h="508869">
                  <a:moveTo>
                    <a:pt x="970767" y="172233"/>
                  </a:moveTo>
                  <a:cubicBezTo>
                    <a:pt x="969475" y="195860"/>
                    <a:pt x="970783" y="219346"/>
                    <a:pt x="974682" y="242692"/>
                  </a:cubicBezTo>
                  <a:cubicBezTo>
                    <a:pt x="981673" y="233211"/>
                    <a:pt x="988194" y="233211"/>
                    <a:pt x="994253" y="242692"/>
                  </a:cubicBezTo>
                  <a:cubicBezTo>
                    <a:pt x="980232" y="247937"/>
                    <a:pt x="967182" y="253159"/>
                    <a:pt x="955110" y="258349"/>
                  </a:cubicBezTo>
                  <a:cubicBezTo>
                    <a:pt x="948252" y="257324"/>
                    <a:pt x="943030" y="259931"/>
                    <a:pt x="939452" y="266178"/>
                  </a:cubicBezTo>
                  <a:cubicBezTo>
                    <a:pt x="961083" y="272065"/>
                    <a:pt x="981962" y="279894"/>
                    <a:pt x="1002082" y="289664"/>
                  </a:cubicBezTo>
                  <a:cubicBezTo>
                    <a:pt x="1012620" y="310019"/>
                    <a:pt x="1010005" y="328284"/>
                    <a:pt x="994253" y="344466"/>
                  </a:cubicBezTo>
                  <a:cubicBezTo>
                    <a:pt x="989298" y="347441"/>
                    <a:pt x="984076" y="350048"/>
                    <a:pt x="978596" y="352295"/>
                  </a:cubicBezTo>
                  <a:cubicBezTo>
                    <a:pt x="980921" y="380517"/>
                    <a:pt x="993964" y="401389"/>
                    <a:pt x="1017740" y="414925"/>
                  </a:cubicBezTo>
                  <a:cubicBezTo>
                    <a:pt x="1031158" y="406243"/>
                    <a:pt x="1036380" y="411464"/>
                    <a:pt x="1033397" y="430582"/>
                  </a:cubicBezTo>
                  <a:cubicBezTo>
                    <a:pt x="1047849" y="428406"/>
                    <a:pt x="1058293" y="433628"/>
                    <a:pt x="1064712" y="446240"/>
                  </a:cubicBezTo>
                  <a:cubicBezTo>
                    <a:pt x="1058872" y="455916"/>
                    <a:pt x="1056265" y="466360"/>
                    <a:pt x="1056884" y="477555"/>
                  </a:cubicBezTo>
                  <a:cubicBezTo>
                    <a:pt x="1039418" y="468755"/>
                    <a:pt x="1021153" y="464841"/>
                    <a:pt x="1002082" y="465812"/>
                  </a:cubicBezTo>
                  <a:cubicBezTo>
                    <a:pt x="997291" y="476013"/>
                    <a:pt x="994676" y="485149"/>
                    <a:pt x="994253" y="493212"/>
                  </a:cubicBezTo>
                  <a:cubicBezTo>
                    <a:pt x="982119" y="472631"/>
                    <a:pt x="987333" y="458272"/>
                    <a:pt x="1009911" y="450154"/>
                  </a:cubicBezTo>
                  <a:cubicBezTo>
                    <a:pt x="989032" y="444932"/>
                    <a:pt x="989032" y="439718"/>
                    <a:pt x="1009911" y="434497"/>
                  </a:cubicBezTo>
                  <a:cubicBezTo>
                    <a:pt x="988045" y="442967"/>
                    <a:pt x="964559" y="445574"/>
                    <a:pt x="939452" y="442325"/>
                  </a:cubicBezTo>
                  <a:cubicBezTo>
                    <a:pt x="949308" y="435099"/>
                    <a:pt x="959744" y="428570"/>
                    <a:pt x="970767" y="422753"/>
                  </a:cubicBezTo>
                  <a:cubicBezTo>
                    <a:pt x="959533" y="407871"/>
                    <a:pt x="946482" y="405264"/>
                    <a:pt x="931623" y="414925"/>
                  </a:cubicBezTo>
                  <a:cubicBezTo>
                    <a:pt x="927873" y="394225"/>
                    <a:pt x="912216" y="383790"/>
                    <a:pt x="884651" y="383610"/>
                  </a:cubicBezTo>
                  <a:cubicBezTo>
                    <a:pt x="884651" y="373174"/>
                    <a:pt x="884651" y="362730"/>
                    <a:pt x="884651" y="352295"/>
                  </a:cubicBezTo>
                  <a:cubicBezTo>
                    <a:pt x="904168" y="353633"/>
                    <a:pt x="918518" y="345804"/>
                    <a:pt x="927709" y="328808"/>
                  </a:cubicBezTo>
                  <a:cubicBezTo>
                    <a:pt x="934379" y="337193"/>
                    <a:pt x="940900" y="345022"/>
                    <a:pt x="947281" y="352295"/>
                  </a:cubicBezTo>
                  <a:cubicBezTo>
                    <a:pt x="927490" y="378341"/>
                    <a:pt x="931404" y="380956"/>
                    <a:pt x="959024" y="360123"/>
                  </a:cubicBezTo>
                  <a:cubicBezTo>
                    <a:pt x="964246" y="347073"/>
                    <a:pt x="964246" y="334030"/>
                    <a:pt x="959024" y="320979"/>
                  </a:cubicBezTo>
                  <a:cubicBezTo>
                    <a:pt x="768151" y="101837"/>
                    <a:pt x="534595" y="40514"/>
                    <a:pt x="258349" y="137003"/>
                  </a:cubicBezTo>
                  <a:cubicBezTo>
                    <a:pt x="181502" y="174762"/>
                    <a:pt x="111043" y="221734"/>
                    <a:pt x="46973" y="277921"/>
                  </a:cubicBezTo>
                  <a:cubicBezTo>
                    <a:pt x="57408" y="283143"/>
                    <a:pt x="67852" y="283143"/>
                    <a:pt x="78288" y="277921"/>
                  </a:cubicBezTo>
                  <a:cubicBezTo>
                    <a:pt x="131774" y="242034"/>
                    <a:pt x="186575" y="208112"/>
                    <a:pt x="242692" y="176147"/>
                  </a:cubicBezTo>
                  <a:cubicBezTo>
                    <a:pt x="279432" y="161046"/>
                    <a:pt x="317276" y="149303"/>
                    <a:pt x="356209" y="140918"/>
                  </a:cubicBezTo>
                  <a:cubicBezTo>
                    <a:pt x="362730" y="142225"/>
                    <a:pt x="369260" y="143525"/>
                    <a:pt x="375781" y="144832"/>
                  </a:cubicBezTo>
                  <a:cubicBezTo>
                    <a:pt x="368265" y="155941"/>
                    <a:pt x="361744" y="167684"/>
                    <a:pt x="356209" y="180062"/>
                  </a:cubicBezTo>
                  <a:cubicBezTo>
                    <a:pt x="349828" y="218047"/>
                    <a:pt x="351136" y="254584"/>
                    <a:pt x="360123" y="289664"/>
                  </a:cubicBezTo>
                  <a:cubicBezTo>
                    <a:pt x="371232" y="339925"/>
                    <a:pt x="399933" y="376462"/>
                    <a:pt x="446240" y="399267"/>
                  </a:cubicBezTo>
                  <a:cubicBezTo>
                    <a:pt x="319617" y="410165"/>
                    <a:pt x="204793" y="376243"/>
                    <a:pt x="101774" y="297493"/>
                  </a:cubicBezTo>
                  <a:cubicBezTo>
                    <a:pt x="99167" y="298801"/>
                    <a:pt x="96552" y="300100"/>
                    <a:pt x="93945" y="301408"/>
                  </a:cubicBezTo>
                  <a:cubicBezTo>
                    <a:pt x="178605" y="376626"/>
                    <a:pt x="277765" y="418385"/>
                    <a:pt x="391438" y="426668"/>
                  </a:cubicBezTo>
                  <a:cubicBezTo>
                    <a:pt x="553290" y="439867"/>
                    <a:pt x="709866" y="420295"/>
                    <a:pt x="861164" y="367952"/>
                  </a:cubicBezTo>
                  <a:cubicBezTo>
                    <a:pt x="873244" y="377628"/>
                    <a:pt x="881073" y="390671"/>
                    <a:pt x="884651" y="407096"/>
                  </a:cubicBezTo>
                  <a:cubicBezTo>
                    <a:pt x="880541" y="412513"/>
                    <a:pt x="875319" y="416428"/>
                    <a:pt x="868993" y="418839"/>
                  </a:cubicBezTo>
                  <a:cubicBezTo>
                    <a:pt x="843965" y="426566"/>
                    <a:pt x="821786" y="422652"/>
                    <a:pt x="802449" y="407096"/>
                  </a:cubicBezTo>
                  <a:cubicBezTo>
                    <a:pt x="795285" y="413578"/>
                    <a:pt x="790071" y="421407"/>
                    <a:pt x="786791" y="430582"/>
                  </a:cubicBezTo>
                  <a:cubicBezTo>
                    <a:pt x="778579" y="418001"/>
                    <a:pt x="766836" y="412787"/>
                    <a:pt x="751562" y="414925"/>
                  </a:cubicBezTo>
                  <a:cubicBezTo>
                    <a:pt x="735364" y="445222"/>
                    <a:pt x="709263" y="462179"/>
                    <a:pt x="673274" y="465812"/>
                  </a:cubicBezTo>
                  <a:cubicBezTo>
                    <a:pt x="645654" y="469671"/>
                    <a:pt x="620860" y="463150"/>
                    <a:pt x="598901" y="446240"/>
                  </a:cubicBezTo>
                  <a:cubicBezTo>
                    <a:pt x="583885" y="454397"/>
                    <a:pt x="569535" y="463526"/>
                    <a:pt x="555842" y="473640"/>
                  </a:cubicBezTo>
                  <a:cubicBezTo>
                    <a:pt x="575634" y="481453"/>
                    <a:pt x="575634" y="487975"/>
                    <a:pt x="555842" y="493212"/>
                  </a:cubicBezTo>
                  <a:cubicBezTo>
                    <a:pt x="545775" y="490457"/>
                    <a:pt x="539253" y="485243"/>
                    <a:pt x="536271" y="477555"/>
                  </a:cubicBezTo>
                  <a:cubicBezTo>
                    <a:pt x="515266" y="497706"/>
                    <a:pt x="490472" y="508142"/>
                    <a:pt x="461897" y="508870"/>
                  </a:cubicBezTo>
                  <a:cubicBezTo>
                    <a:pt x="454084" y="455548"/>
                    <a:pt x="426683" y="439891"/>
                    <a:pt x="379695" y="461897"/>
                  </a:cubicBezTo>
                  <a:cubicBezTo>
                    <a:pt x="351872" y="458288"/>
                    <a:pt x="327086" y="447852"/>
                    <a:pt x="305322" y="430582"/>
                  </a:cubicBezTo>
                  <a:cubicBezTo>
                    <a:pt x="299975" y="433424"/>
                    <a:pt x="294753" y="436031"/>
                    <a:pt x="289664" y="438411"/>
                  </a:cubicBezTo>
                  <a:cubicBezTo>
                    <a:pt x="283895" y="423677"/>
                    <a:pt x="274758" y="418463"/>
                    <a:pt x="262264" y="422753"/>
                  </a:cubicBezTo>
                  <a:cubicBezTo>
                    <a:pt x="263422" y="433127"/>
                    <a:pt x="262123" y="442263"/>
                    <a:pt x="258349" y="450154"/>
                  </a:cubicBezTo>
                  <a:cubicBezTo>
                    <a:pt x="263571" y="452761"/>
                    <a:pt x="268785" y="455376"/>
                    <a:pt x="274007" y="457983"/>
                  </a:cubicBezTo>
                  <a:cubicBezTo>
                    <a:pt x="260956" y="463205"/>
                    <a:pt x="247914" y="463205"/>
                    <a:pt x="234863" y="457983"/>
                  </a:cubicBezTo>
                  <a:cubicBezTo>
                    <a:pt x="240085" y="455376"/>
                    <a:pt x="245299" y="452761"/>
                    <a:pt x="250521" y="450154"/>
                  </a:cubicBezTo>
                  <a:cubicBezTo>
                    <a:pt x="230949" y="435804"/>
                    <a:pt x="211377" y="421446"/>
                    <a:pt x="191805" y="407096"/>
                  </a:cubicBezTo>
                  <a:cubicBezTo>
                    <a:pt x="177603" y="416960"/>
                    <a:pt x="163253" y="416960"/>
                    <a:pt x="148747" y="407096"/>
                  </a:cubicBezTo>
                  <a:cubicBezTo>
                    <a:pt x="153366" y="396926"/>
                    <a:pt x="161194" y="390405"/>
                    <a:pt x="172233" y="387524"/>
                  </a:cubicBezTo>
                  <a:cubicBezTo>
                    <a:pt x="144511" y="385794"/>
                    <a:pt x="119725" y="376658"/>
                    <a:pt x="97860" y="360123"/>
                  </a:cubicBezTo>
                  <a:cubicBezTo>
                    <a:pt x="89945" y="363192"/>
                    <a:pt x="86030" y="368414"/>
                    <a:pt x="86116" y="375781"/>
                  </a:cubicBezTo>
                  <a:cubicBezTo>
                    <a:pt x="72901" y="367788"/>
                    <a:pt x="62466" y="357344"/>
                    <a:pt x="54801" y="344466"/>
                  </a:cubicBezTo>
                  <a:cubicBezTo>
                    <a:pt x="65041" y="338735"/>
                    <a:pt x="75485" y="332206"/>
                    <a:pt x="86116" y="324894"/>
                  </a:cubicBezTo>
                  <a:cubicBezTo>
                    <a:pt x="65229" y="320455"/>
                    <a:pt x="44358" y="316541"/>
                    <a:pt x="23486" y="313151"/>
                  </a:cubicBezTo>
                  <a:cubicBezTo>
                    <a:pt x="27135" y="299834"/>
                    <a:pt x="27135" y="288091"/>
                    <a:pt x="23486" y="277921"/>
                  </a:cubicBezTo>
                  <a:cubicBezTo>
                    <a:pt x="39379" y="263078"/>
                    <a:pt x="52429" y="246113"/>
                    <a:pt x="62630" y="227034"/>
                  </a:cubicBezTo>
                  <a:cubicBezTo>
                    <a:pt x="57894" y="211526"/>
                    <a:pt x="50065" y="208911"/>
                    <a:pt x="39144" y="219205"/>
                  </a:cubicBezTo>
                  <a:cubicBezTo>
                    <a:pt x="31534" y="202483"/>
                    <a:pt x="18484" y="193347"/>
                    <a:pt x="0" y="191805"/>
                  </a:cubicBezTo>
                  <a:cubicBezTo>
                    <a:pt x="19415" y="184641"/>
                    <a:pt x="24637" y="172898"/>
                    <a:pt x="15658" y="156575"/>
                  </a:cubicBezTo>
                  <a:cubicBezTo>
                    <a:pt x="31362" y="159456"/>
                    <a:pt x="47020" y="155542"/>
                    <a:pt x="62630" y="144832"/>
                  </a:cubicBezTo>
                  <a:cubicBezTo>
                    <a:pt x="77098" y="127163"/>
                    <a:pt x="91456" y="115420"/>
                    <a:pt x="105688" y="109603"/>
                  </a:cubicBezTo>
                  <a:cubicBezTo>
                    <a:pt x="110910" y="130482"/>
                    <a:pt x="116124" y="130482"/>
                    <a:pt x="121346" y="109603"/>
                  </a:cubicBezTo>
                  <a:cubicBezTo>
                    <a:pt x="126599" y="115490"/>
                    <a:pt x="133120" y="118105"/>
                    <a:pt x="140918" y="117432"/>
                  </a:cubicBezTo>
                  <a:cubicBezTo>
                    <a:pt x="117784" y="137912"/>
                    <a:pt x="94297" y="158783"/>
                    <a:pt x="70459" y="180062"/>
                  </a:cubicBezTo>
                  <a:cubicBezTo>
                    <a:pt x="73066" y="182669"/>
                    <a:pt x="75681" y="185283"/>
                    <a:pt x="78288" y="187890"/>
                  </a:cubicBezTo>
                  <a:cubicBezTo>
                    <a:pt x="153702" y="117847"/>
                    <a:pt x="242426" y="72181"/>
                    <a:pt x="344466" y="50887"/>
                  </a:cubicBezTo>
                  <a:cubicBezTo>
                    <a:pt x="533820" y="14162"/>
                    <a:pt x="708660" y="48084"/>
                    <a:pt x="868993" y="152661"/>
                  </a:cubicBezTo>
                  <a:cubicBezTo>
                    <a:pt x="883343" y="167011"/>
                    <a:pt x="897701" y="181369"/>
                    <a:pt x="912051" y="195719"/>
                  </a:cubicBezTo>
                  <a:cubicBezTo>
                    <a:pt x="905060" y="172734"/>
                    <a:pt x="890710" y="153162"/>
                    <a:pt x="868993" y="137003"/>
                  </a:cubicBezTo>
                  <a:cubicBezTo>
                    <a:pt x="848873" y="120665"/>
                    <a:pt x="827994" y="106315"/>
                    <a:pt x="806363" y="93945"/>
                  </a:cubicBezTo>
                  <a:cubicBezTo>
                    <a:pt x="817112" y="95174"/>
                    <a:pt x="827555" y="93867"/>
                    <a:pt x="837678" y="90031"/>
                  </a:cubicBezTo>
                  <a:cubicBezTo>
                    <a:pt x="831352" y="87619"/>
                    <a:pt x="826131" y="83705"/>
                    <a:pt x="822021" y="78288"/>
                  </a:cubicBezTo>
                  <a:cubicBezTo>
                    <a:pt x="829818" y="60156"/>
                    <a:pt x="842869" y="47106"/>
                    <a:pt x="861164" y="39144"/>
                  </a:cubicBezTo>
                  <a:cubicBezTo>
                    <a:pt x="854706" y="32208"/>
                    <a:pt x="846877" y="29601"/>
                    <a:pt x="837678" y="31315"/>
                  </a:cubicBezTo>
                  <a:cubicBezTo>
                    <a:pt x="836206" y="18766"/>
                    <a:pt x="840121" y="8322"/>
                    <a:pt x="849421" y="0"/>
                  </a:cubicBezTo>
                  <a:cubicBezTo>
                    <a:pt x="856459" y="14303"/>
                    <a:pt x="866903" y="24739"/>
                    <a:pt x="880736" y="31315"/>
                  </a:cubicBezTo>
                  <a:cubicBezTo>
                    <a:pt x="892973" y="26602"/>
                    <a:pt x="891665" y="20081"/>
                    <a:pt x="876822" y="11743"/>
                  </a:cubicBezTo>
                  <a:cubicBezTo>
                    <a:pt x="900621" y="8706"/>
                    <a:pt x="908450" y="17834"/>
                    <a:pt x="900308" y="39144"/>
                  </a:cubicBezTo>
                  <a:cubicBezTo>
                    <a:pt x="914314" y="51145"/>
                    <a:pt x="929971" y="58974"/>
                    <a:pt x="947281" y="62630"/>
                  </a:cubicBezTo>
                  <a:cubicBezTo>
                    <a:pt x="948612" y="72980"/>
                    <a:pt x="946005" y="82116"/>
                    <a:pt x="939452" y="90031"/>
                  </a:cubicBezTo>
                  <a:cubicBezTo>
                    <a:pt x="908638" y="101469"/>
                    <a:pt x="889066" y="92340"/>
                    <a:pt x="880736" y="62630"/>
                  </a:cubicBezTo>
                  <a:cubicBezTo>
                    <a:pt x="878889" y="80355"/>
                    <a:pt x="874974" y="97319"/>
                    <a:pt x="868993" y="113517"/>
                  </a:cubicBezTo>
                  <a:cubicBezTo>
                    <a:pt x="872908" y="117432"/>
                    <a:pt x="876822" y="121346"/>
                    <a:pt x="880736" y="125260"/>
                  </a:cubicBezTo>
                  <a:cubicBezTo>
                    <a:pt x="889606" y="111865"/>
                    <a:pt x="901349" y="107951"/>
                    <a:pt x="915966" y="113517"/>
                  </a:cubicBezTo>
                  <a:cubicBezTo>
                    <a:pt x="925540" y="129582"/>
                    <a:pt x="933369" y="146547"/>
                    <a:pt x="939452" y="164404"/>
                  </a:cubicBezTo>
                  <a:cubicBezTo>
                    <a:pt x="949128" y="170244"/>
                    <a:pt x="959572" y="172851"/>
                    <a:pt x="970767" y="172233"/>
                  </a:cubicBezTo>
                  <a:close/>
                </a:path>
              </a:pathLst>
            </a:custGeom>
            <a:solidFill>
              <a:srgbClr val="F2F1F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3200C4D-26FE-4201-B9E1-6AFCDCF689D7}"/>
                </a:ext>
              </a:extLst>
            </p:cNvPr>
            <p:cNvSpPr/>
            <p:nvPr/>
          </p:nvSpPr>
          <p:spPr>
            <a:xfrm>
              <a:off x="3106674" y="2695821"/>
              <a:ext cx="915967" cy="283023"/>
            </a:xfrm>
            <a:custGeom>
              <a:avLst/>
              <a:gdLst>
                <a:gd name="connsiteX0" fmla="*/ 900308 w 915967"/>
                <a:gd name="connsiteY0" fmla="*/ 259538 h 283023"/>
                <a:gd name="connsiteX1" fmla="*/ 904223 w 915967"/>
                <a:gd name="connsiteY1" fmla="*/ 243880 h 283023"/>
                <a:gd name="connsiteX2" fmla="*/ 767219 w 915967"/>
                <a:gd name="connsiteY2" fmla="*/ 122534 h 283023"/>
                <a:gd name="connsiteX3" fmla="*/ 634130 w 915967"/>
                <a:gd name="connsiteY3" fmla="*/ 63818 h 283023"/>
                <a:gd name="connsiteX4" fmla="*/ 649788 w 915967"/>
                <a:gd name="connsiteY4" fmla="*/ 181250 h 283023"/>
                <a:gd name="connsiteX5" fmla="*/ 645873 w 915967"/>
                <a:gd name="connsiteY5" fmla="*/ 110791 h 283023"/>
                <a:gd name="connsiteX6" fmla="*/ 634130 w 915967"/>
                <a:gd name="connsiteY6" fmla="*/ 118620 h 283023"/>
                <a:gd name="connsiteX7" fmla="*/ 602815 w 915967"/>
                <a:gd name="connsiteY7" fmla="*/ 63818 h 283023"/>
                <a:gd name="connsiteX8" fmla="*/ 548014 w 915967"/>
                <a:gd name="connsiteY8" fmla="*/ 36418 h 283023"/>
                <a:gd name="connsiteX9" fmla="*/ 367952 w 915967"/>
                <a:gd name="connsiteY9" fmla="*/ 40332 h 283023"/>
                <a:gd name="connsiteX10" fmla="*/ 348380 w 915967"/>
                <a:gd name="connsiteY10" fmla="*/ 228223 h 283023"/>
                <a:gd name="connsiteX11" fmla="*/ 391438 w 915967"/>
                <a:gd name="connsiteY11" fmla="*/ 275195 h 283023"/>
                <a:gd name="connsiteX12" fmla="*/ 379695 w 915967"/>
                <a:gd name="connsiteY12" fmla="*/ 283024 h 283023"/>
                <a:gd name="connsiteX13" fmla="*/ 317065 w 915967"/>
                <a:gd name="connsiteY13" fmla="*/ 173421 h 283023"/>
                <a:gd name="connsiteX14" fmla="*/ 313151 w 915967"/>
                <a:gd name="connsiteY14" fmla="*/ 196908 h 283023"/>
                <a:gd name="connsiteX15" fmla="*/ 309236 w 915967"/>
                <a:gd name="connsiteY15" fmla="*/ 87305 h 283023"/>
                <a:gd name="connsiteX16" fmla="*/ 328808 w 915967"/>
                <a:gd name="connsiteY16" fmla="*/ 52075 h 283023"/>
                <a:gd name="connsiteX17" fmla="*/ 309236 w 915967"/>
                <a:gd name="connsiteY17" fmla="*/ 48161 h 283023"/>
                <a:gd name="connsiteX18" fmla="*/ 195719 w 915967"/>
                <a:gd name="connsiteY18" fmla="*/ 83390 h 283023"/>
                <a:gd name="connsiteX19" fmla="*/ 31315 w 915967"/>
                <a:gd name="connsiteY19" fmla="*/ 185164 h 283023"/>
                <a:gd name="connsiteX20" fmla="*/ 0 w 915967"/>
                <a:gd name="connsiteY20" fmla="*/ 185164 h 283023"/>
                <a:gd name="connsiteX21" fmla="*/ 211377 w 915967"/>
                <a:gd name="connsiteY21" fmla="*/ 44247 h 283023"/>
                <a:gd name="connsiteX22" fmla="*/ 912051 w 915967"/>
                <a:gd name="connsiteY22" fmla="*/ 228223 h 283023"/>
                <a:gd name="connsiteX23" fmla="*/ 912051 w 915967"/>
                <a:gd name="connsiteY23" fmla="*/ 267366 h 283023"/>
                <a:gd name="connsiteX24" fmla="*/ 900308 w 915967"/>
                <a:gd name="connsiteY24" fmla="*/ 259538 h 28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5967" h="283023">
                  <a:moveTo>
                    <a:pt x="900308" y="259538"/>
                  </a:moveTo>
                  <a:cubicBezTo>
                    <a:pt x="908333" y="256430"/>
                    <a:pt x="909640" y="251216"/>
                    <a:pt x="904223" y="243880"/>
                  </a:cubicBezTo>
                  <a:cubicBezTo>
                    <a:pt x="858557" y="203429"/>
                    <a:pt x="812884" y="162985"/>
                    <a:pt x="767219" y="122534"/>
                  </a:cubicBezTo>
                  <a:cubicBezTo>
                    <a:pt x="724764" y="93364"/>
                    <a:pt x="680406" y="73792"/>
                    <a:pt x="634130" y="63818"/>
                  </a:cubicBezTo>
                  <a:cubicBezTo>
                    <a:pt x="657436" y="101358"/>
                    <a:pt x="662650" y="140501"/>
                    <a:pt x="649788" y="181250"/>
                  </a:cubicBezTo>
                  <a:cubicBezTo>
                    <a:pt x="651079" y="157623"/>
                    <a:pt x="649772" y="134136"/>
                    <a:pt x="645873" y="110791"/>
                  </a:cubicBezTo>
                  <a:cubicBezTo>
                    <a:pt x="642875" y="115144"/>
                    <a:pt x="638961" y="117751"/>
                    <a:pt x="634130" y="118620"/>
                  </a:cubicBezTo>
                  <a:cubicBezTo>
                    <a:pt x="625550" y="98797"/>
                    <a:pt x="615114" y="80533"/>
                    <a:pt x="602815" y="63818"/>
                  </a:cubicBezTo>
                  <a:cubicBezTo>
                    <a:pt x="589342" y="46642"/>
                    <a:pt x="571069" y="37506"/>
                    <a:pt x="548014" y="36418"/>
                  </a:cubicBezTo>
                  <a:cubicBezTo>
                    <a:pt x="486597" y="29983"/>
                    <a:pt x="426582" y="31282"/>
                    <a:pt x="367952" y="40332"/>
                  </a:cubicBezTo>
                  <a:cubicBezTo>
                    <a:pt x="323226" y="97584"/>
                    <a:pt x="316705" y="160214"/>
                    <a:pt x="348380" y="228223"/>
                  </a:cubicBezTo>
                  <a:cubicBezTo>
                    <a:pt x="359027" y="247975"/>
                    <a:pt x="373377" y="263632"/>
                    <a:pt x="391438" y="275195"/>
                  </a:cubicBezTo>
                  <a:cubicBezTo>
                    <a:pt x="386608" y="276064"/>
                    <a:pt x="382694" y="278671"/>
                    <a:pt x="379695" y="283024"/>
                  </a:cubicBezTo>
                  <a:cubicBezTo>
                    <a:pt x="345444" y="254026"/>
                    <a:pt x="324573" y="217489"/>
                    <a:pt x="317065" y="173421"/>
                  </a:cubicBezTo>
                  <a:cubicBezTo>
                    <a:pt x="313284" y="180843"/>
                    <a:pt x="311984" y="188672"/>
                    <a:pt x="313151" y="196908"/>
                  </a:cubicBezTo>
                  <a:cubicBezTo>
                    <a:pt x="304163" y="161827"/>
                    <a:pt x="302856" y="125290"/>
                    <a:pt x="309236" y="87305"/>
                  </a:cubicBezTo>
                  <a:cubicBezTo>
                    <a:pt x="314771" y="74928"/>
                    <a:pt x="321293" y="63184"/>
                    <a:pt x="328808" y="52075"/>
                  </a:cubicBezTo>
                  <a:cubicBezTo>
                    <a:pt x="322287" y="50768"/>
                    <a:pt x="315758" y="49468"/>
                    <a:pt x="309236" y="48161"/>
                  </a:cubicBezTo>
                  <a:cubicBezTo>
                    <a:pt x="270304" y="56546"/>
                    <a:pt x="232460" y="68289"/>
                    <a:pt x="195719" y="83390"/>
                  </a:cubicBezTo>
                  <a:cubicBezTo>
                    <a:pt x="139603" y="115355"/>
                    <a:pt x="84801" y="149277"/>
                    <a:pt x="31315" y="185164"/>
                  </a:cubicBezTo>
                  <a:cubicBezTo>
                    <a:pt x="20879" y="190386"/>
                    <a:pt x="10436" y="190386"/>
                    <a:pt x="0" y="185164"/>
                  </a:cubicBezTo>
                  <a:cubicBezTo>
                    <a:pt x="64071" y="128977"/>
                    <a:pt x="134530" y="82005"/>
                    <a:pt x="211377" y="44247"/>
                  </a:cubicBezTo>
                  <a:cubicBezTo>
                    <a:pt x="487623" y="-52243"/>
                    <a:pt x="721178" y="9080"/>
                    <a:pt x="912051" y="228223"/>
                  </a:cubicBezTo>
                  <a:cubicBezTo>
                    <a:pt x="917273" y="241273"/>
                    <a:pt x="917273" y="254316"/>
                    <a:pt x="912051" y="267366"/>
                  </a:cubicBezTo>
                  <a:cubicBezTo>
                    <a:pt x="884431" y="288199"/>
                    <a:pt x="880517" y="285584"/>
                    <a:pt x="900308" y="259538"/>
                  </a:cubicBezTo>
                  <a:close/>
                </a:path>
              </a:pathLst>
            </a:custGeom>
            <a:solidFill>
              <a:srgbClr val="69686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E8BEC44C-2D8C-4F23-A878-6CB63B0F80DD}"/>
                </a:ext>
              </a:extLst>
            </p:cNvPr>
            <p:cNvSpPr/>
            <p:nvPr/>
          </p:nvSpPr>
          <p:spPr>
            <a:xfrm>
              <a:off x="3130160" y="2624485"/>
              <a:ext cx="841592" cy="174298"/>
            </a:xfrm>
            <a:custGeom>
              <a:avLst/>
              <a:gdLst>
                <a:gd name="connsiteX0" fmla="*/ 735904 w 841592"/>
                <a:gd name="connsiteY0" fmla="*/ 72524 h 174298"/>
                <a:gd name="connsiteX1" fmla="*/ 798534 w 841592"/>
                <a:gd name="connsiteY1" fmla="*/ 115583 h 174298"/>
                <a:gd name="connsiteX2" fmla="*/ 841592 w 841592"/>
                <a:gd name="connsiteY2" fmla="*/ 174298 h 174298"/>
                <a:gd name="connsiteX3" fmla="*/ 798534 w 841592"/>
                <a:gd name="connsiteY3" fmla="*/ 131240 h 174298"/>
                <a:gd name="connsiteX4" fmla="*/ 274007 w 841592"/>
                <a:gd name="connsiteY4" fmla="*/ 29466 h 174298"/>
                <a:gd name="connsiteX5" fmla="*/ 7829 w 841592"/>
                <a:gd name="connsiteY5" fmla="*/ 166470 h 174298"/>
                <a:gd name="connsiteX6" fmla="*/ 0 w 841592"/>
                <a:gd name="connsiteY6" fmla="*/ 158641 h 174298"/>
                <a:gd name="connsiteX7" fmla="*/ 70459 w 841592"/>
                <a:gd name="connsiteY7" fmla="*/ 96011 h 174298"/>
                <a:gd name="connsiteX8" fmla="*/ 86116 w 841592"/>
                <a:gd name="connsiteY8" fmla="*/ 88182 h 174298"/>
                <a:gd name="connsiteX9" fmla="*/ 227034 w 841592"/>
                <a:gd name="connsiteY9" fmla="*/ 21637 h 174298"/>
                <a:gd name="connsiteX10" fmla="*/ 735904 w 841592"/>
                <a:gd name="connsiteY10" fmla="*/ 72524 h 17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592" h="174298">
                  <a:moveTo>
                    <a:pt x="735904" y="72524"/>
                  </a:moveTo>
                  <a:cubicBezTo>
                    <a:pt x="757535" y="84894"/>
                    <a:pt x="778414" y="99244"/>
                    <a:pt x="798534" y="115583"/>
                  </a:cubicBezTo>
                  <a:cubicBezTo>
                    <a:pt x="820251" y="131741"/>
                    <a:pt x="834601" y="151313"/>
                    <a:pt x="841592" y="174298"/>
                  </a:cubicBezTo>
                  <a:cubicBezTo>
                    <a:pt x="827242" y="159948"/>
                    <a:pt x="812884" y="145590"/>
                    <a:pt x="798534" y="131240"/>
                  </a:cubicBezTo>
                  <a:cubicBezTo>
                    <a:pt x="638201" y="26663"/>
                    <a:pt x="463361" y="-7259"/>
                    <a:pt x="274007" y="29466"/>
                  </a:cubicBezTo>
                  <a:cubicBezTo>
                    <a:pt x="171967" y="50760"/>
                    <a:pt x="83243" y="96426"/>
                    <a:pt x="7829" y="166470"/>
                  </a:cubicBezTo>
                  <a:cubicBezTo>
                    <a:pt x="5222" y="163863"/>
                    <a:pt x="2607" y="161248"/>
                    <a:pt x="0" y="158641"/>
                  </a:cubicBezTo>
                  <a:cubicBezTo>
                    <a:pt x="23839" y="137362"/>
                    <a:pt x="47325" y="116491"/>
                    <a:pt x="70459" y="96011"/>
                  </a:cubicBezTo>
                  <a:cubicBezTo>
                    <a:pt x="75681" y="93404"/>
                    <a:pt x="80895" y="90789"/>
                    <a:pt x="86116" y="88182"/>
                  </a:cubicBezTo>
                  <a:cubicBezTo>
                    <a:pt x="130122" y="59654"/>
                    <a:pt x="177095" y="37475"/>
                    <a:pt x="227034" y="21637"/>
                  </a:cubicBezTo>
                  <a:cubicBezTo>
                    <a:pt x="403698" y="-19198"/>
                    <a:pt x="573324" y="-2233"/>
                    <a:pt x="735904" y="72524"/>
                  </a:cubicBezTo>
                  <a:close/>
                </a:path>
              </a:pathLst>
            </a:custGeom>
            <a:solidFill>
              <a:srgbClr val="73727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B65E31B-68DC-4C9A-BEA3-BFACCE6B5D8A}"/>
                </a:ext>
              </a:extLst>
            </p:cNvPr>
            <p:cNvSpPr/>
            <p:nvPr/>
          </p:nvSpPr>
          <p:spPr>
            <a:xfrm>
              <a:off x="6410413" y="2501973"/>
              <a:ext cx="405313" cy="1181461"/>
            </a:xfrm>
            <a:custGeom>
              <a:avLst/>
              <a:gdLst>
                <a:gd name="connsiteX0" fmla="*/ 219205 w 405313"/>
                <a:gd name="connsiteY0" fmla="*/ 1181462 h 1181461"/>
                <a:gd name="connsiteX1" fmla="*/ 0 w 405313"/>
                <a:gd name="connsiteY1" fmla="*/ 1181462 h 1181461"/>
                <a:gd name="connsiteX2" fmla="*/ 113517 w 405313"/>
                <a:gd name="connsiteY2" fmla="*/ 108921 h 1181461"/>
                <a:gd name="connsiteX3" fmla="*/ 187890 w 405313"/>
                <a:gd name="connsiteY3" fmla="*/ 26719 h 1181461"/>
                <a:gd name="connsiteX4" fmla="*/ 328808 w 405313"/>
                <a:gd name="connsiteY4" fmla="*/ 11061 h 1181461"/>
                <a:gd name="connsiteX5" fmla="*/ 403182 w 405313"/>
                <a:gd name="connsiteY5" fmla="*/ 163722 h 1181461"/>
                <a:gd name="connsiteX6" fmla="*/ 348380 w 405313"/>
                <a:gd name="connsiteY6" fmla="*/ 735222 h 1181461"/>
                <a:gd name="connsiteX7" fmla="*/ 219205 w 405313"/>
                <a:gd name="connsiteY7" fmla="*/ 1181462 h 118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313" h="1181461">
                  <a:moveTo>
                    <a:pt x="219205" y="1181462"/>
                  </a:moveTo>
                  <a:cubicBezTo>
                    <a:pt x="146140" y="1181462"/>
                    <a:pt x="73066" y="1181462"/>
                    <a:pt x="0" y="1181462"/>
                  </a:cubicBezTo>
                  <a:cubicBezTo>
                    <a:pt x="48155" y="825222"/>
                    <a:pt x="85991" y="467705"/>
                    <a:pt x="113517" y="108921"/>
                  </a:cubicBezTo>
                  <a:cubicBezTo>
                    <a:pt x="135414" y="79179"/>
                    <a:pt x="160208" y="51779"/>
                    <a:pt x="187890" y="26719"/>
                  </a:cubicBezTo>
                  <a:cubicBezTo>
                    <a:pt x="232154" y="-2553"/>
                    <a:pt x="279127" y="-7775"/>
                    <a:pt x="328808" y="11061"/>
                  </a:cubicBezTo>
                  <a:cubicBezTo>
                    <a:pt x="373417" y="52013"/>
                    <a:pt x="398210" y="102900"/>
                    <a:pt x="403182" y="163722"/>
                  </a:cubicBezTo>
                  <a:cubicBezTo>
                    <a:pt x="411950" y="356748"/>
                    <a:pt x="393677" y="547246"/>
                    <a:pt x="348380" y="735222"/>
                  </a:cubicBezTo>
                  <a:cubicBezTo>
                    <a:pt x="309236" y="885261"/>
                    <a:pt x="266178" y="1034007"/>
                    <a:pt x="219205" y="1181462"/>
                  </a:cubicBezTo>
                  <a:close/>
                </a:path>
              </a:pathLst>
            </a:custGeom>
            <a:solidFill>
              <a:srgbClr val="F5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C5BF22B7-EFCE-45E7-BB36-83D7FFFBA75D}"/>
                </a:ext>
              </a:extLst>
            </p:cNvPr>
            <p:cNvSpPr/>
            <p:nvPr/>
          </p:nvSpPr>
          <p:spPr>
            <a:xfrm>
              <a:off x="4210530" y="2665695"/>
              <a:ext cx="84403" cy="227034"/>
            </a:xfrm>
            <a:custGeom>
              <a:avLst/>
              <a:gdLst>
                <a:gd name="connsiteX0" fmla="*/ 62630 w 84403"/>
                <a:gd name="connsiteY0" fmla="*/ 86116 h 227034"/>
                <a:gd name="connsiteX1" fmla="*/ 82202 w 84403"/>
                <a:gd name="connsiteY1" fmla="*/ 227034 h 227034"/>
                <a:gd name="connsiteX2" fmla="*/ 31315 w 84403"/>
                <a:gd name="connsiteY2" fmla="*/ 62630 h 227034"/>
                <a:gd name="connsiteX3" fmla="*/ 0 w 84403"/>
                <a:gd name="connsiteY3" fmla="*/ 7829 h 227034"/>
                <a:gd name="connsiteX4" fmla="*/ 7829 w 84403"/>
                <a:gd name="connsiteY4" fmla="*/ 0 h 227034"/>
                <a:gd name="connsiteX5" fmla="*/ 62630 w 84403"/>
                <a:gd name="connsiteY5" fmla="*/ 86116 h 227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403" h="227034">
                  <a:moveTo>
                    <a:pt x="62630" y="86116"/>
                  </a:moveTo>
                  <a:cubicBezTo>
                    <a:pt x="81764" y="131335"/>
                    <a:pt x="88285" y="178308"/>
                    <a:pt x="82202" y="227034"/>
                  </a:cubicBezTo>
                  <a:cubicBezTo>
                    <a:pt x="71821" y="169211"/>
                    <a:pt x="54864" y="114410"/>
                    <a:pt x="31315" y="62630"/>
                  </a:cubicBezTo>
                  <a:cubicBezTo>
                    <a:pt x="22946" y="43301"/>
                    <a:pt x="12510" y="25036"/>
                    <a:pt x="0" y="7829"/>
                  </a:cubicBezTo>
                  <a:cubicBezTo>
                    <a:pt x="2607" y="5222"/>
                    <a:pt x="5222" y="2607"/>
                    <a:pt x="7829" y="0"/>
                  </a:cubicBezTo>
                  <a:cubicBezTo>
                    <a:pt x="28246" y="27886"/>
                    <a:pt x="46511" y="56594"/>
                    <a:pt x="62630" y="86116"/>
                  </a:cubicBezTo>
                  <a:close/>
                </a:path>
              </a:pathLst>
            </a:custGeom>
            <a:solidFill>
              <a:srgbClr val="87868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60F5ABBE-8529-4B2A-A1BA-45358044ACC1}"/>
                </a:ext>
              </a:extLst>
            </p:cNvPr>
            <p:cNvSpPr/>
            <p:nvPr/>
          </p:nvSpPr>
          <p:spPr>
            <a:xfrm>
              <a:off x="3474626" y="2728225"/>
              <a:ext cx="234863" cy="109702"/>
            </a:xfrm>
            <a:custGeom>
              <a:avLst/>
              <a:gdLst>
                <a:gd name="connsiteX0" fmla="*/ 0 w 234863"/>
                <a:gd name="connsiteY0" fmla="*/ 7929 h 109702"/>
                <a:gd name="connsiteX1" fmla="*/ 180062 w 234863"/>
                <a:gd name="connsiteY1" fmla="*/ 4014 h 109702"/>
                <a:gd name="connsiteX2" fmla="*/ 234863 w 234863"/>
                <a:gd name="connsiteY2" fmla="*/ 31415 h 109702"/>
                <a:gd name="connsiteX3" fmla="*/ 172233 w 234863"/>
                <a:gd name="connsiteY3" fmla="*/ 35329 h 109702"/>
                <a:gd name="connsiteX4" fmla="*/ 164404 w 234863"/>
                <a:gd name="connsiteY4" fmla="*/ 47073 h 109702"/>
                <a:gd name="connsiteX5" fmla="*/ 62630 w 234863"/>
                <a:gd name="connsiteY5" fmla="*/ 54901 h 109702"/>
                <a:gd name="connsiteX6" fmla="*/ 39144 w 234863"/>
                <a:gd name="connsiteY6" fmla="*/ 109703 h 109702"/>
                <a:gd name="connsiteX7" fmla="*/ 54801 w 234863"/>
                <a:gd name="connsiteY7" fmla="*/ 58816 h 109702"/>
                <a:gd name="connsiteX8" fmla="*/ 39144 w 234863"/>
                <a:gd name="connsiteY8" fmla="*/ 39244 h 109702"/>
                <a:gd name="connsiteX9" fmla="*/ 0 w 234863"/>
                <a:gd name="connsiteY9" fmla="*/ 7929 h 10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863" h="109702">
                  <a:moveTo>
                    <a:pt x="0" y="7929"/>
                  </a:moveTo>
                  <a:cubicBezTo>
                    <a:pt x="58630" y="-1121"/>
                    <a:pt x="118645" y="-2421"/>
                    <a:pt x="180062" y="4014"/>
                  </a:cubicBezTo>
                  <a:cubicBezTo>
                    <a:pt x="203117" y="5103"/>
                    <a:pt x="221390" y="14239"/>
                    <a:pt x="234863" y="31415"/>
                  </a:cubicBezTo>
                  <a:cubicBezTo>
                    <a:pt x="213827" y="30131"/>
                    <a:pt x="192948" y="31438"/>
                    <a:pt x="172233" y="35329"/>
                  </a:cubicBezTo>
                  <a:cubicBezTo>
                    <a:pt x="167880" y="38328"/>
                    <a:pt x="165273" y="42242"/>
                    <a:pt x="164404" y="47073"/>
                  </a:cubicBezTo>
                  <a:cubicBezTo>
                    <a:pt x="128783" y="34226"/>
                    <a:pt x="94861" y="36840"/>
                    <a:pt x="62630" y="54901"/>
                  </a:cubicBezTo>
                  <a:cubicBezTo>
                    <a:pt x="77090" y="83422"/>
                    <a:pt x="69261" y="101686"/>
                    <a:pt x="39144" y="109703"/>
                  </a:cubicBezTo>
                  <a:cubicBezTo>
                    <a:pt x="37742" y="90491"/>
                    <a:pt x="42956" y="73526"/>
                    <a:pt x="54801" y="58816"/>
                  </a:cubicBezTo>
                  <a:cubicBezTo>
                    <a:pt x="50449" y="50901"/>
                    <a:pt x="45235" y="44380"/>
                    <a:pt x="39144" y="39244"/>
                  </a:cubicBezTo>
                  <a:cubicBezTo>
                    <a:pt x="40052" y="12548"/>
                    <a:pt x="27009" y="2104"/>
                    <a:pt x="0" y="7929"/>
                  </a:cubicBezTo>
                  <a:close/>
                </a:path>
              </a:pathLst>
            </a:custGeom>
            <a:solidFill>
              <a:srgbClr val="84848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BD19AD8A-F06E-404E-BF90-E58703C9395D}"/>
                </a:ext>
              </a:extLst>
            </p:cNvPr>
            <p:cNvSpPr/>
            <p:nvPr/>
          </p:nvSpPr>
          <p:spPr>
            <a:xfrm>
              <a:off x="4777645" y="2665695"/>
              <a:ext cx="82671" cy="234863"/>
            </a:xfrm>
            <a:custGeom>
              <a:avLst/>
              <a:gdLst>
                <a:gd name="connsiteX0" fmla="*/ 74843 w 82671"/>
                <a:gd name="connsiteY0" fmla="*/ 0 h 234863"/>
                <a:gd name="connsiteX1" fmla="*/ 82672 w 82671"/>
                <a:gd name="connsiteY1" fmla="*/ 7829 h 234863"/>
                <a:gd name="connsiteX2" fmla="*/ 470 w 82671"/>
                <a:gd name="connsiteY2" fmla="*/ 234863 h 234863"/>
                <a:gd name="connsiteX3" fmla="*/ 74843 w 82671"/>
                <a:gd name="connsiteY3" fmla="*/ 0 h 23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71" h="234863">
                  <a:moveTo>
                    <a:pt x="74843" y="0"/>
                  </a:moveTo>
                  <a:cubicBezTo>
                    <a:pt x="79094" y="470"/>
                    <a:pt x="81701" y="3077"/>
                    <a:pt x="82672" y="7829"/>
                  </a:cubicBezTo>
                  <a:cubicBezTo>
                    <a:pt x="38870" y="77943"/>
                    <a:pt x="11469" y="153616"/>
                    <a:pt x="470" y="234863"/>
                  </a:cubicBezTo>
                  <a:cubicBezTo>
                    <a:pt x="-3797" y="147189"/>
                    <a:pt x="20997" y="68901"/>
                    <a:pt x="74843" y="0"/>
                  </a:cubicBezTo>
                  <a:close/>
                </a:path>
              </a:pathLst>
            </a:custGeom>
            <a:solidFill>
              <a:srgbClr val="86858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958CEA3-AF06-4F7C-BC48-EA9275233F9D}"/>
                </a:ext>
              </a:extLst>
            </p:cNvPr>
            <p:cNvSpPr/>
            <p:nvPr/>
          </p:nvSpPr>
          <p:spPr>
            <a:xfrm>
              <a:off x="5056035" y="2704839"/>
              <a:ext cx="493214" cy="272138"/>
            </a:xfrm>
            <a:custGeom>
              <a:avLst/>
              <a:gdLst>
                <a:gd name="connsiteX0" fmla="*/ 367954 w 493214"/>
                <a:gd name="connsiteY0" fmla="*/ 0 h 272138"/>
                <a:gd name="connsiteX1" fmla="*/ 344468 w 493214"/>
                <a:gd name="connsiteY1" fmla="*/ 11743 h 272138"/>
                <a:gd name="connsiteX2" fmla="*/ 493214 w 493214"/>
                <a:gd name="connsiteY2" fmla="*/ 23486 h 272138"/>
                <a:gd name="connsiteX3" fmla="*/ 344468 w 493214"/>
                <a:gd name="connsiteY3" fmla="*/ 27401 h 272138"/>
                <a:gd name="connsiteX4" fmla="*/ 313153 w 493214"/>
                <a:gd name="connsiteY4" fmla="*/ 46973 h 272138"/>
                <a:gd name="connsiteX5" fmla="*/ 305324 w 493214"/>
                <a:gd name="connsiteY5" fmla="*/ 39144 h 272138"/>
                <a:gd name="connsiteX6" fmla="*/ 281838 w 493214"/>
                <a:gd name="connsiteY6" fmla="*/ 62630 h 272138"/>
                <a:gd name="connsiteX7" fmla="*/ 250522 w 493214"/>
                <a:gd name="connsiteY7" fmla="*/ 58716 h 272138"/>
                <a:gd name="connsiteX8" fmla="*/ 15659 w 493214"/>
                <a:gd name="connsiteY8" fmla="*/ 246606 h 272138"/>
                <a:gd name="connsiteX9" fmla="*/ 3916 w 493214"/>
                <a:gd name="connsiteY9" fmla="*/ 258349 h 272138"/>
                <a:gd name="connsiteX10" fmla="*/ 3916 w 493214"/>
                <a:gd name="connsiteY10" fmla="*/ 227034 h 272138"/>
                <a:gd name="connsiteX11" fmla="*/ 234865 w 493214"/>
                <a:gd name="connsiteY11" fmla="*/ 35229 h 272138"/>
                <a:gd name="connsiteX12" fmla="*/ 367954 w 493214"/>
                <a:gd name="connsiteY12" fmla="*/ 0 h 2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3214" h="272138">
                  <a:moveTo>
                    <a:pt x="367954" y="0"/>
                  </a:moveTo>
                  <a:cubicBezTo>
                    <a:pt x="361981" y="6013"/>
                    <a:pt x="354152" y="9927"/>
                    <a:pt x="344468" y="11743"/>
                  </a:cubicBezTo>
                  <a:cubicBezTo>
                    <a:pt x="395456" y="13090"/>
                    <a:pt x="445044" y="17004"/>
                    <a:pt x="493214" y="23486"/>
                  </a:cubicBezTo>
                  <a:cubicBezTo>
                    <a:pt x="443564" y="22187"/>
                    <a:pt x="393985" y="23486"/>
                    <a:pt x="344468" y="27401"/>
                  </a:cubicBezTo>
                  <a:cubicBezTo>
                    <a:pt x="332850" y="32583"/>
                    <a:pt x="322414" y="39113"/>
                    <a:pt x="313153" y="46973"/>
                  </a:cubicBezTo>
                  <a:cubicBezTo>
                    <a:pt x="312683" y="42722"/>
                    <a:pt x="310076" y="40115"/>
                    <a:pt x="305324" y="39144"/>
                  </a:cubicBezTo>
                  <a:cubicBezTo>
                    <a:pt x="299155" y="49086"/>
                    <a:pt x="291326" y="56915"/>
                    <a:pt x="281838" y="62630"/>
                  </a:cubicBezTo>
                  <a:cubicBezTo>
                    <a:pt x="273218" y="54034"/>
                    <a:pt x="262782" y="52727"/>
                    <a:pt x="250522" y="58716"/>
                  </a:cubicBezTo>
                  <a:cubicBezTo>
                    <a:pt x="158206" y="104084"/>
                    <a:pt x="79918" y="166714"/>
                    <a:pt x="15659" y="246606"/>
                  </a:cubicBezTo>
                  <a:cubicBezTo>
                    <a:pt x="46810" y="276136"/>
                    <a:pt x="42896" y="280051"/>
                    <a:pt x="3916" y="258349"/>
                  </a:cubicBezTo>
                  <a:cubicBezTo>
                    <a:pt x="-1305" y="247914"/>
                    <a:pt x="-1305" y="237470"/>
                    <a:pt x="3916" y="227034"/>
                  </a:cubicBezTo>
                  <a:cubicBezTo>
                    <a:pt x="69662" y="148128"/>
                    <a:pt x="146642" y="84191"/>
                    <a:pt x="234865" y="35229"/>
                  </a:cubicBezTo>
                  <a:cubicBezTo>
                    <a:pt x="276678" y="15102"/>
                    <a:pt x="321036" y="3358"/>
                    <a:pt x="367954" y="0"/>
                  </a:cubicBezTo>
                  <a:close/>
                </a:path>
              </a:pathLst>
            </a:custGeom>
            <a:solidFill>
              <a:srgbClr val="6F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17213989-048B-47D1-BEC0-636DA183602D}"/>
                </a:ext>
              </a:extLst>
            </p:cNvPr>
            <p:cNvSpPr/>
            <p:nvPr/>
          </p:nvSpPr>
          <p:spPr>
            <a:xfrm>
              <a:off x="3435354" y="2734589"/>
              <a:ext cx="305449" cy="258151"/>
            </a:xfrm>
            <a:custGeom>
              <a:avLst/>
              <a:gdLst>
                <a:gd name="connsiteX0" fmla="*/ 39272 w 305449"/>
                <a:gd name="connsiteY0" fmla="*/ 1564 h 258151"/>
                <a:gd name="connsiteX1" fmla="*/ 78416 w 305449"/>
                <a:gd name="connsiteY1" fmla="*/ 32879 h 258151"/>
                <a:gd name="connsiteX2" fmla="*/ 47101 w 305449"/>
                <a:gd name="connsiteY2" fmla="*/ 99424 h 258151"/>
                <a:gd name="connsiteX3" fmla="*/ 78416 w 305449"/>
                <a:gd name="connsiteY3" fmla="*/ 103338 h 258151"/>
                <a:gd name="connsiteX4" fmla="*/ 188018 w 305449"/>
                <a:gd name="connsiteY4" fmla="*/ 177711 h 258151"/>
                <a:gd name="connsiteX5" fmla="*/ 203676 w 305449"/>
                <a:gd name="connsiteY5" fmla="*/ 40708 h 258151"/>
                <a:gd name="connsiteX6" fmla="*/ 211505 w 305449"/>
                <a:gd name="connsiteY6" fmla="*/ 28965 h 258151"/>
                <a:gd name="connsiteX7" fmla="*/ 274135 w 305449"/>
                <a:gd name="connsiteY7" fmla="*/ 25050 h 258151"/>
                <a:gd name="connsiteX8" fmla="*/ 305450 w 305449"/>
                <a:gd name="connsiteY8" fmla="*/ 79852 h 258151"/>
                <a:gd name="connsiteX9" fmla="*/ 62758 w 305449"/>
                <a:gd name="connsiteY9" fmla="*/ 236427 h 258151"/>
                <a:gd name="connsiteX10" fmla="*/ 19700 w 305449"/>
                <a:gd name="connsiteY10" fmla="*/ 189455 h 258151"/>
                <a:gd name="connsiteX11" fmla="*/ 39272 w 305449"/>
                <a:gd name="connsiteY11" fmla="*/ 1564 h 25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5449" h="258151">
                  <a:moveTo>
                    <a:pt x="39272" y="1564"/>
                  </a:moveTo>
                  <a:cubicBezTo>
                    <a:pt x="66281" y="-4260"/>
                    <a:pt x="79324" y="6183"/>
                    <a:pt x="78416" y="32879"/>
                  </a:cubicBezTo>
                  <a:cubicBezTo>
                    <a:pt x="30323" y="36997"/>
                    <a:pt x="19888" y="59184"/>
                    <a:pt x="47101" y="99424"/>
                  </a:cubicBezTo>
                  <a:cubicBezTo>
                    <a:pt x="57223" y="103260"/>
                    <a:pt x="67667" y="104567"/>
                    <a:pt x="78416" y="103338"/>
                  </a:cubicBezTo>
                  <a:cubicBezTo>
                    <a:pt x="82831" y="172255"/>
                    <a:pt x="119368" y="197041"/>
                    <a:pt x="188018" y="177711"/>
                  </a:cubicBezTo>
                  <a:cubicBezTo>
                    <a:pt x="234114" y="137378"/>
                    <a:pt x="239328" y="91712"/>
                    <a:pt x="203676" y="40708"/>
                  </a:cubicBezTo>
                  <a:cubicBezTo>
                    <a:pt x="204545" y="35878"/>
                    <a:pt x="207152" y="31963"/>
                    <a:pt x="211505" y="28965"/>
                  </a:cubicBezTo>
                  <a:cubicBezTo>
                    <a:pt x="232220" y="25074"/>
                    <a:pt x="253099" y="23766"/>
                    <a:pt x="274135" y="25050"/>
                  </a:cubicBezTo>
                  <a:cubicBezTo>
                    <a:pt x="286434" y="41765"/>
                    <a:pt x="296870" y="60029"/>
                    <a:pt x="305450" y="79852"/>
                  </a:cubicBezTo>
                  <a:cubicBezTo>
                    <a:pt x="293895" y="240208"/>
                    <a:pt x="213000" y="292403"/>
                    <a:pt x="62758" y="236427"/>
                  </a:cubicBezTo>
                  <a:cubicBezTo>
                    <a:pt x="44697" y="224864"/>
                    <a:pt x="30347" y="209207"/>
                    <a:pt x="19700" y="189455"/>
                  </a:cubicBezTo>
                  <a:cubicBezTo>
                    <a:pt x="-11975" y="121446"/>
                    <a:pt x="-5454" y="58816"/>
                    <a:pt x="39272" y="1564"/>
                  </a:cubicBezTo>
                  <a:close/>
                </a:path>
              </a:pathLst>
            </a:custGeom>
            <a:solidFill>
              <a:srgbClr val="9A9A9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C3699657-F4B0-4965-9E08-3ADF625301A7}"/>
                </a:ext>
              </a:extLst>
            </p:cNvPr>
            <p:cNvSpPr/>
            <p:nvPr/>
          </p:nvSpPr>
          <p:spPr>
            <a:xfrm>
              <a:off x="3467702" y="2767469"/>
              <a:ext cx="61724" cy="70905"/>
            </a:xfrm>
            <a:custGeom>
              <a:avLst/>
              <a:gdLst>
                <a:gd name="connsiteX0" fmla="*/ 46067 w 61724"/>
                <a:gd name="connsiteY0" fmla="*/ 0 h 70905"/>
                <a:gd name="connsiteX1" fmla="*/ 61725 w 61724"/>
                <a:gd name="connsiteY1" fmla="*/ 19572 h 70905"/>
                <a:gd name="connsiteX2" fmla="*/ 46067 w 61724"/>
                <a:gd name="connsiteY2" fmla="*/ 70459 h 70905"/>
                <a:gd name="connsiteX3" fmla="*/ 14752 w 61724"/>
                <a:gd name="connsiteY3" fmla="*/ 66545 h 70905"/>
                <a:gd name="connsiteX4" fmla="*/ 46067 w 61724"/>
                <a:gd name="connsiteY4" fmla="*/ 0 h 7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4" h="70905">
                  <a:moveTo>
                    <a:pt x="46067" y="0"/>
                  </a:moveTo>
                  <a:cubicBezTo>
                    <a:pt x="52158" y="5136"/>
                    <a:pt x="57372" y="11657"/>
                    <a:pt x="61725" y="19572"/>
                  </a:cubicBezTo>
                  <a:cubicBezTo>
                    <a:pt x="49880" y="34282"/>
                    <a:pt x="44666" y="51247"/>
                    <a:pt x="46067" y="70459"/>
                  </a:cubicBezTo>
                  <a:cubicBezTo>
                    <a:pt x="35318" y="71688"/>
                    <a:pt x="24875" y="70381"/>
                    <a:pt x="14752" y="66545"/>
                  </a:cubicBezTo>
                  <a:cubicBezTo>
                    <a:pt x="-12461" y="26305"/>
                    <a:pt x="-2025" y="4118"/>
                    <a:pt x="46067" y="0"/>
                  </a:cubicBezTo>
                  <a:close/>
                </a:path>
              </a:pathLst>
            </a:custGeom>
            <a:solidFill>
              <a:srgbClr val="C8C8C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5B3B98A-A7CE-4B9D-AD3A-A91BBEB77A38}"/>
                </a:ext>
              </a:extLst>
            </p:cNvPr>
            <p:cNvSpPr/>
            <p:nvPr/>
          </p:nvSpPr>
          <p:spPr>
            <a:xfrm>
              <a:off x="3513769" y="2767291"/>
              <a:ext cx="148586" cy="151362"/>
            </a:xfrm>
            <a:custGeom>
              <a:avLst/>
              <a:gdLst>
                <a:gd name="connsiteX0" fmla="*/ 125260 w 148586"/>
                <a:gd name="connsiteY0" fmla="*/ 8007 h 151362"/>
                <a:gd name="connsiteX1" fmla="*/ 109603 w 148586"/>
                <a:gd name="connsiteY1" fmla="*/ 145010 h 151362"/>
                <a:gd name="connsiteX2" fmla="*/ 0 w 148586"/>
                <a:gd name="connsiteY2" fmla="*/ 70637 h 151362"/>
                <a:gd name="connsiteX3" fmla="*/ 23486 w 148586"/>
                <a:gd name="connsiteY3" fmla="*/ 15836 h 151362"/>
                <a:gd name="connsiteX4" fmla="*/ 125260 w 148586"/>
                <a:gd name="connsiteY4" fmla="*/ 8007 h 15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586" h="151362">
                  <a:moveTo>
                    <a:pt x="125260" y="8007"/>
                  </a:moveTo>
                  <a:cubicBezTo>
                    <a:pt x="160912" y="59011"/>
                    <a:pt x="155699" y="104676"/>
                    <a:pt x="109603" y="145010"/>
                  </a:cubicBezTo>
                  <a:cubicBezTo>
                    <a:pt x="40952" y="164340"/>
                    <a:pt x="4415" y="139554"/>
                    <a:pt x="0" y="70637"/>
                  </a:cubicBezTo>
                  <a:cubicBezTo>
                    <a:pt x="30117" y="62620"/>
                    <a:pt x="37946" y="44356"/>
                    <a:pt x="23486" y="15836"/>
                  </a:cubicBezTo>
                  <a:cubicBezTo>
                    <a:pt x="55717" y="-2225"/>
                    <a:pt x="89639" y="-4840"/>
                    <a:pt x="125260" y="8007"/>
                  </a:cubicBezTo>
                  <a:close/>
                </a:path>
              </a:pathLst>
            </a:custGeom>
            <a:solidFill>
              <a:srgbClr val="34343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4555007D-ECBA-4206-A863-39FE777A29E1}"/>
                </a:ext>
              </a:extLst>
            </p:cNvPr>
            <p:cNvSpPr/>
            <p:nvPr/>
          </p:nvSpPr>
          <p:spPr>
            <a:xfrm>
              <a:off x="5344769" y="2727393"/>
              <a:ext cx="303364" cy="265555"/>
            </a:xfrm>
            <a:custGeom>
              <a:avLst/>
              <a:gdLst>
                <a:gd name="connsiteX0" fmla="*/ 204479 w 303364"/>
                <a:gd name="connsiteY0" fmla="*/ 932 h 265555"/>
                <a:gd name="connsiteX1" fmla="*/ 302339 w 303364"/>
                <a:gd name="connsiteY1" fmla="*/ 71391 h 265555"/>
                <a:gd name="connsiteX2" fmla="*/ 102705 w 303364"/>
                <a:gd name="connsiteY2" fmla="*/ 263196 h 265555"/>
                <a:gd name="connsiteX3" fmla="*/ 24418 w 303364"/>
                <a:gd name="connsiteY3" fmla="*/ 24418 h 265555"/>
                <a:gd name="connsiteX4" fmla="*/ 55733 w 303364"/>
                <a:gd name="connsiteY4" fmla="*/ 4846 h 265555"/>
                <a:gd name="connsiteX5" fmla="*/ 204479 w 303364"/>
                <a:gd name="connsiteY5" fmla="*/ 932 h 26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3364" h="265555">
                  <a:moveTo>
                    <a:pt x="204479" y="932"/>
                  </a:moveTo>
                  <a:cubicBezTo>
                    <a:pt x="257284" y="-5127"/>
                    <a:pt x="289899" y="18359"/>
                    <a:pt x="302339" y="71391"/>
                  </a:cubicBezTo>
                  <a:cubicBezTo>
                    <a:pt x="312587" y="215104"/>
                    <a:pt x="246042" y="279041"/>
                    <a:pt x="102705" y="263196"/>
                  </a:cubicBezTo>
                  <a:cubicBezTo>
                    <a:pt x="853" y="209451"/>
                    <a:pt x="-25248" y="129856"/>
                    <a:pt x="24418" y="24418"/>
                  </a:cubicBezTo>
                  <a:cubicBezTo>
                    <a:pt x="33679" y="16558"/>
                    <a:pt x="44115" y="10029"/>
                    <a:pt x="55733" y="4846"/>
                  </a:cubicBezTo>
                  <a:cubicBezTo>
                    <a:pt x="105250" y="932"/>
                    <a:pt x="154829" y="-367"/>
                    <a:pt x="204479" y="932"/>
                  </a:cubicBezTo>
                  <a:close/>
                </a:path>
              </a:pathLst>
            </a:custGeom>
            <a:solidFill>
              <a:srgbClr val="95959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5220F15E-AFFE-44B0-AE6F-E65E6FE3F1AB}"/>
                </a:ext>
              </a:extLst>
            </p:cNvPr>
            <p:cNvSpPr/>
            <p:nvPr/>
          </p:nvSpPr>
          <p:spPr>
            <a:xfrm>
              <a:off x="2699578" y="810277"/>
              <a:ext cx="368425" cy="469726"/>
            </a:xfrm>
            <a:custGeom>
              <a:avLst/>
              <a:gdLst>
                <a:gd name="connsiteX0" fmla="*/ 313151 w 368425"/>
                <a:gd name="connsiteY0" fmla="*/ 438411 h 469726"/>
                <a:gd name="connsiteX1" fmla="*/ 281836 w 368425"/>
                <a:gd name="connsiteY1" fmla="*/ 469726 h 469726"/>
                <a:gd name="connsiteX2" fmla="*/ 0 w 368425"/>
                <a:gd name="connsiteY2" fmla="*/ 469726 h 469726"/>
                <a:gd name="connsiteX3" fmla="*/ 164404 w 368425"/>
                <a:gd name="connsiteY3" fmla="*/ 442325 h 469726"/>
                <a:gd name="connsiteX4" fmla="*/ 172233 w 368425"/>
                <a:gd name="connsiteY4" fmla="*/ 426668 h 469726"/>
                <a:gd name="connsiteX5" fmla="*/ 101774 w 368425"/>
                <a:gd name="connsiteY5" fmla="*/ 411010 h 469726"/>
                <a:gd name="connsiteX6" fmla="*/ 140918 w 368425"/>
                <a:gd name="connsiteY6" fmla="*/ 395353 h 469726"/>
                <a:gd name="connsiteX7" fmla="*/ 121346 w 368425"/>
                <a:gd name="connsiteY7" fmla="*/ 399267 h 469726"/>
                <a:gd name="connsiteX8" fmla="*/ 105688 w 368425"/>
                <a:gd name="connsiteY8" fmla="*/ 375781 h 469726"/>
                <a:gd name="connsiteX9" fmla="*/ 78288 w 368425"/>
                <a:gd name="connsiteY9" fmla="*/ 399267 h 469726"/>
                <a:gd name="connsiteX10" fmla="*/ 93945 w 368425"/>
                <a:gd name="connsiteY10" fmla="*/ 411010 h 469726"/>
                <a:gd name="connsiteX11" fmla="*/ 54801 w 368425"/>
                <a:gd name="connsiteY11" fmla="*/ 414925 h 469726"/>
                <a:gd name="connsiteX12" fmla="*/ 54801 w 368425"/>
                <a:gd name="connsiteY12" fmla="*/ 438411 h 469726"/>
                <a:gd name="connsiteX13" fmla="*/ 93945 w 368425"/>
                <a:gd name="connsiteY13" fmla="*/ 450154 h 469726"/>
                <a:gd name="connsiteX14" fmla="*/ 19572 w 368425"/>
                <a:gd name="connsiteY14" fmla="*/ 422753 h 469726"/>
                <a:gd name="connsiteX15" fmla="*/ 0 w 368425"/>
                <a:gd name="connsiteY15" fmla="*/ 422753 h 469726"/>
                <a:gd name="connsiteX16" fmla="*/ 7829 w 368425"/>
                <a:gd name="connsiteY16" fmla="*/ 391438 h 469726"/>
                <a:gd name="connsiteX17" fmla="*/ 70459 w 368425"/>
                <a:gd name="connsiteY17" fmla="*/ 371866 h 469726"/>
                <a:gd name="connsiteX18" fmla="*/ 58716 w 368425"/>
                <a:gd name="connsiteY18" fmla="*/ 360123 h 469726"/>
                <a:gd name="connsiteX19" fmla="*/ 39144 w 368425"/>
                <a:gd name="connsiteY19" fmla="*/ 367952 h 469726"/>
                <a:gd name="connsiteX20" fmla="*/ 39144 w 368425"/>
                <a:gd name="connsiteY20" fmla="*/ 328808 h 469726"/>
                <a:gd name="connsiteX21" fmla="*/ 62630 w 368425"/>
                <a:gd name="connsiteY21" fmla="*/ 317065 h 469726"/>
                <a:gd name="connsiteX22" fmla="*/ 74373 w 368425"/>
                <a:gd name="connsiteY22" fmla="*/ 266178 h 469726"/>
                <a:gd name="connsiteX23" fmla="*/ 105688 w 368425"/>
                <a:gd name="connsiteY23" fmla="*/ 258349 h 469726"/>
                <a:gd name="connsiteX24" fmla="*/ 125260 w 368425"/>
                <a:gd name="connsiteY24" fmla="*/ 262264 h 469726"/>
                <a:gd name="connsiteX25" fmla="*/ 117432 w 368425"/>
                <a:gd name="connsiteY25" fmla="*/ 230949 h 469726"/>
                <a:gd name="connsiteX26" fmla="*/ 156575 w 368425"/>
                <a:gd name="connsiteY26" fmla="*/ 238777 h 469726"/>
                <a:gd name="connsiteX27" fmla="*/ 152661 w 368425"/>
                <a:gd name="connsiteY27" fmla="*/ 258349 h 469726"/>
                <a:gd name="connsiteX28" fmla="*/ 195719 w 368425"/>
                <a:gd name="connsiteY28" fmla="*/ 242692 h 469726"/>
                <a:gd name="connsiteX29" fmla="*/ 199634 w 368425"/>
                <a:gd name="connsiteY29" fmla="*/ 219205 h 469726"/>
                <a:gd name="connsiteX30" fmla="*/ 242692 w 368425"/>
                <a:gd name="connsiteY30" fmla="*/ 238777 h 469726"/>
                <a:gd name="connsiteX31" fmla="*/ 199634 w 368425"/>
                <a:gd name="connsiteY31" fmla="*/ 250521 h 469726"/>
                <a:gd name="connsiteX32" fmla="*/ 203548 w 368425"/>
                <a:gd name="connsiteY32" fmla="*/ 277921 h 469726"/>
                <a:gd name="connsiteX33" fmla="*/ 191805 w 368425"/>
                <a:gd name="connsiteY33" fmla="*/ 305322 h 469726"/>
                <a:gd name="connsiteX34" fmla="*/ 180062 w 368425"/>
                <a:gd name="connsiteY34" fmla="*/ 297493 h 469726"/>
                <a:gd name="connsiteX35" fmla="*/ 172233 w 368425"/>
                <a:gd name="connsiteY35" fmla="*/ 328808 h 469726"/>
                <a:gd name="connsiteX36" fmla="*/ 242692 w 368425"/>
                <a:gd name="connsiteY36" fmla="*/ 313151 h 469726"/>
                <a:gd name="connsiteX37" fmla="*/ 258349 w 368425"/>
                <a:gd name="connsiteY37" fmla="*/ 238777 h 469726"/>
                <a:gd name="connsiteX38" fmla="*/ 258349 w 368425"/>
                <a:gd name="connsiteY38" fmla="*/ 187890 h 469726"/>
                <a:gd name="connsiteX39" fmla="*/ 238777 w 368425"/>
                <a:gd name="connsiteY39" fmla="*/ 172233 h 469726"/>
                <a:gd name="connsiteX40" fmla="*/ 211377 w 368425"/>
                <a:gd name="connsiteY40" fmla="*/ 191805 h 469726"/>
                <a:gd name="connsiteX41" fmla="*/ 211377 w 368425"/>
                <a:gd name="connsiteY41" fmla="*/ 152661 h 469726"/>
                <a:gd name="connsiteX42" fmla="*/ 168318 w 368425"/>
                <a:gd name="connsiteY42" fmla="*/ 172233 h 469726"/>
                <a:gd name="connsiteX43" fmla="*/ 133089 w 368425"/>
                <a:gd name="connsiteY43" fmla="*/ 144832 h 469726"/>
                <a:gd name="connsiteX44" fmla="*/ 137003 w 368425"/>
                <a:gd name="connsiteY44" fmla="*/ 133089 h 469726"/>
                <a:gd name="connsiteX45" fmla="*/ 164404 w 368425"/>
                <a:gd name="connsiteY45" fmla="*/ 144832 h 469726"/>
                <a:gd name="connsiteX46" fmla="*/ 148747 w 368425"/>
                <a:gd name="connsiteY46" fmla="*/ 133089 h 469726"/>
                <a:gd name="connsiteX47" fmla="*/ 168318 w 368425"/>
                <a:gd name="connsiteY47" fmla="*/ 133089 h 469726"/>
                <a:gd name="connsiteX48" fmla="*/ 234863 w 368425"/>
                <a:gd name="connsiteY48" fmla="*/ 78288 h 469726"/>
                <a:gd name="connsiteX49" fmla="*/ 195719 w 368425"/>
                <a:gd name="connsiteY49" fmla="*/ 46973 h 469726"/>
                <a:gd name="connsiteX50" fmla="*/ 234863 w 368425"/>
                <a:gd name="connsiteY50" fmla="*/ 0 h 469726"/>
                <a:gd name="connsiteX51" fmla="*/ 242692 w 368425"/>
                <a:gd name="connsiteY51" fmla="*/ 43058 h 469726"/>
                <a:gd name="connsiteX52" fmla="*/ 258349 w 368425"/>
                <a:gd name="connsiteY52" fmla="*/ 39144 h 469726"/>
                <a:gd name="connsiteX53" fmla="*/ 258349 w 368425"/>
                <a:gd name="connsiteY53" fmla="*/ 23486 h 469726"/>
                <a:gd name="connsiteX54" fmla="*/ 281836 w 368425"/>
                <a:gd name="connsiteY54" fmla="*/ 43058 h 469726"/>
                <a:gd name="connsiteX55" fmla="*/ 195719 w 368425"/>
                <a:gd name="connsiteY55" fmla="*/ 125260 h 469726"/>
                <a:gd name="connsiteX56" fmla="*/ 258349 w 368425"/>
                <a:gd name="connsiteY56" fmla="*/ 164404 h 469726"/>
                <a:gd name="connsiteX57" fmla="*/ 242692 w 368425"/>
                <a:gd name="connsiteY57" fmla="*/ 125260 h 469726"/>
                <a:gd name="connsiteX58" fmla="*/ 344466 w 368425"/>
                <a:gd name="connsiteY58" fmla="*/ 43058 h 469726"/>
                <a:gd name="connsiteX59" fmla="*/ 305322 w 368425"/>
                <a:gd name="connsiteY59" fmla="*/ 70459 h 469726"/>
                <a:gd name="connsiteX60" fmla="*/ 313151 w 368425"/>
                <a:gd name="connsiteY60" fmla="*/ 101774 h 469726"/>
                <a:gd name="connsiteX61" fmla="*/ 336637 w 368425"/>
                <a:gd name="connsiteY61" fmla="*/ 74373 h 469726"/>
                <a:gd name="connsiteX62" fmla="*/ 336637 w 368425"/>
                <a:gd name="connsiteY62" fmla="*/ 90031 h 469726"/>
                <a:gd name="connsiteX63" fmla="*/ 356209 w 368425"/>
                <a:gd name="connsiteY63" fmla="*/ 117432 h 469726"/>
                <a:gd name="connsiteX64" fmla="*/ 364038 w 368425"/>
                <a:gd name="connsiteY64" fmla="*/ 109603 h 469726"/>
                <a:gd name="connsiteX65" fmla="*/ 367952 w 368425"/>
                <a:gd name="connsiteY65" fmla="*/ 156575 h 469726"/>
                <a:gd name="connsiteX66" fmla="*/ 340551 w 368425"/>
                <a:gd name="connsiteY66" fmla="*/ 148747 h 469726"/>
                <a:gd name="connsiteX67" fmla="*/ 328808 w 368425"/>
                <a:gd name="connsiteY67" fmla="*/ 191805 h 469726"/>
                <a:gd name="connsiteX68" fmla="*/ 367952 w 368425"/>
                <a:gd name="connsiteY68" fmla="*/ 187890 h 469726"/>
                <a:gd name="connsiteX69" fmla="*/ 367952 w 368425"/>
                <a:gd name="connsiteY69" fmla="*/ 320979 h 469726"/>
                <a:gd name="connsiteX70" fmla="*/ 328808 w 368425"/>
                <a:gd name="connsiteY70" fmla="*/ 336637 h 469726"/>
                <a:gd name="connsiteX71" fmla="*/ 367952 w 368425"/>
                <a:gd name="connsiteY71" fmla="*/ 352295 h 469726"/>
                <a:gd name="connsiteX72" fmla="*/ 364038 w 368425"/>
                <a:gd name="connsiteY72" fmla="*/ 407096 h 469726"/>
                <a:gd name="connsiteX73" fmla="*/ 360123 w 368425"/>
                <a:gd name="connsiteY73" fmla="*/ 383610 h 469726"/>
                <a:gd name="connsiteX74" fmla="*/ 313151 w 368425"/>
                <a:gd name="connsiteY74" fmla="*/ 383610 h 469726"/>
                <a:gd name="connsiteX75" fmla="*/ 297493 w 368425"/>
                <a:gd name="connsiteY75" fmla="*/ 426668 h 469726"/>
                <a:gd name="connsiteX76" fmla="*/ 313151 w 368425"/>
                <a:gd name="connsiteY76" fmla="*/ 438411 h 469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68425" h="469726">
                  <a:moveTo>
                    <a:pt x="313151" y="438411"/>
                  </a:moveTo>
                  <a:cubicBezTo>
                    <a:pt x="295358" y="441989"/>
                    <a:pt x="284920" y="452424"/>
                    <a:pt x="281836" y="469726"/>
                  </a:cubicBezTo>
                  <a:cubicBezTo>
                    <a:pt x="187890" y="469726"/>
                    <a:pt x="93945" y="469726"/>
                    <a:pt x="0" y="469726"/>
                  </a:cubicBezTo>
                  <a:cubicBezTo>
                    <a:pt x="54482" y="465138"/>
                    <a:pt x="109283" y="456010"/>
                    <a:pt x="164404" y="442325"/>
                  </a:cubicBezTo>
                  <a:cubicBezTo>
                    <a:pt x="155525" y="434371"/>
                    <a:pt x="158135" y="429150"/>
                    <a:pt x="172233" y="426668"/>
                  </a:cubicBezTo>
                  <a:cubicBezTo>
                    <a:pt x="148523" y="422448"/>
                    <a:pt x="125037" y="417226"/>
                    <a:pt x="101774" y="411010"/>
                  </a:cubicBezTo>
                  <a:cubicBezTo>
                    <a:pt x="116523" y="409319"/>
                    <a:pt x="129571" y="404098"/>
                    <a:pt x="140918" y="395353"/>
                  </a:cubicBezTo>
                  <a:cubicBezTo>
                    <a:pt x="133488" y="390522"/>
                    <a:pt x="126963" y="391822"/>
                    <a:pt x="121346" y="399267"/>
                  </a:cubicBezTo>
                  <a:cubicBezTo>
                    <a:pt x="118069" y="390092"/>
                    <a:pt x="112849" y="382263"/>
                    <a:pt x="105688" y="375781"/>
                  </a:cubicBezTo>
                  <a:cubicBezTo>
                    <a:pt x="98646" y="385723"/>
                    <a:pt x="89512" y="393552"/>
                    <a:pt x="78288" y="399267"/>
                  </a:cubicBezTo>
                  <a:cubicBezTo>
                    <a:pt x="82400" y="404685"/>
                    <a:pt x="87619" y="408599"/>
                    <a:pt x="93945" y="411010"/>
                  </a:cubicBezTo>
                  <a:cubicBezTo>
                    <a:pt x="81152" y="414878"/>
                    <a:pt x="68104" y="416177"/>
                    <a:pt x="54801" y="414925"/>
                  </a:cubicBezTo>
                  <a:cubicBezTo>
                    <a:pt x="54801" y="422753"/>
                    <a:pt x="54801" y="430582"/>
                    <a:pt x="54801" y="438411"/>
                  </a:cubicBezTo>
                  <a:cubicBezTo>
                    <a:pt x="68959" y="438340"/>
                    <a:pt x="82007" y="442255"/>
                    <a:pt x="93945" y="450154"/>
                  </a:cubicBezTo>
                  <a:cubicBezTo>
                    <a:pt x="60433" y="461568"/>
                    <a:pt x="35642" y="452440"/>
                    <a:pt x="19572" y="422753"/>
                  </a:cubicBezTo>
                  <a:cubicBezTo>
                    <a:pt x="12582" y="432234"/>
                    <a:pt x="6059" y="432234"/>
                    <a:pt x="0" y="422753"/>
                  </a:cubicBezTo>
                  <a:cubicBezTo>
                    <a:pt x="2609" y="412318"/>
                    <a:pt x="5219" y="401874"/>
                    <a:pt x="7829" y="391438"/>
                  </a:cubicBezTo>
                  <a:cubicBezTo>
                    <a:pt x="39385" y="424045"/>
                    <a:pt x="60262" y="417516"/>
                    <a:pt x="70459" y="371866"/>
                  </a:cubicBezTo>
                  <a:cubicBezTo>
                    <a:pt x="66545" y="367952"/>
                    <a:pt x="62630" y="364038"/>
                    <a:pt x="58716" y="360123"/>
                  </a:cubicBezTo>
                  <a:cubicBezTo>
                    <a:pt x="54524" y="373988"/>
                    <a:pt x="48001" y="376595"/>
                    <a:pt x="39144" y="367952"/>
                  </a:cubicBezTo>
                  <a:cubicBezTo>
                    <a:pt x="49582" y="354901"/>
                    <a:pt x="49582" y="341859"/>
                    <a:pt x="39144" y="328808"/>
                  </a:cubicBezTo>
                  <a:cubicBezTo>
                    <a:pt x="46002" y="322929"/>
                    <a:pt x="53831" y="319014"/>
                    <a:pt x="62630" y="317065"/>
                  </a:cubicBezTo>
                  <a:cubicBezTo>
                    <a:pt x="39615" y="293931"/>
                    <a:pt x="43530" y="276966"/>
                    <a:pt x="74373" y="266178"/>
                  </a:cubicBezTo>
                  <a:cubicBezTo>
                    <a:pt x="90637" y="288913"/>
                    <a:pt x="101075" y="286298"/>
                    <a:pt x="105688" y="258349"/>
                  </a:cubicBezTo>
                  <a:cubicBezTo>
                    <a:pt x="111305" y="265795"/>
                    <a:pt x="117830" y="267094"/>
                    <a:pt x="125260" y="262264"/>
                  </a:cubicBezTo>
                  <a:cubicBezTo>
                    <a:pt x="134866" y="249839"/>
                    <a:pt x="132257" y="239396"/>
                    <a:pt x="117432" y="230949"/>
                  </a:cubicBezTo>
                  <a:cubicBezTo>
                    <a:pt x="132330" y="224889"/>
                    <a:pt x="145377" y="227504"/>
                    <a:pt x="156575" y="238777"/>
                  </a:cubicBezTo>
                  <a:cubicBezTo>
                    <a:pt x="139785" y="244594"/>
                    <a:pt x="138480" y="251116"/>
                    <a:pt x="152661" y="258349"/>
                  </a:cubicBezTo>
                  <a:cubicBezTo>
                    <a:pt x="165164" y="247507"/>
                    <a:pt x="179518" y="242293"/>
                    <a:pt x="195719" y="242692"/>
                  </a:cubicBezTo>
                  <a:cubicBezTo>
                    <a:pt x="194549" y="234456"/>
                    <a:pt x="195854" y="226627"/>
                    <a:pt x="199634" y="219205"/>
                  </a:cubicBezTo>
                  <a:cubicBezTo>
                    <a:pt x="213263" y="231278"/>
                    <a:pt x="227616" y="237807"/>
                    <a:pt x="242692" y="238777"/>
                  </a:cubicBezTo>
                  <a:cubicBezTo>
                    <a:pt x="229245" y="246896"/>
                    <a:pt x="214892" y="250810"/>
                    <a:pt x="199634" y="250521"/>
                  </a:cubicBezTo>
                  <a:cubicBezTo>
                    <a:pt x="185132" y="264064"/>
                    <a:pt x="186437" y="273193"/>
                    <a:pt x="203548" y="277921"/>
                  </a:cubicBezTo>
                  <a:cubicBezTo>
                    <a:pt x="198142" y="286275"/>
                    <a:pt x="194228" y="295411"/>
                    <a:pt x="191805" y="305322"/>
                  </a:cubicBezTo>
                  <a:cubicBezTo>
                    <a:pt x="188564" y="301744"/>
                    <a:pt x="184649" y="299129"/>
                    <a:pt x="180062" y="297493"/>
                  </a:cubicBezTo>
                  <a:cubicBezTo>
                    <a:pt x="172791" y="306802"/>
                    <a:pt x="170182" y="317237"/>
                    <a:pt x="172233" y="328808"/>
                  </a:cubicBezTo>
                  <a:cubicBezTo>
                    <a:pt x="194432" y="318819"/>
                    <a:pt x="217918" y="313605"/>
                    <a:pt x="242692" y="313151"/>
                  </a:cubicBezTo>
                  <a:cubicBezTo>
                    <a:pt x="239887" y="286549"/>
                    <a:pt x="245106" y="261755"/>
                    <a:pt x="258349" y="238777"/>
                  </a:cubicBezTo>
                  <a:cubicBezTo>
                    <a:pt x="238311" y="221875"/>
                    <a:pt x="238311" y="204910"/>
                    <a:pt x="258349" y="187890"/>
                  </a:cubicBezTo>
                  <a:cubicBezTo>
                    <a:pt x="252540" y="181729"/>
                    <a:pt x="246016" y="176515"/>
                    <a:pt x="238777" y="172233"/>
                  </a:cubicBezTo>
                  <a:cubicBezTo>
                    <a:pt x="245197" y="199712"/>
                    <a:pt x="236063" y="206233"/>
                    <a:pt x="211377" y="191805"/>
                  </a:cubicBezTo>
                  <a:cubicBezTo>
                    <a:pt x="221815" y="178754"/>
                    <a:pt x="221815" y="165712"/>
                    <a:pt x="211377" y="152661"/>
                  </a:cubicBezTo>
                  <a:cubicBezTo>
                    <a:pt x="190102" y="144574"/>
                    <a:pt x="175750" y="151095"/>
                    <a:pt x="168318" y="172233"/>
                  </a:cubicBezTo>
                  <a:cubicBezTo>
                    <a:pt x="151696" y="168585"/>
                    <a:pt x="139953" y="159448"/>
                    <a:pt x="133089" y="144832"/>
                  </a:cubicBezTo>
                  <a:cubicBezTo>
                    <a:pt x="134394" y="140918"/>
                    <a:pt x="135698" y="137003"/>
                    <a:pt x="137003" y="133089"/>
                  </a:cubicBezTo>
                  <a:cubicBezTo>
                    <a:pt x="142682" y="146069"/>
                    <a:pt x="151815" y="149984"/>
                    <a:pt x="164404" y="144832"/>
                  </a:cubicBezTo>
                  <a:cubicBezTo>
                    <a:pt x="158078" y="142421"/>
                    <a:pt x="152859" y="138507"/>
                    <a:pt x="148747" y="133089"/>
                  </a:cubicBezTo>
                  <a:cubicBezTo>
                    <a:pt x="154805" y="123608"/>
                    <a:pt x="161329" y="123608"/>
                    <a:pt x="168318" y="133089"/>
                  </a:cubicBezTo>
                  <a:cubicBezTo>
                    <a:pt x="188338" y="112014"/>
                    <a:pt x="210519" y="93749"/>
                    <a:pt x="234863" y="78288"/>
                  </a:cubicBezTo>
                  <a:cubicBezTo>
                    <a:pt x="226279" y="62356"/>
                    <a:pt x="213231" y="51920"/>
                    <a:pt x="195719" y="46973"/>
                  </a:cubicBezTo>
                  <a:cubicBezTo>
                    <a:pt x="206052" y="28833"/>
                    <a:pt x="219099" y="13176"/>
                    <a:pt x="234863" y="0"/>
                  </a:cubicBezTo>
                  <a:cubicBezTo>
                    <a:pt x="233981" y="13090"/>
                    <a:pt x="236592" y="27448"/>
                    <a:pt x="242692" y="43058"/>
                  </a:cubicBezTo>
                  <a:cubicBezTo>
                    <a:pt x="249203" y="48444"/>
                    <a:pt x="254422" y="47137"/>
                    <a:pt x="258349" y="39144"/>
                  </a:cubicBezTo>
                  <a:cubicBezTo>
                    <a:pt x="250471" y="32129"/>
                    <a:pt x="250471" y="26915"/>
                    <a:pt x="258349" y="23486"/>
                  </a:cubicBezTo>
                  <a:cubicBezTo>
                    <a:pt x="267321" y="28536"/>
                    <a:pt x="275150" y="35057"/>
                    <a:pt x="281836" y="43058"/>
                  </a:cubicBezTo>
                  <a:cubicBezTo>
                    <a:pt x="262070" y="74475"/>
                    <a:pt x="233365" y="101876"/>
                    <a:pt x="195719" y="125260"/>
                  </a:cubicBezTo>
                  <a:cubicBezTo>
                    <a:pt x="212934" y="145263"/>
                    <a:pt x="233811" y="158306"/>
                    <a:pt x="258349" y="164404"/>
                  </a:cubicBezTo>
                  <a:cubicBezTo>
                    <a:pt x="259692" y="148809"/>
                    <a:pt x="254473" y="135767"/>
                    <a:pt x="242692" y="125260"/>
                  </a:cubicBezTo>
                  <a:cubicBezTo>
                    <a:pt x="261958" y="78491"/>
                    <a:pt x="295883" y="51091"/>
                    <a:pt x="344466" y="43058"/>
                  </a:cubicBezTo>
                  <a:cubicBezTo>
                    <a:pt x="336567" y="60062"/>
                    <a:pt x="323516" y="69191"/>
                    <a:pt x="305322" y="70459"/>
                  </a:cubicBezTo>
                  <a:cubicBezTo>
                    <a:pt x="303271" y="82030"/>
                    <a:pt x="305878" y="92466"/>
                    <a:pt x="313151" y="101774"/>
                  </a:cubicBezTo>
                  <a:cubicBezTo>
                    <a:pt x="320056" y="91910"/>
                    <a:pt x="327884" y="82781"/>
                    <a:pt x="336637" y="74373"/>
                  </a:cubicBezTo>
                  <a:cubicBezTo>
                    <a:pt x="357563" y="74867"/>
                    <a:pt x="357563" y="80080"/>
                    <a:pt x="336637" y="90031"/>
                  </a:cubicBezTo>
                  <a:cubicBezTo>
                    <a:pt x="346039" y="97100"/>
                    <a:pt x="352569" y="106229"/>
                    <a:pt x="356209" y="117432"/>
                  </a:cubicBezTo>
                  <a:cubicBezTo>
                    <a:pt x="358816" y="114825"/>
                    <a:pt x="361431" y="112210"/>
                    <a:pt x="364038" y="109603"/>
                  </a:cubicBezTo>
                  <a:cubicBezTo>
                    <a:pt x="367913" y="125049"/>
                    <a:pt x="369220" y="140706"/>
                    <a:pt x="367952" y="156575"/>
                  </a:cubicBezTo>
                  <a:cubicBezTo>
                    <a:pt x="357602" y="157906"/>
                    <a:pt x="348466" y="155299"/>
                    <a:pt x="340551" y="148747"/>
                  </a:cubicBezTo>
                  <a:cubicBezTo>
                    <a:pt x="338586" y="163880"/>
                    <a:pt x="334672" y="178230"/>
                    <a:pt x="328808" y="191805"/>
                  </a:cubicBezTo>
                  <a:cubicBezTo>
                    <a:pt x="341389" y="191656"/>
                    <a:pt x="354440" y="190356"/>
                    <a:pt x="367952" y="187890"/>
                  </a:cubicBezTo>
                  <a:cubicBezTo>
                    <a:pt x="364883" y="233454"/>
                    <a:pt x="364883" y="277819"/>
                    <a:pt x="367952" y="320979"/>
                  </a:cubicBezTo>
                  <a:cubicBezTo>
                    <a:pt x="351003" y="317973"/>
                    <a:pt x="337952" y="323195"/>
                    <a:pt x="328808" y="336637"/>
                  </a:cubicBezTo>
                  <a:cubicBezTo>
                    <a:pt x="337952" y="350079"/>
                    <a:pt x="351003" y="355301"/>
                    <a:pt x="367952" y="352295"/>
                  </a:cubicBezTo>
                  <a:cubicBezTo>
                    <a:pt x="369228" y="370747"/>
                    <a:pt x="367929" y="389011"/>
                    <a:pt x="364038" y="407096"/>
                  </a:cubicBezTo>
                  <a:cubicBezTo>
                    <a:pt x="360256" y="399674"/>
                    <a:pt x="358957" y="391845"/>
                    <a:pt x="360123" y="383610"/>
                  </a:cubicBezTo>
                  <a:cubicBezTo>
                    <a:pt x="343104" y="380322"/>
                    <a:pt x="327446" y="380322"/>
                    <a:pt x="313151" y="383610"/>
                  </a:cubicBezTo>
                  <a:cubicBezTo>
                    <a:pt x="307436" y="398022"/>
                    <a:pt x="302214" y="412380"/>
                    <a:pt x="297493" y="426668"/>
                  </a:cubicBezTo>
                  <a:cubicBezTo>
                    <a:pt x="304664" y="428844"/>
                    <a:pt x="309878" y="432759"/>
                    <a:pt x="313151" y="438411"/>
                  </a:cubicBezTo>
                  <a:close/>
                </a:path>
              </a:pathLst>
            </a:custGeom>
            <a:solidFill>
              <a:srgbClr val="F9F6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26AE7FB5-A1F6-450C-83FD-AE96FB133F02}"/>
                </a:ext>
              </a:extLst>
            </p:cNvPr>
            <p:cNvSpPr/>
            <p:nvPr/>
          </p:nvSpPr>
          <p:spPr>
            <a:xfrm>
              <a:off x="3325879" y="191804"/>
              <a:ext cx="2380622" cy="384381"/>
            </a:xfrm>
            <a:custGeom>
              <a:avLst/>
              <a:gdLst>
                <a:gd name="connsiteX0" fmla="*/ 46973 w 2380622"/>
                <a:gd name="connsiteY0" fmla="*/ 383610 h 384381"/>
                <a:gd name="connsiteX1" fmla="*/ 39144 w 2380622"/>
                <a:gd name="connsiteY1" fmla="*/ 383610 h 384381"/>
                <a:gd name="connsiteX2" fmla="*/ 0 w 2380622"/>
                <a:gd name="connsiteY2" fmla="*/ 375781 h 384381"/>
                <a:gd name="connsiteX3" fmla="*/ 23486 w 2380622"/>
                <a:gd name="connsiteY3" fmla="*/ 371866 h 384381"/>
                <a:gd name="connsiteX4" fmla="*/ 54801 w 2380622"/>
                <a:gd name="connsiteY4" fmla="*/ 297493 h 384381"/>
                <a:gd name="connsiteX5" fmla="*/ 50887 w 2380622"/>
                <a:gd name="connsiteY5" fmla="*/ 242692 h 384381"/>
                <a:gd name="connsiteX6" fmla="*/ 125260 w 2380622"/>
                <a:gd name="connsiteY6" fmla="*/ 289664 h 384381"/>
                <a:gd name="connsiteX7" fmla="*/ 105688 w 2380622"/>
                <a:gd name="connsiteY7" fmla="*/ 289664 h 384381"/>
                <a:gd name="connsiteX8" fmla="*/ 78288 w 2380622"/>
                <a:gd name="connsiteY8" fmla="*/ 309236 h 384381"/>
                <a:gd name="connsiteX9" fmla="*/ 152661 w 2380622"/>
                <a:gd name="connsiteY9" fmla="*/ 328808 h 384381"/>
                <a:gd name="connsiteX10" fmla="*/ 180062 w 2380622"/>
                <a:gd name="connsiteY10" fmla="*/ 309236 h 384381"/>
                <a:gd name="connsiteX11" fmla="*/ 144832 w 2380622"/>
                <a:gd name="connsiteY11" fmla="*/ 305322 h 384381"/>
                <a:gd name="connsiteX12" fmla="*/ 148747 w 2380622"/>
                <a:gd name="connsiteY12" fmla="*/ 277921 h 384381"/>
                <a:gd name="connsiteX13" fmla="*/ 203548 w 2380622"/>
                <a:gd name="connsiteY13" fmla="*/ 270092 h 384381"/>
                <a:gd name="connsiteX14" fmla="*/ 180062 w 2380622"/>
                <a:gd name="connsiteY14" fmla="*/ 277921 h 384381"/>
                <a:gd name="connsiteX15" fmla="*/ 219205 w 2380622"/>
                <a:gd name="connsiteY15" fmla="*/ 281836 h 384381"/>
                <a:gd name="connsiteX16" fmla="*/ 219205 w 2380622"/>
                <a:gd name="connsiteY16" fmla="*/ 250521 h 384381"/>
                <a:gd name="connsiteX17" fmla="*/ 305322 w 2380622"/>
                <a:gd name="connsiteY17" fmla="*/ 242692 h 384381"/>
                <a:gd name="connsiteX18" fmla="*/ 313151 w 2380622"/>
                <a:gd name="connsiteY18" fmla="*/ 219205 h 384381"/>
                <a:gd name="connsiteX19" fmla="*/ 313151 w 2380622"/>
                <a:gd name="connsiteY19" fmla="*/ 230949 h 384381"/>
                <a:gd name="connsiteX20" fmla="*/ 422753 w 2380622"/>
                <a:gd name="connsiteY20" fmla="*/ 223120 h 384381"/>
                <a:gd name="connsiteX21" fmla="*/ 344466 w 2380622"/>
                <a:gd name="connsiteY21" fmla="*/ 215291 h 384381"/>
                <a:gd name="connsiteX22" fmla="*/ 414925 w 2380622"/>
                <a:gd name="connsiteY22" fmla="*/ 207462 h 384381"/>
                <a:gd name="connsiteX23" fmla="*/ 528442 w 2380622"/>
                <a:gd name="connsiteY23" fmla="*/ 164404 h 384381"/>
                <a:gd name="connsiteX24" fmla="*/ 524527 w 2380622"/>
                <a:gd name="connsiteY24" fmla="*/ 183976 h 384381"/>
                <a:gd name="connsiteX25" fmla="*/ 548014 w 2380622"/>
                <a:gd name="connsiteY25" fmla="*/ 180062 h 384381"/>
                <a:gd name="connsiteX26" fmla="*/ 540185 w 2380622"/>
                <a:gd name="connsiteY26" fmla="*/ 168319 h 384381"/>
                <a:gd name="connsiteX27" fmla="*/ 708503 w 2380622"/>
                <a:gd name="connsiteY27" fmla="*/ 187890 h 384381"/>
                <a:gd name="connsiteX28" fmla="*/ 747647 w 2380622"/>
                <a:gd name="connsiteY28" fmla="*/ 180062 h 384381"/>
                <a:gd name="connsiteX29" fmla="*/ 743733 w 2380622"/>
                <a:gd name="connsiteY29" fmla="*/ 199634 h 384381"/>
                <a:gd name="connsiteX30" fmla="*/ 755476 w 2380622"/>
                <a:gd name="connsiteY30" fmla="*/ 203548 h 384381"/>
                <a:gd name="connsiteX31" fmla="*/ 818106 w 2380622"/>
                <a:gd name="connsiteY31" fmla="*/ 172233 h 384381"/>
                <a:gd name="connsiteX32" fmla="*/ 943366 w 2380622"/>
                <a:gd name="connsiteY32" fmla="*/ 187890 h 384381"/>
                <a:gd name="connsiteX33" fmla="*/ 982510 w 2380622"/>
                <a:gd name="connsiteY33" fmla="*/ 164404 h 384381"/>
                <a:gd name="connsiteX34" fmla="*/ 982510 w 2380622"/>
                <a:gd name="connsiteY34" fmla="*/ 148747 h 384381"/>
                <a:gd name="connsiteX35" fmla="*/ 912051 w 2380622"/>
                <a:gd name="connsiteY35" fmla="*/ 172233 h 384381"/>
                <a:gd name="connsiteX36" fmla="*/ 818106 w 2380622"/>
                <a:gd name="connsiteY36" fmla="*/ 156575 h 384381"/>
                <a:gd name="connsiteX37" fmla="*/ 739819 w 2380622"/>
                <a:gd name="connsiteY37" fmla="*/ 172233 h 384381"/>
                <a:gd name="connsiteX38" fmla="*/ 579329 w 2380622"/>
                <a:gd name="connsiteY38" fmla="*/ 148747 h 384381"/>
                <a:gd name="connsiteX39" fmla="*/ 352295 w 2380622"/>
                <a:gd name="connsiteY39" fmla="*/ 203548 h 384381"/>
                <a:gd name="connsiteX40" fmla="*/ 242692 w 2380622"/>
                <a:gd name="connsiteY40" fmla="*/ 191805 h 384381"/>
                <a:gd name="connsiteX41" fmla="*/ 246606 w 2380622"/>
                <a:gd name="connsiteY41" fmla="*/ 164404 h 384381"/>
                <a:gd name="connsiteX42" fmla="*/ 270092 w 2380622"/>
                <a:gd name="connsiteY42" fmla="*/ 156575 h 384381"/>
                <a:gd name="connsiteX43" fmla="*/ 281836 w 2380622"/>
                <a:gd name="connsiteY43" fmla="*/ 176147 h 384381"/>
                <a:gd name="connsiteX44" fmla="*/ 336637 w 2380622"/>
                <a:gd name="connsiteY44" fmla="*/ 176147 h 384381"/>
                <a:gd name="connsiteX45" fmla="*/ 301408 w 2380622"/>
                <a:gd name="connsiteY45" fmla="*/ 164404 h 384381"/>
                <a:gd name="connsiteX46" fmla="*/ 281836 w 2380622"/>
                <a:gd name="connsiteY46" fmla="*/ 156575 h 384381"/>
                <a:gd name="connsiteX47" fmla="*/ 293579 w 2380622"/>
                <a:gd name="connsiteY47" fmla="*/ 140918 h 384381"/>
                <a:gd name="connsiteX48" fmla="*/ 336637 w 2380622"/>
                <a:gd name="connsiteY48" fmla="*/ 156575 h 384381"/>
                <a:gd name="connsiteX49" fmla="*/ 340551 w 2380622"/>
                <a:gd name="connsiteY49" fmla="*/ 125260 h 384381"/>
                <a:gd name="connsiteX50" fmla="*/ 375781 w 2380622"/>
                <a:gd name="connsiteY50" fmla="*/ 140918 h 384381"/>
                <a:gd name="connsiteX51" fmla="*/ 348380 w 2380622"/>
                <a:gd name="connsiteY51" fmla="*/ 148747 h 384381"/>
                <a:gd name="connsiteX52" fmla="*/ 344466 w 2380622"/>
                <a:gd name="connsiteY52" fmla="*/ 176147 h 384381"/>
                <a:gd name="connsiteX53" fmla="*/ 387524 w 2380622"/>
                <a:gd name="connsiteY53" fmla="*/ 180062 h 384381"/>
                <a:gd name="connsiteX54" fmla="*/ 399267 w 2380622"/>
                <a:gd name="connsiteY54" fmla="*/ 172233 h 384381"/>
                <a:gd name="connsiteX55" fmla="*/ 387524 w 2380622"/>
                <a:gd name="connsiteY55" fmla="*/ 140918 h 384381"/>
                <a:gd name="connsiteX56" fmla="*/ 411010 w 2380622"/>
                <a:gd name="connsiteY56" fmla="*/ 172233 h 384381"/>
                <a:gd name="connsiteX57" fmla="*/ 446240 w 2380622"/>
                <a:gd name="connsiteY57" fmla="*/ 172233 h 384381"/>
                <a:gd name="connsiteX58" fmla="*/ 504955 w 2380622"/>
                <a:gd name="connsiteY58" fmla="*/ 133089 h 384381"/>
                <a:gd name="connsiteX59" fmla="*/ 591072 w 2380622"/>
                <a:gd name="connsiteY59" fmla="*/ 133089 h 384381"/>
                <a:gd name="connsiteX60" fmla="*/ 669360 w 2380622"/>
                <a:gd name="connsiteY60" fmla="*/ 156575 h 384381"/>
                <a:gd name="connsiteX61" fmla="*/ 767219 w 2380622"/>
                <a:gd name="connsiteY61" fmla="*/ 156575 h 384381"/>
                <a:gd name="connsiteX62" fmla="*/ 794620 w 2380622"/>
                <a:gd name="connsiteY62" fmla="*/ 140918 h 384381"/>
                <a:gd name="connsiteX63" fmla="*/ 951195 w 2380622"/>
                <a:gd name="connsiteY63" fmla="*/ 148747 h 384381"/>
                <a:gd name="connsiteX64" fmla="*/ 951195 w 2380622"/>
                <a:gd name="connsiteY64" fmla="*/ 133089 h 384381"/>
                <a:gd name="connsiteX65" fmla="*/ 857250 w 2380622"/>
                <a:gd name="connsiteY65" fmla="*/ 140918 h 384381"/>
                <a:gd name="connsiteX66" fmla="*/ 845507 w 2380622"/>
                <a:gd name="connsiteY66" fmla="*/ 133089 h 384381"/>
                <a:gd name="connsiteX67" fmla="*/ 868993 w 2380622"/>
                <a:gd name="connsiteY67" fmla="*/ 117432 h 384381"/>
                <a:gd name="connsiteX68" fmla="*/ 1291747 w 2380622"/>
                <a:gd name="connsiteY68" fmla="*/ 101774 h 384381"/>
                <a:gd name="connsiteX69" fmla="*/ 1393521 w 2380622"/>
                <a:gd name="connsiteY69" fmla="*/ 93945 h 384381"/>
                <a:gd name="connsiteX70" fmla="*/ 1550096 w 2380622"/>
                <a:gd name="connsiteY70" fmla="*/ 101774 h 384381"/>
                <a:gd name="connsiteX71" fmla="*/ 1463979 w 2380622"/>
                <a:gd name="connsiteY71" fmla="*/ 86116 h 384381"/>
                <a:gd name="connsiteX72" fmla="*/ 1530524 w 2380622"/>
                <a:gd name="connsiteY72" fmla="*/ 86116 h 384381"/>
                <a:gd name="connsiteX73" fmla="*/ 1530524 w 2380622"/>
                <a:gd name="connsiteY73" fmla="*/ 39144 h 384381"/>
                <a:gd name="connsiteX74" fmla="*/ 1573582 w 2380622"/>
                <a:gd name="connsiteY74" fmla="*/ 39144 h 384381"/>
                <a:gd name="connsiteX75" fmla="*/ 1581411 w 2380622"/>
                <a:gd name="connsiteY75" fmla="*/ 7829 h 384381"/>
                <a:gd name="connsiteX76" fmla="*/ 1597069 w 2380622"/>
                <a:gd name="connsiteY76" fmla="*/ 23486 h 384381"/>
                <a:gd name="connsiteX77" fmla="*/ 1589240 w 2380622"/>
                <a:gd name="connsiteY77" fmla="*/ 62630 h 384381"/>
                <a:gd name="connsiteX78" fmla="*/ 1628384 w 2380622"/>
                <a:gd name="connsiteY78" fmla="*/ 66545 h 384381"/>
                <a:gd name="connsiteX79" fmla="*/ 1604897 w 2380622"/>
                <a:gd name="connsiteY79" fmla="*/ 78288 h 384381"/>
                <a:gd name="connsiteX80" fmla="*/ 1644041 w 2380622"/>
                <a:gd name="connsiteY80" fmla="*/ 70459 h 384381"/>
                <a:gd name="connsiteX81" fmla="*/ 1644041 w 2380622"/>
                <a:gd name="connsiteY81" fmla="*/ 0 h 384381"/>
                <a:gd name="connsiteX82" fmla="*/ 1683185 w 2380622"/>
                <a:gd name="connsiteY82" fmla="*/ 23486 h 384381"/>
                <a:gd name="connsiteX83" fmla="*/ 1737986 w 2380622"/>
                <a:gd name="connsiteY83" fmla="*/ 35229 h 384381"/>
                <a:gd name="connsiteX84" fmla="*/ 1745815 w 2380622"/>
                <a:gd name="connsiteY84" fmla="*/ 43058 h 384381"/>
                <a:gd name="connsiteX85" fmla="*/ 1722329 w 2380622"/>
                <a:gd name="connsiteY85" fmla="*/ 46973 h 384381"/>
                <a:gd name="connsiteX86" fmla="*/ 1722329 w 2380622"/>
                <a:gd name="connsiteY86" fmla="*/ 78288 h 384381"/>
                <a:gd name="connsiteX87" fmla="*/ 1659699 w 2380622"/>
                <a:gd name="connsiteY87" fmla="*/ 54801 h 384381"/>
                <a:gd name="connsiteX88" fmla="*/ 1659699 w 2380622"/>
                <a:gd name="connsiteY88" fmla="*/ 90031 h 384381"/>
                <a:gd name="connsiteX89" fmla="*/ 1737986 w 2380622"/>
                <a:gd name="connsiteY89" fmla="*/ 117432 h 384381"/>
                <a:gd name="connsiteX90" fmla="*/ 1773216 w 2380622"/>
                <a:gd name="connsiteY90" fmla="*/ 117432 h 384381"/>
                <a:gd name="connsiteX91" fmla="*/ 1761473 w 2380622"/>
                <a:gd name="connsiteY91" fmla="*/ 86116 h 384381"/>
                <a:gd name="connsiteX92" fmla="*/ 1792788 w 2380622"/>
                <a:gd name="connsiteY92" fmla="*/ 97860 h 384381"/>
                <a:gd name="connsiteX93" fmla="*/ 1784959 w 2380622"/>
                <a:gd name="connsiteY93" fmla="*/ 105688 h 384381"/>
                <a:gd name="connsiteX94" fmla="*/ 1828017 w 2380622"/>
                <a:gd name="connsiteY94" fmla="*/ 117432 h 384381"/>
                <a:gd name="connsiteX95" fmla="*/ 1824103 w 2380622"/>
                <a:gd name="connsiteY95" fmla="*/ 148747 h 384381"/>
                <a:gd name="connsiteX96" fmla="*/ 1651870 w 2380622"/>
                <a:gd name="connsiteY96" fmla="*/ 97860 h 384381"/>
                <a:gd name="connsiteX97" fmla="*/ 1589240 w 2380622"/>
                <a:gd name="connsiteY97" fmla="*/ 101774 h 384381"/>
                <a:gd name="connsiteX98" fmla="*/ 1636212 w 2380622"/>
                <a:gd name="connsiteY98" fmla="*/ 113517 h 384381"/>
                <a:gd name="connsiteX99" fmla="*/ 1675356 w 2380622"/>
                <a:gd name="connsiteY99" fmla="*/ 125260 h 384381"/>
                <a:gd name="connsiteX100" fmla="*/ 1702757 w 2380622"/>
                <a:gd name="connsiteY100" fmla="*/ 148747 h 384381"/>
                <a:gd name="connsiteX101" fmla="*/ 1714500 w 2380622"/>
                <a:gd name="connsiteY101" fmla="*/ 140918 h 384381"/>
                <a:gd name="connsiteX102" fmla="*/ 1816274 w 2380622"/>
                <a:gd name="connsiteY102" fmla="*/ 160490 h 384381"/>
                <a:gd name="connsiteX103" fmla="*/ 1804531 w 2380622"/>
                <a:gd name="connsiteY103" fmla="*/ 172233 h 384381"/>
                <a:gd name="connsiteX104" fmla="*/ 1706671 w 2380622"/>
                <a:gd name="connsiteY104" fmla="*/ 168319 h 384381"/>
                <a:gd name="connsiteX105" fmla="*/ 1647955 w 2380622"/>
                <a:gd name="connsiteY105" fmla="*/ 140918 h 384381"/>
                <a:gd name="connsiteX106" fmla="*/ 1612726 w 2380622"/>
                <a:gd name="connsiteY106" fmla="*/ 148747 h 384381"/>
                <a:gd name="connsiteX107" fmla="*/ 1205630 w 2380622"/>
                <a:gd name="connsiteY107" fmla="*/ 133089 h 384381"/>
                <a:gd name="connsiteX108" fmla="*/ 1229116 w 2380622"/>
                <a:gd name="connsiteY108" fmla="*/ 148747 h 384381"/>
                <a:gd name="connsiteX109" fmla="*/ 1303490 w 2380622"/>
                <a:gd name="connsiteY109" fmla="*/ 148747 h 384381"/>
                <a:gd name="connsiteX110" fmla="*/ 1471808 w 2380622"/>
                <a:gd name="connsiteY110" fmla="*/ 140918 h 384381"/>
                <a:gd name="connsiteX111" fmla="*/ 1518781 w 2380622"/>
                <a:gd name="connsiteY111" fmla="*/ 168319 h 384381"/>
                <a:gd name="connsiteX112" fmla="*/ 1542267 w 2380622"/>
                <a:gd name="connsiteY112" fmla="*/ 199634 h 384381"/>
                <a:gd name="connsiteX113" fmla="*/ 1526610 w 2380622"/>
                <a:gd name="connsiteY113" fmla="*/ 211377 h 384381"/>
                <a:gd name="connsiteX114" fmla="*/ 1495295 w 2380622"/>
                <a:gd name="connsiteY114" fmla="*/ 207462 h 384381"/>
                <a:gd name="connsiteX115" fmla="*/ 1503123 w 2380622"/>
                <a:gd name="connsiteY115" fmla="*/ 219205 h 384381"/>
                <a:gd name="connsiteX116" fmla="*/ 1471808 w 2380622"/>
                <a:gd name="connsiteY116" fmla="*/ 277921 h 384381"/>
                <a:gd name="connsiteX117" fmla="*/ 1503123 w 2380622"/>
                <a:gd name="connsiteY117" fmla="*/ 281836 h 384381"/>
                <a:gd name="connsiteX118" fmla="*/ 1495295 w 2380622"/>
                <a:gd name="connsiteY118" fmla="*/ 309236 h 384381"/>
                <a:gd name="connsiteX119" fmla="*/ 1510952 w 2380622"/>
                <a:gd name="connsiteY119" fmla="*/ 320979 h 384381"/>
                <a:gd name="connsiteX120" fmla="*/ 1487466 w 2380622"/>
                <a:gd name="connsiteY120" fmla="*/ 348380 h 384381"/>
                <a:gd name="connsiteX121" fmla="*/ 1495295 w 2380622"/>
                <a:gd name="connsiteY121" fmla="*/ 352295 h 384381"/>
                <a:gd name="connsiteX122" fmla="*/ 1534438 w 2380622"/>
                <a:gd name="connsiteY122" fmla="*/ 324894 h 384381"/>
                <a:gd name="connsiteX123" fmla="*/ 1526610 w 2380622"/>
                <a:gd name="connsiteY123" fmla="*/ 305322 h 384381"/>
                <a:gd name="connsiteX124" fmla="*/ 1550096 w 2380622"/>
                <a:gd name="connsiteY124" fmla="*/ 297493 h 384381"/>
                <a:gd name="connsiteX125" fmla="*/ 1542267 w 2380622"/>
                <a:gd name="connsiteY125" fmla="*/ 270092 h 384381"/>
                <a:gd name="connsiteX126" fmla="*/ 1608812 w 2380622"/>
                <a:gd name="connsiteY126" fmla="*/ 274007 h 384381"/>
                <a:gd name="connsiteX127" fmla="*/ 1612726 w 2380622"/>
                <a:gd name="connsiteY127" fmla="*/ 250521 h 384381"/>
                <a:gd name="connsiteX128" fmla="*/ 1702757 w 2380622"/>
                <a:gd name="connsiteY128" fmla="*/ 219205 h 384381"/>
                <a:gd name="connsiteX129" fmla="*/ 1792788 w 2380622"/>
                <a:gd name="connsiteY129" fmla="*/ 234863 h 384381"/>
                <a:gd name="connsiteX130" fmla="*/ 1816274 w 2380622"/>
                <a:gd name="connsiteY130" fmla="*/ 238777 h 384381"/>
                <a:gd name="connsiteX131" fmla="*/ 1839760 w 2380622"/>
                <a:gd name="connsiteY131" fmla="*/ 234863 h 384381"/>
                <a:gd name="connsiteX132" fmla="*/ 1843675 w 2380622"/>
                <a:gd name="connsiteY132" fmla="*/ 211377 h 384381"/>
                <a:gd name="connsiteX133" fmla="*/ 1878904 w 2380622"/>
                <a:gd name="connsiteY133" fmla="*/ 187890 h 384381"/>
                <a:gd name="connsiteX134" fmla="*/ 1949363 w 2380622"/>
                <a:gd name="connsiteY134" fmla="*/ 187890 h 384381"/>
                <a:gd name="connsiteX135" fmla="*/ 1894562 w 2380622"/>
                <a:gd name="connsiteY135" fmla="*/ 164404 h 384381"/>
                <a:gd name="connsiteX136" fmla="*/ 1878904 w 2380622"/>
                <a:gd name="connsiteY136" fmla="*/ 148747 h 384381"/>
                <a:gd name="connsiteX137" fmla="*/ 1863247 w 2380622"/>
                <a:gd name="connsiteY137" fmla="*/ 117432 h 384381"/>
                <a:gd name="connsiteX138" fmla="*/ 1898476 w 2380622"/>
                <a:gd name="connsiteY138" fmla="*/ 133089 h 384381"/>
                <a:gd name="connsiteX139" fmla="*/ 1918048 w 2380622"/>
                <a:gd name="connsiteY139" fmla="*/ 121346 h 384381"/>
                <a:gd name="connsiteX140" fmla="*/ 1910219 w 2380622"/>
                <a:gd name="connsiteY140" fmla="*/ 113517 h 384381"/>
                <a:gd name="connsiteX141" fmla="*/ 1965021 w 2380622"/>
                <a:gd name="connsiteY141" fmla="*/ 93945 h 384381"/>
                <a:gd name="connsiteX142" fmla="*/ 1957192 w 2380622"/>
                <a:gd name="connsiteY142" fmla="*/ 66545 h 384381"/>
                <a:gd name="connsiteX143" fmla="*/ 1894562 w 2380622"/>
                <a:gd name="connsiteY143" fmla="*/ 54801 h 384381"/>
                <a:gd name="connsiteX144" fmla="*/ 1996336 w 2380622"/>
                <a:gd name="connsiteY144" fmla="*/ 66545 h 384381"/>
                <a:gd name="connsiteX145" fmla="*/ 1988507 w 2380622"/>
                <a:gd name="connsiteY145" fmla="*/ 86116 h 384381"/>
                <a:gd name="connsiteX146" fmla="*/ 2035479 w 2380622"/>
                <a:gd name="connsiteY146" fmla="*/ 109603 h 384381"/>
                <a:gd name="connsiteX147" fmla="*/ 2008079 w 2380622"/>
                <a:gd name="connsiteY147" fmla="*/ 125260 h 384381"/>
                <a:gd name="connsiteX148" fmla="*/ 2011993 w 2380622"/>
                <a:gd name="connsiteY148" fmla="*/ 144832 h 384381"/>
                <a:gd name="connsiteX149" fmla="*/ 1953277 w 2380622"/>
                <a:gd name="connsiteY149" fmla="*/ 140918 h 384381"/>
                <a:gd name="connsiteX150" fmla="*/ 1945449 w 2380622"/>
                <a:gd name="connsiteY150" fmla="*/ 164404 h 384381"/>
                <a:gd name="connsiteX151" fmla="*/ 1992421 w 2380622"/>
                <a:gd name="connsiteY151" fmla="*/ 164404 h 384381"/>
                <a:gd name="connsiteX152" fmla="*/ 1996336 w 2380622"/>
                <a:gd name="connsiteY152" fmla="*/ 187890 h 384381"/>
                <a:gd name="connsiteX153" fmla="*/ 2043308 w 2380622"/>
                <a:gd name="connsiteY153" fmla="*/ 191805 h 384381"/>
                <a:gd name="connsiteX154" fmla="*/ 2043308 w 2380622"/>
                <a:gd name="connsiteY154" fmla="*/ 203548 h 384381"/>
                <a:gd name="connsiteX155" fmla="*/ 2074623 w 2380622"/>
                <a:gd name="connsiteY155" fmla="*/ 199634 h 384381"/>
                <a:gd name="connsiteX156" fmla="*/ 2105938 w 2380622"/>
                <a:gd name="connsiteY156" fmla="*/ 336637 h 384381"/>
                <a:gd name="connsiteX157" fmla="*/ 2145082 w 2380622"/>
                <a:gd name="connsiteY157" fmla="*/ 352295 h 384381"/>
                <a:gd name="connsiteX158" fmla="*/ 2137253 w 2380622"/>
                <a:gd name="connsiteY158" fmla="*/ 320979 h 384381"/>
                <a:gd name="connsiteX159" fmla="*/ 2113767 w 2380622"/>
                <a:gd name="connsiteY159" fmla="*/ 320979 h 384381"/>
                <a:gd name="connsiteX160" fmla="*/ 2184226 w 2380622"/>
                <a:gd name="connsiteY160" fmla="*/ 313151 h 384381"/>
                <a:gd name="connsiteX161" fmla="*/ 2188140 w 2380622"/>
                <a:gd name="connsiteY161" fmla="*/ 352295 h 384381"/>
                <a:gd name="connsiteX162" fmla="*/ 2215541 w 2380622"/>
                <a:gd name="connsiteY162" fmla="*/ 324894 h 384381"/>
                <a:gd name="connsiteX163" fmla="*/ 2192055 w 2380622"/>
                <a:gd name="connsiteY163" fmla="*/ 301408 h 384381"/>
                <a:gd name="connsiteX164" fmla="*/ 2113767 w 2380622"/>
                <a:gd name="connsiteY164" fmla="*/ 293579 h 384381"/>
                <a:gd name="connsiteX165" fmla="*/ 2133339 w 2380622"/>
                <a:gd name="connsiteY165" fmla="*/ 274007 h 384381"/>
                <a:gd name="connsiteX166" fmla="*/ 2219456 w 2380622"/>
                <a:gd name="connsiteY166" fmla="*/ 297493 h 384381"/>
                <a:gd name="connsiteX167" fmla="*/ 2270343 w 2380622"/>
                <a:gd name="connsiteY167" fmla="*/ 301408 h 384381"/>
                <a:gd name="connsiteX168" fmla="*/ 2258599 w 2380622"/>
                <a:gd name="connsiteY168" fmla="*/ 320979 h 384381"/>
                <a:gd name="connsiteX169" fmla="*/ 2301658 w 2380622"/>
                <a:gd name="connsiteY169" fmla="*/ 301408 h 384381"/>
                <a:gd name="connsiteX170" fmla="*/ 2309486 w 2380622"/>
                <a:gd name="connsiteY170" fmla="*/ 281836 h 384381"/>
                <a:gd name="connsiteX171" fmla="*/ 2364288 w 2380622"/>
                <a:gd name="connsiteY171" fmla="*/ 297493 h 384381"/>
                <a:gd name="connsiteX172" fmla="*/ 2368202 w 2380622"/>
                <a:gd name="connsiteY172" fmla="*/ 320979 h 384381"/>
                <a:gd name="connsiteX173" fmla="*/ 2379945 w 2380622"/>
                <a:gd name="connsiteY173" fmla="*/ 320979 h 384381"/>
                <a:gd name="connsiteX174" fmla="*/ 2270343 w 2380622"/>
                <a:gd name="connsiteY174" fmla="*/ 348380 h 384381"/>
                <a:gd name="connsiteX175" fmla="*/ 2325144 w 2380622"/>
                <a:gd name="connsiteY175" fmla="*/ 367952 h 384381"/>
                <a:gd name="connsiteX176" fmla="*/ 2372116 w 2380622"/>
                <a:gd name="connsiteY176" fmla="*/ 344466 h 384381"/>
                <a:gd name="connsiteX177" fmla="*/ 2379945 w 2380622"/>
                <a:gd name="connsiteY177" fmla="*/ 375781 h 384381"/>
                <a:gd name="connsiteX178" fmla="*/ 46973 w 2380622"/>
                <a:gd name="connsiteY178" fmla="*/ 383610 h 384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2380622" h="384381">
                  <a:moveTo>
                    <a:pt x="46973" y="383610"/>
                  </a:moveTo>
                  <a:cubicBezTo>
                    <a:pt x="44366" y="383610"/>
                    <a:pt x="41751" y="383610"/>
                    <a:pt x="39144" y="383610"/>
                  </a:cubicBezTo>
                  <a:cubicBezTo>
                    <a:pt x="25146" y="385842"/>
                    <a:pt x="12095" y="383233"/>
                    <a:pt x="0" y="375781"/>
                  </a:cubicBezTo>
                  <a:cubicBezTo>
                    <a:pt x="5965" y="372566"/>
                    <a:pt x="13794" y="371261"/>
                    <a:pt x="23486" y="371866"/>
                  </a:cubicBezTo>
                  <a:cubicBezTo>
                    <a:pt x="33445" y="346709"/>
                    <a:pt x="43880" y="321917"/>
                    <a:pt x="54801" y="297493"/>
                  </a:cubicBezTo>
                  <a:cubicBezTo>
                    <a:pt x="41571" y="278458"/>
                    <a:pt x="40263" y="260191"/>
                    <a:pt x="50887" y="242692"/>
                  </a:cubicBezTo>
                  <a:cubicBezTo>
                    <a:pt x="70028" y="266754"/>
                    <a:pt x="94822" y="282412"/>
                    <a:pt x="125260" y="289664"/>
                  </a:cubicBezTo>
                  <a:cubicBezTo>
                    <a:pt x="117447" y="309454"/>
                    <a:pt x="110926" y="309454"/>
                    <a:pt x="105688" y="289664"/>
                  </a:cubicBezTo>
                  <a:cubicBezTo>
                    <a:pt x="95863" y="295228"/>
                    <a:pt x="86735" y="301752"/>
                    <a:pt x="78288" y="309236"/>
                  </a:cubicBezTo>
                  <a:cubicBezTo>
                    <a:pt x="105759" y="309071"/>
                    <a:pt x="130545" y="315595"/>
                    <a:pt x="152661" y="328808"/>
                  </a:cubicBezTo>
                  <a:cubicBezTo>
                    <a:pt x="158705" y="318246"/>
                    <a:pt x="167841" y="311723"/>
                    <a:pt x="180062" y="309236"/>
                  </a:cubicBezTo>
                  <a:cubicBezTo>
                    <a:pt x="171458" y="274646"/>
                    <a:pt x="159715" y="273341"/>
                    <a:pt x="144832" y="305322"/>
                  </a:cubicBezTo>
                  <a:cubicBezTo>
                    <a:pt x="139477" y="295271"/>
                    <a:pt x="140785" y="286138"/>
                    <a:pt x="148747" y="277921"/>
                  </a:cubicBezTo>
                  <a:cubicBezTo>
                    <a:pt x="166393" y="268914"/>
                    <a:pt x="184657" y="266305"/>
                    <a:pt x="203548" y="270092"/>
                  </a:cubicBezTo>
                  <a:cubicBezTo>
                    <a:pt x="195719" y="272702"/>
                    <a:pt x="187890" y="275312"/>
                    <a:pt x="180062" y="277921"/>
                  </a:cubicBezTo>
                  <a:cubicBezTo>
                    <a:pt x="192854" y="281785"/>
                    <a:pt x="205904" y="283090"/>
                    <a:pt x="219205" y="281836"/>
                  </a:cubicBezTo>
                  <a:cubicBezTo>
                    <a:pt x="219205" y="271398"/>
                    <a:pt x="219205" y="260959"/>
                    <a:pt x="219205" y="250521"/>
                  </a:cubicBezTo>
                  <a:cubicBezTo>
                    <a:pt x="248375" y="253046"/>
                    <a:pt x="277084" y="250436"/>
                    <a:pt x="305322" y="242692"/>
                  </a:cubicBezTo>
                  <a:cubicBezTo>
                    <a:pt x="285899" y="232048"/>
                    <a:pt x="288506" y="224219"/>
                    <a:pt x="313151" y="219205"/>
                  </a:cubicBezTo>
                  <a:cubicBezTo>
                    <a:pt x="322514" y="221912"/>
                    <a:pt x="322514" y="225826"/>
                    <a:pt x="313151" y="230949"/>
                  </a:cubicBezTo>
                  <a:cubicBezTo>
                    <a:pt x="349609" y="231258"/>
                    <a:pt x="386146" y="228649"/>
                    <a:pt x="422753" y="223120"/>
                  </a:cubicBezTo>
                  <a:cubicBezTo>
                    <a:pt x="396660" y="220511"/>
                    <a:pt x="370559" y="217900"/>
                    <a:pt x="344466" y="215291"/>
                  </a:cubicBezTo>
                  <a:cubicBezTo>
                    <a:pt x="367952" y="212682"/>
                    <a:pt x="391438" y="210072"/>
                    <a:pt x="414925" y="207462"/>
                  </a:cubicBezTo>
                  <a:cubicBezTo>
                    <a:pt x="454358" y="197971"/>
                    <a:pt x="492202" y="183618"/>
                    <a:pt x="528442" y="164404"/>
                  </a:cubicBezTo>
                  <a:cubicBezTo>
                    <a:pt x="533272" y="171834"/>
                    <a:pt x="531973" y="178359"/>
                    <a:pt x="524527" y="183976"/>
                  </a:cubicBezTo>
                  <a:cubicBezTo>
                    <a:pt x="533413" y="189843"/>
                    <a:pt x="541242" y="188538"/>
                    <a:pt x="548014" y="180062"/>
                  </a:cubicBezTo>
                  <a:cubicBezTo>
                    <a:pt x="546378" y="175474"/>
                    <a:pt x="543763" y="171560"/>
                    <a:pt x="540185" y="168319"/>
                  </a:cubicBezTo>
                  <a:cubicBezTo>
                    <a:pt x="597953" y="161706"/>
                    <a:pt x="654062" y="168229"/>
                    <a:pt x="708503" y="187890"/>
                  </a:cubicBezTo>
                  <a:cubicBezTo>
                    <a:pt x="721437" y="185074"/>
                    <a:pt x="734479" y="182464"/>
                    <a:pt x="747647" y="180062"/>
                  </a:cubicBezTo>
                  <a:cubicBezTo>
                    <a:pt x="752478" y="187492"/>
                    <a:pt x="751178" y="194016"/>
                    <a:pt x="743733" y="199634"/>
                  </a:cubicBezTo>
                  <a:cubicBezTo>
                    <a:pt x="747647" y="200939"/>
                    <a:pt x="751562" y="202243"/>
                    <a:pt x="755476" y="203548"/>
                  </a:cubicBezTo>
                  <a:cubicBezTo>
                    <a:pt x="773560" y="187305"/>
                    <a:pt x="794432" y="176867"/>
                    <a:pt x="818106" y="172233"/>
                  </a:cubicBezTo>
                  <a:cubicBezTo>
                    <a:pt x="859411" y="185247"/>
                    <a:pt x="901162" y="190466"/>
                    <a:pt x="943366" y="187890"/>
                  </a:cubicBezTo>
                  <a:cubicBezTo>
                    <a:pt x="958398" y="183284"/>
                    <a:pt x="971448" y="175455"/>
                    <a:pt x="982510" y="164404"/>
                  </a:cubicBezTo>
                  <a:cubicBezTo>
                    <a:pt x="987732" y="159185"/>
                    <a:pt x="987732" y="153966"/>
                    <a:pt x="982510" y="148747"/>
                  </a:cubicBezTo>
                  <a:cubicBezTo>
                    <a:pt x="962038" y="165503"/>
                    <a:pt x="938552" y="173332"/>
                    <a:pt x="912051" y="172233"/>
                  </a:cubicBezTo>
                  <a:cubicBezTo>
                    <a:pt x="879922" y="169887"/>
                    <a:pt x="848607" y="164669"/>
                    <a:pt x="818106" y="156575"/>
                  </a:cubicBezTo>
                  <a:cubicBezTo>
                    <a:pt x="793391" y="167389"/>
                    <a:pt x="767290" y="172609"/>
                    <a:pt x="739819" y="172233"/>
                  </a:cubicBezTo>
                  <a:cubicBezTo>
                    <a:pt x="685722" y="167674"/>
                    <a:pt x="632228" y="159845"/>
                    <a:pt x="579329" y="148747"/>
                  </a:cubicBezTo>
                  <a:cubicBezTo>
                    <a:pt x="502396" y="169329"/>
                    <a:pt x="426715" y="187596"/>
                    <a:pt x="352295" y="203548"/>
                  </a:cubicBezTo>
                  <a:cubicBezTo>
                    <a:pt x="315625" y="200921"/>
                    <a:pt x="279088" y="197007"/>
                    <a:pt x="242692" y="191805"/>
                  </a:cubicBezTo>
                  <a:cubicBezTo>
                    <a:pt x="246465" y="183910"/>
                    <a:pt x="247765" y="174777"/>
                    <a:pt x="246606" y="164404"/>
                  </a:cubicBezTo>
                  <a:cubicBezTo>
                    <a:pt x="255586" y="171905"/>
                    <a:pt x="263415" y="169295"/>
                    <a:pt x="270092" y="156575"/>
                  </a:cubicBezTo>
                  <a:cubicBezTo>
                    <a:pt x="273020" y="163748"/>
                    <a:pt x="276935" y="170273"/>
                    <a:pt x="281836" y="176147"/>
                  </a:cubicBezTo>
                  <a:cubicBezTo>
                    <a:pt x="300100" y="181367"/>
                    <a:pt x="318373" y="181367"/>
                    <a:pt x="336637" y="176147"/>
                  </a:cubicBezTo>
                  <a:cubicBezTo>
                    <a:pt x="324103" y="174007"/>
                    <a:pt x="312360" y="170093"/>
                    <a:pt x="301408" y="164404"/>
                  </a:cubicBezTo>
                  <a:cubicBezTo>
                    <a:pt x="292553" y="173046"/>
                    <a:pt x="286024" y="170436"/>
                    <a:pt x="281836" y="156575"/>
                  </a:cubicBezTo>
                  <a:cubicBezTo>
                    <a:pt x="284247" y="150249"/>
                    <a:pt x="288161" y="145030"/>
                    <a:pt x="293579" y="140918"/>
                  </a:cubicBezTo>
                  <a:cubicBezTo>
                    <a:pt x="305886" y="157067"/>
                    <a:pt x="320236" y="162286"/>
                    <a:pt x="336637" y="156575"/>
                  </a:cubicBezTo>
                  <a:cubicBezTo>
                    <a:pt x="318239" y="146602"/>
                    <a:pt x="319547" y="136163"/>
                    <a:pt x="340551" y="125260"/>
                  </a:cubicBezTo>
                  <a:cubicBezTo>
                    <a:pt x="352365" y="129877"/>
                    <a:pt x="364108" y="135096"/>
                    <a:pt x="375781" y="140918"/>
                  </a:cubicBezTo>
                  <a:cubicBezTo>
                    <a:pt x="367717" y="141344"/>
                    <a:pt x="358581" y="143954"/>
                    <a:pt x="348380" y="148747"/>
                  </a:cubicBezTo>
                  <a:cubicBezTo>
                    <a:pt x="349539" y="159120"/>
                    <a:pt x="348239" y="168253"/>
                    <a:pt x="344466" y="176147"/>
                  </a:cubicBezTo>
                  <a:cubicBezTo>
                    <a:pt x="359826" y="175046"/>
                    <a:pt x="374184" y="176351"/>
                    <a:pt x="387524" y="180062"/>
                  </a:cubicBezTo>
                  <a:cubicBezTo>
                    <a:pt x="391438" y="177452"/>
                    <a:pt x="395353" y="174842"/>
                    <a:pt x="399267" y="172233"/>
                  </a:cubicBezTo>
                  <a:cubicBezTo>
                    <a:pt x="388831" y="163465"/>
                    <a:pt x="384917" y="153027"/>
                    <a:pt x="387524" y="140918"/>
                  </a:cubicBezTo>
                  <a:cubicBezTo>
                    <a:pt x="398367" y="149142"/>
                    <a:pt x="406196" y="159581"/>
                    <a:pt x="411010" y="172233"/>
                  </a:cubicBezTo>
                  <a:cubicBezTo>
                    <a:pt x="421798" y="153804"/>
                    <a:pt x="433542" y="153804"/>
                    <a:pt x="446240" y="172233"/>
                  </a:cubicBezTo>
                  <a:cubicBezTo>
                    <a:pt x="465898" y="158531"/>
                    <a:pt x="485470" y="145483"/>
                    <a:pt x="504955" y="133089"/>
                  </a:cubicBezTo>
                  <a:cubicBezTo>
                    <a:pt x="533664" y="143527"/>
                    <a:pt x="562364" y="143527"/>
                    <a:pt x="591072" y="133089"/>
                  </a:cubicBezTo>
                  <a:cubicBezTo>
                    <a:pt x="618316" y="137288"/>
                    <a:pt x="644409" y="145116"/>
                    <a:pt x="669360" y="156575"/>
                  </a:cubicBezTo>
                  <a:cubicBezTo>
                    <a:pt x="701841" y="147082"/>
                    <a:pt x="734464" y="147082"/>
                    <a:pt x="767219" y="156575"/>
                  </a:cubicBezTo>
                  <a:cubicBezTo>
                    <a:pt x="778915" y="154938"/>
                    <a:pt x="788051" y="149718"/>
                    <a:pt x="794620" y="140918"/>
                  </a:cubicBezTo>
                  <a:cubicBezTo>
                    <a:pt x="846517" y="144119"/>
                    <a:pt x="898703" y="146728"/>
                    <a:pt x="951195" y="148747"/>
                  </a:cubicBezTo>
                  <a:cubicBezTo>
                    <a:pt x="966853" y="143527"/>
                    <a:pt x="966853" y="138308"/>
                    <a:pt x="951195" y="133089"/>
                  </a:cubicBezTo>
                  <a:cubicBezTo>
                    <a:pt x="918189" y="120922"/>
                    <a:pt x="886874" y="123531"/>
                    <a:pt x="857250" y="140918"/>
                  </a:cubicBezTo>
                  <a:cubicBezTo>
                    <a:pt x="853336" y="138308"/>
                    <a:pt x="849421" y="135698"/>
                    <a:pt x="845507" y="133089"/>
                  </a:cubicBezTo>
                  <a:cubicBezTo>
                    <a:pt x="853336" y="127870"/>
                    <a:pt x="861164" y="122651"/>
                    <a:pt x="868993" y="117432"/>
                  </a:cubicBezTo>
                  <a:cubicBezTo>
                    <a:pt x="1010029" y="112012"/>
                    <a:pt x="1150946" y="106792"/>
                    <a:pt x="1291747" y="101774"/>
                  </a:cubicBezTo>
                  <a:cubicBezTo>
                    <a:pt x="1326264" y="110562"/>
                    <a:pt x="1360186" y="107952"/>
                    <a:pt x="1393521" y="93945"/>
                  </a:cubicBezTo>
                  <a:cubicBezTo>
                    <a:pt x="1443468" y="107673"/>
                    <a:pt x="1495655" y="110283"/>
                    <a:pt x="1550096" y="101774"/>
                  </a:cubicBezTo>
                  <a:cubicBezTo>
                    <a:pt x="1521388" y="96555"/>
                    <a:pt x="1492687" y="91336"/>
                    <a:pt x="1463979" y="86116"/>
                  </a:cubicBezTo>
                  <a:cubicBezTo>
                    <a:pt x="1486464" y="76076"/>
                    <a:pt x="1508642" y="76076"/>
                    <a:pt x="1530524" y="86116"/>
                  </a:cubicBezTo>
                  <a:cubicBezTo>
                    <a:pt x="1528136" y="70904"/>
                    <a:pt x="1528136" y="55246"/>
                    <a:pt x="1530524" y="39144"/>
                  </a:cubicBezTo>
                  <a:cubicBezTo>
                    <a:pt x="1544725" y="49005"/>
                    <a:pt x="1559076" y="49005"/>
                    <a:pt x="1573582" y="39144"/>
                  </a:cubicBezTo>
                  <a:cubicBezTo>
                    <a:pt x="1562199" y="25339"/>
                    <a:pt x="1564814" y="14900"/>
                    <a:pt x="1581411" y="7829"/>
                  </a:cubicBezTo>
                  <a:cubicBezTo>
                    <a:pt x="1589240" y="10438"/>
                    <a:pt x="1594461" y="15658"/>
                    <a:pt x="1597069" y="23486"/>
                  </a:cubicBezTo>
                  <a:cubicBezTo>
                    <a:pt x="1590735" y="35785"/>
                    <a:pt x="1588120" y="48833"/>
                    <a:pt x="1589240" y="62630"/>
                  </a:cubicBezTo>
                  <a:cubicBezTo>
                    <a:pt x="1602541" y="61376"/>
                    <a:pt x="1615591" y="62681"/>
                    <a:pt x="1628384" y="66545"/>
                  </a:cubicBezTo>
                  <a:cubicBezTo>
                    <a:pt x="1619584" y="68495"/>
                    <a:pt x="1611755" y="72410"/>
                    <a:pt x="1604897" y="78288"/>
                  </a:cubicBezTo>
                  <a:cubicBezTo>
                    <a:pt x="1619498" y="87418"/>
                    <a:pt x="1632549" y="84808"/>
                    <a:pt x="1644041" y="70459"/>
                  </a:cubicBezTo>
                  <a:cubicBezTo>
                    <a:pt x="1638256" y="45462"/>
                    <a:pt x="1638256" y="21976"/>
                    <a:pt x="1644041" y="0"/>
                  </a:cubicBezTo>
                  <a:cubicBezTo>
                    <a:pt x="1660208" y="3546"/>
                    <a:pt x="1673258" y="11375"/>
                    <a:pt x="1683185" y="23486"/>
                  </a:cubicBezTo>
                  <a:cubicBezTo>
                    <a:pt x="1700925" y="29860"/>
                    <a:pt x="1719197" y="33775"/>
                    <a:pt x="1737986" y="35229"/>
                  </a:cubicBezTo>
                  <a:cubicBezTo>
                    <a:pt x="1740593" y="37839"/>
                    <a:pt x="1743208" y="40449"/>
                    <a:pt x="1745815" y="43058"/>
                  </a:cubicBezTo>
                  <a:cubicBezTo>
                    <a:pt x="1738393" y="46838"/>
                    <a:pt x="1730565" y="48143"/>
                    <a:pt x="1722329" y="46973"/>
                  </a:cubicBezTo>
                  <a:cubicBezTo>
                    <a:pt x="1722329" y="57411"/>
                    <a:pt x="1722329" y="67850"/>
                    <a:pt x="1722329" y="78288"/>
                  </a:cubicBezTo>
                  <a:cubicBezTo>
                    <a:pt x="1701731" y="70634"/>
                    <a:pt x="1680852" y="62806"/>
                    <a:pt x="1659699" y="54801"/>
                  </a:cubicBezTo>
                  <a:cubicBezTo>
                    <a:pt x="1658180" y="67093"/>
                    <a:pt x="1658180" y="78836"/>
                    <a:pt x="1659699" y="90031"/>
                  </a:cubicBezTo>
                  <a:cubicBezTo>
                    <a:pt x="1687890" y="93498"/>
                    <a:pt x="1713991" y="102632"/>
                    <a:pt x="1737986" y="117432"/>
                  </a:cubicBezTo>
                  <a:cubicBezTo>
                    <a:pt x="1750058" y="107671"/>
                    <a:pt x="1761801" y="107671"/>
                    <a:pt x="1773216" y="117432"/>
                  </a:cubicBezTo>
                  <a:cubicBezTo>
                    <a:pt x="1775823" y="105322"/>
                    <a:pt x="1771908" y="94884"/>
                    <a:pt x="1761473" y="86116"/>
                  </a:cubicBezTo>
                  <a:cubicBezTo>
                    <a:pt x="1774179" y="78479"/>
                    <a:pt x="1784622" y="82393"/>
                    <a:pt x="1792788" y="97860"/>
                  </a:cubicBezTo>
                  <a:cubicBezTo>
                    <a:pt x="1790181" y="100469"/>
                    <a:pt x="1787566" y="103079"/>
                    <a:pt x="1784959" y="105688"/>
                  </a:cubicBezTo>
                  <a:cubicBezTo>
                    <a:pt x="1800092" y="107654"/>
                    <a:pt x="1814442" y="111569"/>
                    <a:pt x="1828017" y="117432"/>
                  </a:cubicBezTo>
                  <a:cubicBezTo>
                    <a:pt x="1834131" y="128734"/>
                    <a:pt x="1832824" y="139172"/>
                    <a:pt x="1824103" y="148747"/>
                  </a:cubicBezTo>
                  <a:cubicBezTo>
                    <a:pt x="1764941" y="134331"/>
                    <a:pt x="1707532" y="117369"/>
                    <a:pt x="1651870" y="97860"/>
                  </a:cubicBezTo>
                  <a:cubicBezTo>
                    <a:pt x="1630521" y="91453"/>
                    <a:pt x="1609641" y="92758"/>
                    <a:pt x="1589240" y="101774"/>
                  </a:cubicBezTo>
                  <a:cubicBezTo>
                    <a:pt x="1604294" y="108098"/>
                    <a:pt x="1619952" y="112012"/>
                    <a:pt x="1636212" y="113517"/>
                  </a:cubicBezTo>
                  <a:cubicBezTo>
                    <a:pt x="1643830" y="135481"/>
                    <a:pt x="1656880" y="139395"/>
                    <a:pt x="1675356" y="125260"/>
                  </a:cubicBezTo>
                  <a:cubicBezTo>
                    <a:pt x="1687788" y="129250"/>
                    <a:pt x="1696924" y="137079"/>
                    <a:pt x="1702757" y="148747"/>
                  </a:cubicBezTo>
                  <a:cubicBezTo>
                    <a:pt x="1705998" y="145166"/>
                    <a:pt x="1709912" y="142556"/>
                    <a:pt x="1714500" y="140918"/>
                  </a:cubicBezTo>
                  <a:cubicBezTo>
                    <a:pt x="1746574" y="154107"/>
                    <a:pt x="1780504" y="160631"/>
                    <a:pt x="1816274" y="160490"/>
                  </a:cubicBezTo>
                  <a:cubicBezTo>
                    <a:pt x="1812360" y="164404"/>
                    <a:pt x="1808445" y="168319"/>
                    <a:pt x="1804531" y="172233"/>
                  </a:cubicBezTo>
                  <a:cubicBezTo>
                    <a:pt x="1773482" y="172471"/>
                    <a:pt x="1740860" y="171167"/>
                    <a:pt x="1706671" y="168319"/>
                  </a:cubicBezTo>
                  <a:cubicBezTo>
                    <a:pt x="1684727" y="163012"/>
                    <a:pt x="1665155" y="153878"/>
                    <a:pt x="1647955" y="140918"/>
                  </a:cubicBezTo>
                  <a:cubicBezTo>
                    <a:pt x="1635954" y="144391"/>
                    <a:pt x="1624211" y="147001"/>
                    <a:pt x="1612726" y="148747"/>
                  </a:cubicBezTo>
                  <a:cubicBezTo>
                    <a:pt x="1479481" y="105785"/>
                    <a:pt x="1343777" y="100565"/>
                    <a:pt x="1205630" y="133089"/>
                  </a:cubicBezTo>
                  <a:cubicBezTo>
                    <a:pt x="1212112" y="140250"/>
                    <a:pt x="1219941" y="145469"/>
                    <a:pt x="1229116" y="148747"/>
                  </a:cubicBezTo>
                  <a:cubicBezTo>
                    <a:pt x="1255179" y="133151"/>
                    <a:pt x="1279972" y="133151"/>
                    <a:pt x="1303490" y="148747"/>
                  </a:cubicBezTo>
                  <a:cubicBezTo>
                    <a:pt x="1358479" y="131396"/>
                    <a:pt x="1414588" y="128786"/>
                    <a:pt x="1471808" y="140918"/>
                  </a:cubicBezTo>
                  <a:cubicBezTo>
                    <a:pt x="1481633" y="158769"/>
                    <a:pt x="1497291" y="167902"/>
                    <a:pt x="1518781" y="168319"/>
                  </a:cubicBezTo>
                  <a:cubicBezTo>
                    <a:pt x="1523173" y="181440"/>
                    <a:pt x="1531002" y="191878"/>
                    <a:pt x="1542267" y="199634"/>
                  </a:cubicBezTo>
                  <a:cubicBezTo>
                    <a:pt x="1538157" y="205054"/>
                    <a:pt x="1532935" y="208969"/>
                    <a:pt x="1526610" y="211377"/>
                  </a:cubicBezTo>
                  <a:cubicBezTo>
                    <a:pt x="1516683" y="204112"/>
                    <a:pt x="1506247" y="202807"/>
                    <a:pt x="1495295" y="207462"/>
                  </a:cubicBezTo>
                  <a:cubicBezTo>
                    <a:pt x="1498872" y="210703"/>
                    <a:pt x="1501487" y="214618"/>
                    <a:pt x="1503123" y="219205"/>
                  </a:cubicBezTo>
                  <a:cubicBezTo>
                    <a:pt x="1486738" y="235302"/>
                    <a:pt x="1476302" y="254874"/>
                    <a:pt x="1471808" y="277921"/>
                  </a:cubicBezTo>
                  <a:cubicBezTo>
                    <a:pt x="1481931" y="281757"/>
                    <a:pt x="1492375" y="283062"/>
                    <a:pt x="1503123" y="281836"/>
                  </a:cubicBezTo>
                  <a:cubicBezTo>
                    <a:pt x="1504454" y="292186"/>
                    <a:pt x="1501847" y="301319"/>
                    <a:pt x="1495295" y="309236"/>
                  </a:cubicBezTo>
                  <a:cubicBezTo>
                    <a:pt x="1501620" y="311644"/>
                    <a:pt x="1506842" y="315559"/>
                    <a:pt x="1510952" y="320979"/>
                  </a:cubicBezTo>
                  <a:cubicBezTo>
                    <a:pt x="1504587" y="331266"/>
                    <a:pt x="1496759" y="340399"/>
                    <a:pt x="1487466" y="348380"/>
                  </a:cubicBezTo>
                  <a:cubicBezTo>
                    <a:pt x="1490073" y="349685"/>
                    <a:pt x="1492687" y="350989"/>
                    <a:pt x="1495295" y="352295"/>
                  </a:cubicBezTo>
                  <a:cubicBezTo>
                    <a:pt x="1507257" y="341637"/>
                    <a:pt x="1520308" y="332503"/>
                    <a:pt x="1534438" y="324894"/>
                  </a:cubicBezTo>
                  <a:cubicBezTo>
                    <a:pt x="1518241" y="322356"/>
                    <a:pt x="1515634" y="315832"/>
                    <a:pt x="1526610" y="305322"/>
                  </a:cubicBezTo>
                  <a:cubicBezTo>
                    <a:pt x="1533068" y="298388"/>
                    <a:pt x="1540897" y="295779"/>
                    <a:pt x="1550096" y="297493"/>
                  </a:cubicBezTo>
                  <a:cubicBezTo>
                    <a:pt x="1551427" y="287143"/>
                    <a:pt x="1548820" y="278010"/>
                    <a:pt x="1542267" y="270092"/>
                  </a:cubicBezTo>
                  <a:cubicBezTo>
                    <a:pt x="1565197" y="264008"/>
                    <a:pt x="1587384" y="265313"/>
                    <a:pt x="1608812" y="274007"/>
                  </a:cubicBezTo>
                  <a:cubicBezTo>
                    <a:pt x="1612593" y="266585"/>
                    <a:pt x="1613892" y="258756"/>
                    <a:pt x="1612726" y="250521"/>
                  </a:cubicBezTo>
                  <a:cubicBezTo>
                    <a:pt x="1641512" y="238066"/>
                    <a:pt x="1671528" y="227627"/>
                    <a:pt x="1702757" y="219205"/>
                  </a:cubicBezTo>
                  <a:cubicBezTo>
                    <a:pt x="1732804" y="225336"/>
                    <a:pt x="1762811" y="230556"/>
                    <a:pt x="1792788" y="234863"/>
                  </a:cubicBezTo>
                  <a:cubicBezTo>
                    <a:pt x="1784888" y="275147"/>
                    <a:pt x="1792717" y="276452"/>
                    <a:pt x="1816274" y="238777"/>
                  </a:cubicBezTo>
                  <a:cubicBezTo>
                    <a:pt x="1823696" y="234998"/>
                    <a:pt x="1831524" y="233693"/>
                    <a:pt x="1839760" y="234863"/>
                  </a:cubicBezTo>
                  <a:cubicBezTo>
                    <a:pt x="1838594" y="226627"/>
                    <a:pt x="1839893" y="218798"/>
                    <a:pt x="1843675" y="211377"/>
                  </a:cubicBezTo>
                  <a:cubicBezTo>
                    <a:pt x="1877840" y="227380"/>
                    <a:pt x="1889583" y="219551"/>
                    <a:pt x="1878904" y="187890"/>
                  </a:cubicBezTo>
                  <a:cubicBezTo>
                    <a:pt x="1904590" y="189094"/>
                    <a:pt x="1928077" y="189094"/>
                    <a:pt x="1949363" y="187890"/>
                  </a:cubicBezTo>
                  <a:cubicBezTo>
                    <a:pt x="1933839" y="175955"/>
                    <a:pt x="1915574" y="168127"/>
                    <a:pt x="1894562" y="164404"/>
                  </a:cubicBezTo>
                  <a:cubicBezTo>
                    <a:pt x="1903244" y="150985"/>
                    <a:pt x="1898022" y="145765"/>
                    <a:pt x="1878904" y="148747"/>
                  </a:cubicBezTo>
                  <a:cubicBezTo>
                    <a:pt x="1879061" y="135884"/>
                    <a:pt x="1873839" y="125446"/>
                    <a:pt x="1863247" y="117432"/>
                  </a:cubicBezTo>
                  <a:cubicBezTo>
                    <a:pt x="1878669" y="110048"/>
                    <a:pt x="1890412" y="115268"/>
                    <a:pt x="1898476" y="133089"/>
                  </a:cubicBezTo>
                  <a:cubicBezTo>
                    <a:pt x="1904348" y="128190"/>
                    <a:pt x="1910877" y="124275"/>
                    <a:pt x="1918048" y="121346"/>
                  </a:cubicBezTo>
                  <a:cubicBezTo>
                    <a:pt x="1915441" y="118737"/>
                    <a:pt x="1912826" y="116126"/>
                    <a:pt x="1910219" y="113517"/>
                  </a:cubicBezTo>
                  <a:cubicBezTo>
                    <a:pt x="1928758" y="106813"/>
                    <a:pt x="1947030" y="100289"/>
                    <a:pt x="1965021" y="93945"/>
                  </a:cubicBezTo>
                  <a:cubicBezTo>
                    <a:pt x="1966352" y="83595"/>
                    <a:pt x="1963745" y="74462"/>
                    <a:pt x="1957192" y="66545"/>
                  </a:cubicBezTo>
                  <a:cubicBezTo>
                    <a:pt x="1935850" y="65123"/>
                    <a:pt x="1914971" y="61208"/>
                    <a:pt x="1894562" y="54801"/>
                  </a:cubicBezTo>
                  <a:cubicBezTo>
                    <a:pt x="1927208" y="46297"/>
                    <a:pt x="1961130" y="50211"/>
                    <a:pt x="1996336" y="66545"/>
                  </a:cubicBezTo>
                  <a:cubicBezTo>
                    <a:pt x="1980138" y="69083"/>
                    <a:pt x="1977531" y="75606"/>
                    <a:pt x="1988507" y="86116"/>
                  </a:cubicBezTo>
                  <a:cubicBezTo>
                    <a:pt x="2006912" y="90123"/>
                    <a:pt x="2022570" y="97952"/>
                    <a:pt x="2035479" y="109603"/>
                  </a:cubicBezTo>
                  <a:cubicBezTo>
                    <a:pt x="2025529" y="106671"/>
                    <a:pt x="2016393" y="111890"/>
                    <a:pt x="2008079" y="125260"/>
                  </a:cubicBezTo>
                  <a:cubicBezTo>
                    <a:pt x="2003248" y="132691"/>
                    <a:pt x="2004548" y="139215"/>
                    <a:pt x="2011993" y="144832"/>
                  </a:cubicBezTo>
                  <a:cubicBezTo>
                    <a:pt x="1993228" y="147564"/>
                    <a:pt x="1973656" y="146259"/>
                    <a:pt x="1953277" y="140918"/>
                  </a:cubicBezTo>
                  <a:cubicBezTo>
                    <a:pt x="1943648" y="146987"/>
                    <a:pt x="1941041" y="154815"/>
                    <a:pt x="1945449" y="164404"/>
                  </a:cubicBezTo>
                  <a:cubicBezTo>
                    <a:pt x="1961106" y="164404"/>
                    <a:pt x="1976764" y="164404"/>
                    <a:pt x="1992421" y="164404"/>
                  </a:cubicBezTo>
                  <a:cubicBezTo>
                    <a:pt x="1991818" y="174093"/>
                    <a:pt x="1993118" y="181922"/>
                    <a:pt x="1996336" y="187890"/>
                  </a:cubicBezTo>
                  <a:cubicBezTo>
                    <a:pt x="2011837" y="180975"/>
                    <a:pt x="2027494" y="182280"/>
                    <a:pt x="2043308" y="191805"/>
                  </a:cubicBezTo>
                  <a:cubicBezTo>
                    <a:pt x="2033945" y="196927"/>
                    <a:pt x="2033945" y="200842"/>
                    <a:pt x="2043308" y="203548"/>
                  </a:cubicBezTo>
                  <a:cubicBezTo>
                    <a:pt x="2053235" y="196284"/>
                    <a:pt x="2063671" y="194979"/>
                    <a:pt x="2074623" y="199634"/>
                  </a:cubicBezTo>
                  <a:cubicBezTo>
                    <a:pt x="2091518" y="240361"/>
                    <a:pt x="2101954" y="286029"/>
                    <a:pt x="2105938" y="336637"/>
                  </a:cubicBezTo>
                  <a:cubicBezTo>
                    <a:pt x="2116507" y="347990"/>
                    <a:pt x="2129550" y="353209"/>
                    <a:pt x="2145082" y="352295"/>
                  </a:cubicBezTo>
                  <a:cubicBezTo>
                    <a:pt x="2147133" y="340725"/>
                    <a:pt x="2144526" y="330286"/>
                    <a:pt x="2137253" y="320979"/>
                  </a:cubicBezTo>
                  <a:cubicBezTo>
                    <a:pt x="2128571" y="329510"/>
                    <a:pt x="2120743" y="329510"/>
                    <a:pt x="2113767" y="320979"/>
                  </a:cubicBezTo>
                  <a:cubicBezTo>
                    <a:pt x="2136690" y="313275"/>
                    <a:pt x="2160176" y="310666"/>
                    <a:pt x="2184226" y="313151"/>
                  </a:cubicBezTo>
                  <a:cubicBezTo>
                    <a:pt x="2182973" y="326453"/>
                    <a:pt x="2184273" y="339502"/>
                    <a:pt x="2188140" y="352295"/>
                  </a:cubicBezTo>
                  <a:cubicBezTo>
                    <a:pt x="2192055" y="337942"/>
                    <a:pt x="2201191" y="328808"/>
                    <a:pt x="2215541" y="324894"/>
                  </a:cubicBezTo>
                  <a:cubicBezTo>
                    <a:pt x="2210319" y="314456"/>
                    <a:pt x="2202491" y="306627"/>
                    <a:pt x="2192055" y="301408"/>
                  </a:cubicBezTo>
                  <a:cubicBezTo>
                    <a:pt x="2165962" y="298798"/>
                    <a:pt x="2139861" y="296188"/>
                    <a:pt x="2113767" y="293579"/>
                  </a:cubicBezTo>
                  <a:cubicBezTo>
                    <a:pt x="2122903" y="289664"/>
                    <a:pt x="2129425" y="283141"/>
                    <a:pt x="2133339" y="274007"/>
                  </a:cubicBezTo>
                  <a:cubicBezTo>
                    <a:pt x="2162329" y="280160"/>
                    <a:pt x="2191029" y="287989"/>
                    <a:pt x="2219456" y="297493"/>
                  </a:cubicBezTo>
                  <a:cubicBezTo>
                    <a:pt x="2236601" y="288050"/>
                    <a:pt x="2253565" y="289354"/>
                    <a:pt x="2270343" y="301408"/>
                  </a:cubicBezTo>
                  <a:cubicBezTo>
                    <a:pt x="2258944" y="304716"/>
                    <a:pt x="2255030" y="311240"/>
                    <a:pt x="2258599" y="320979"/>
                  </a:cubicBezTo>
                  <a:cubicBezTo>
                    <a:pt x="2273842" y="316206"/>
                    <a:pt x="2288200" y="309682"/>
                    <a:pt x="2301658" y="301408"/>
                  </a:cubicBezTo>
                  <a:cubicBezTo>
                    <a:pt x="2283690" y="293707"/>
                    <a:pt x="2286305" y="287183"/>
                    <a:pt x="2309486" y="281836"/>
                  </a:cubicBezTo>
                  <a:cubicBezTo>
                    <a:pt x="2325324" y="294936"/>
                    <a:pt x="2343588" y="300154"/>
                    <a:pt x="2364288" y="297493"/>
                  </a:cubicBezTo>
                  <a:cubicBezTo>
                    <a:pt x="2363121" y="305729"/>
                    <a:pt x="2364421" y="313558"/>
                    <a:pt x="2368202" y="320979"/>
                  </a:cubicBezTo>
                  <a:cubicBezTo>
                    <a:pt x="2373322" y="311619"/>
                    <a:pt x="2377236" y="311619"/>
                    <a:pt x="2379945" y="320979"/>
                  </a:cubicBezTo>
                  <a:cubicBezTo>
                    <a:pt x="2341952" y="325379"/>
                    <a:pt x="2305415" y="334512"/>
                    <a:pt x="2270343" y="348380"/>
                  </a:cubicBezTo>
                  <a:cubicBezTo>
                    <a:pt x="2296240" y="349806"/>
                    <a:pt x="2314505" y="356330"/>
                    <a:pt x="2325144" y="367952"/>
                  </a:cubicBezTo>
                  <a:cubicBezTo>
                    <a:pt x="2344223" y="367182"/>
                    <a:pt x="2359880" y="359353"/>
                    <a:pt x="2372116" y="344466"/>
                  </a:cubicBezTo>
                  <a:cubicBezTo>
                    <a:pt x="2379389" y="353773"/>
                    <a:pt x="2381996" y="364211"/>
                    <a:pt x="2379945" y="375781"/>
                  </a:cubicBezTo>
                  <a:cubicBezTo>
                    <a:pt x="1600975" y="373175"/>
                    <a:pt x="823312" y="375786"/>
                    <a:pt x="46973" y="383610"/>
                  </a:cubicBezTo>
                  <a:close/>
                </a:path>
              </a:pathLst>
            </a:custGeom>
            <a:solidFill>
              <a:srgbClr val="FA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865E2FDF-8983-4B09-894C-0F8FF4704C68}"/>
                </a:ext>
              </a:extLst>
            </p:cNvPr>
            <p:cNvSpPr/>
            <p:nvPr/>
          </p:nvSpPr>
          <p:spPr>
            <a:xfrm>
              <a:off x="3419411" y="2806613"/>
              <a:ext cx="337532" cy="211061"/>
            </a:xfrm>
            <a:custGeom>
              <a:avLst/>
              <a:gdLst>
                <a:gd name="connsiteX0" fmla="*/ 337051 w 337532"/>
                <a:gd name="connsiteY0" fmla="*/ 70459 h 211061"/>
                <a:gd name="connsiteX1" fmla="*/ 243105 w 337532"/>
                <a:gd name="connsiteY1" fmla="*/ 195719 h 211061"/>
                <a:gd name="connsiteX2" fmla="*/ 86530 w 337532"/>
                <a:gd name="connsiteY2" fmla="*/ 195719 h 211061"/>
                <a:gd name="connsiteX3" fmla="*/ 414 w 337532"/>
                <a:gd name="connsiteY3" fmla="*/ 86116 h 211061"/>
                <a:gd name="connsiteX4" fmla="*/ 4328 w 337532"/>
                <a:gd name="connsiteY4" fmla="*/ 62630 h 211061"/>
                <a:gd name="connsiteX5" fmla="*/ 66958 w 337532"/>
                <a:gd name="connsiteY5" fmla="*/ 172233 h 211061"/>
                <a:gd name="connsiteX6" fmla="*/ 78701 w 337532"/>
                <a:gd name="connsiteY6" fmla="*/ 164404 h 211061"/>
                <a:gd name="connsiteX7" fmla="*/ 321393 w 337532"/>
                <a:gd name="connsiteY7" fmla="*/ 7829 h 211061"/>
                <a:gd name="connsiteX8" fmla="*/ 333136 w 337532"/>
                <a:gd name="connsiteY8" fmla="*/ 0 h 211061"/>
                <a:gd name="connsiteX9" fmla="*/ 337051 w 337532"/>
                <a:gd name="connsiteY9" fmla="*/ 70459 h 21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32" h="211061">
                  <a:moveTo>
                    <a:pt x="337051" y="70459"/>
                  </a:moveTo>
                  <a:cubicBezTo>
                    <a:pt x="328306" y="129911"/>
                    <a:pt x="296991" y="171661"/>
                    <a:pt x="243105" y="195719"/>
                  </a:cubicBezTo>
                  <a:cubicBezTo>
                    <a:pt x="190778" y="216176"/>
                    <a:pt x="138591" y="216176"/>
                    <a:pt x="86530" y="195719"/>
                  </a:cubicBezTo>
                  <a:cubicBezTo>
                    <a:pt x="40223" y="172914"/>
                    <a:pt x="11523" y="136377"/>
                    <a:pt x="414" y="86116"/>
                  </a:cubicBezTo>
                  <a:cubicBezTo>
                    <a:pt x="-753" y="77881"/>
                    <a:pt x="547" y="70052"/>
                    <a:pt x="4328" y="62630"/>
                  </a:cubicBezTo>
                  <a:cubicBezTo>
                    <a:pt x="11836" y="106698"/>
                    <a:pt x="32707" y="143235"/>
                    <a:pt x="66958" y="172233"/>
                  </a:cubicBezTo>
                  <a:cubicBezTo>
                    <a:pt x="69957" y="167880"/>
                    <a:pt x="73871" y="165273"/>
                    <a:pt x="78701" y="164404"/>
                  </a:cubicBezTo>
                  <a:cubicBezTo>
                    <a:pt x="228943" y="220380"/>
                    <a:pt x="309838" y="168185"/>
                    <a:pt x="321393" y="7829"/>
                  </a:cubicBezTo>
                  <a:cubicBezTo>
                    <a:pt x="326223" y="6960"/>
                    <a:pt x="330138" y="4353"/>
                    <a:pt x="333136" y="0"/>
                  </a:cubicBezTo>
                  <a:cubicBezTo>
                    <a:pt x="337035" y="23345"/>
                    <a:pt x="338342" y="46832"/>
                    <a:pt x="337051" y="70459"/>
                  </a:cubicBezTo>
                  <a:close/>
                </a:path>
              </a:pathLst>
            </a:custGeom>
            <a:solidFill>
              <a:srgbClr val="56565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12943CA3-9881-49BA-875A-7A8FC01DF4EF}"/>
                </a:ext>
              </a:extLst>
            </p:cNvPr>
            <p:cNvSpPr/>
            <p:nvPr/>
          </p:nvSpPr>
          <p:spPr>
            <a:xfrm>
              <a:off x="5392673" y="2900558"/>
              <a:ext cx="532356" cy="133203"/>
            </a:xfrm>
            <a:custGeom>
              <a:avLst/>
              <a:gdLst>
                <a:gd name="connsiteX0" fmla="*/ 0 w 532356"/>
                <a:gd name="connsiteY0" fmla="*/ 125260 h 133203"/>
                <a:gd name="connsiteX1" fmla="*/ 187890 w 532356"/>
                <a:gd name="connsiteY1" fmla="*/ 101774 h 133203"/>
                <a:gd name="connsiteX2" fmla="*/ 524527 w 532356"/>
                <a:gd name="connsiteY2" fmla="*/ 0 h 133203"/>
                <a:gd name="connsiteX3" fmla="*/ 532356 w 532356"/>
                <a:gd name="connsiteY3" fmla="*/ 3914 h 133203"/>
                <a:gd name="connsiteX4" fmla="*/ 227034 w 532356"/>
                <a:gd name="connsiteY4" fmla="*/ 129175 h 133203"/>
                <a:gd name="connsiteX5" fmla="*/ 0 w 532356"/>
                <a:gd name="connsiteY5" fmla="*/ 125260 h 13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356" h="133203">
                  <a:moveTo>
                    <a:pt x="0" y="125260"/>
                  </a:moveTo>
                  <a:cubicBezTo>
                    <a:pt x="63922" y="123781"/>
                    <a:pt x="126552" y="115952"/>
                    <a:pt x="187890" y="101774"/>
                  </a:cubicBezTo>
                  <a:cubicBezTo>
                    <a:pt x="310418" y="107951"/>
                    <a:pt x="422628" y="74029"/>
                    <a:pt x="524527" y="0"/>
                  </a:cubicBezTo>
                  <a:cubicBezTo>
                    <a:pt x="527134" y="1307"/>
                    <a:pt x="529749" y="2607"/>
                    <a:pt x="532356" y="3914"/>
                  </a:cubicBezTo>
                  <a:cubicBezTo>
                    <a:pt x="445606" y="80715"/>
                    <a:pt x="343832" y="122465"/>
                    <a:pt x="227034" y="129175"/>
                  </a:cubicBezTo>
                  <a:cubicBezTo>
                    <a:pt x="149983" y="135633"/>
                    <a:pt x="74303" y="134326"/>
                    <a:pt x="0" y="125260"/>
                  </a:cubicBezTo>
                  <a:close/>
                </a:path>
              </a:pathLst>
            </a:custGeom>
            <a:solidFill>
              <a:srgbClr val="74747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D1AB7C1A-20C2-4562-8127-4C6FC62A2FF6}"/>
                </a:ext>
              </a:extLst>
            </p:cNvPr>
            <p:cNvSpPr/>
            <p:nvPr/>
          </p:nvSpPr>
          <p:spPr>
            <a:xfrm>
              <a:off x="5322583" y="2698522"/>
              <a:ext cx="649419" cy="327296"/>
            </a:xfrm>
            <a:custGeom>
              <a:avLst/>
              <a:gdLst>
                <a:gd name="connsiteX0" fmla="*/ 257981 w 649419"/>
                <a:gd name="connsiteY0" fmla="*/ 303810 h 327296"/>
                <a:gd name="connsiteX1" fmla="*/ 70091 w 649419"/>
                <a:gd name="connsiteY1" fmla="*/ 327296 h 327296"/>
                <a:gd name="connsiteX2" fmla="*/ 109234 w 649419"/>
                <a:gd name="connsiteY2" fmla="*/ 311639 h 327296"/>
                <a:gd name="connsiteX3" fmla="*/ 101406 w 649419"/>
                <a:gd name="connsiteY3" fmla="*/ 303810 h 327296"/>
                <a:gd name="connsiteX4" fmla="*/ 3546 w 649419"/>
                <a:gd name="connsiteY4" fmla="*/ 194207 h 327296"/>
                <a:gd name="connsiteX5" fmla="*/ 15289 w 649419"/>
                <a:gd name="connsiteY5" fmla="*/ 68947 h 327296"/>
                <a:gd name="connsiteX6" fmla="*/ 38776 w 649419"/>
                <a:gd name="connsiteY6" fmla="*/ 45461 h 327296"/>
                <a:gd name="connsiteX7" fmla="*/ 46604 w 649419"/>
                <a:gd name="connsiteY7" fmla="*/ 53290 h 327296"/>
                <a:gd name="connsiteX8" fmla="*/ 124892 w 649419"/>
                <a:gd name="connsiteY8" fmla="*/ 292067 h 327296"/>
                <a:gd name="connsiteX9" fmla="*/ 324526 w 649419"/>
                <a:gd name="connsiteY9" fmla="*/ 100262 h 327296"/>
                <a:gd name="connsiteX10" fmla="*/ 226666 w 649419"/>
                <a:gd name="connsiteY10" fmla="*/ 29803 h 327296"/>
                <a:gd name="connsiteX11" fmla="*/ 77919 w 649419"/>
                <a:gd name="connsiteY11" fmla="*/ 18060 h 327296"/>
                <a:gd name="connsiteX12" fmla="*/ 101406 w 649419"/>
                <a:gd name="connsiteY12" fmla="*/ 6317 h 327296"/>
                <a:gd name="connsiteX13" fmla="*/ 649419 w 649419"/>
                <a:gd name="connsiteY13" fmla="*/ 182464 h 327296"/>
                <a:gd name="connsiteX14" fmla="*/ 610276 w 649419"/>
                <a:gd name="connsiteY14" fmla="*/ 182464 h 327296"/>
                <a:gd name="connsiteX15" fmla="*/ 348012 w 649419"/>
                <a:gd name="connsiteY15" fmla="*/ 45461 h 327296"/>
                <a:gd name="connsiteX16" fmla="*/ 328440 w 649419"/>
                <a:gd name="connsiteY16" fmla="*/ 53290 h 327296"/>
                <a:gd name="connsiteX17" fmla="*/ 316697 w 649419"/>
                <a:gd name="connsiteY17" fmla="*/ 256837 h 327296"/>
                <a:gd name="connsiteX18" fmla="*/ 257981 w 649419"/>
                <a:gd name="connsiteY18" fmla="*/ 303810 h 32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49419" h="327296">
                  <a:moveTo>
                    <a:pt x="257981" y="303810"/>
                  </a:moveTo>
                  <a:cubicBezTo>
                    <a:pt x="196643" y="317988"/>
                    <a:pt x="134013" y="325817"/>
                    <a:pt x="70091" y="327296"/>
                  </a:cubicBezTo>
                  <a:cubicBezTo>
                    <a:pt x="82162" y="322106"/>
                    <a:pt x="95213" y="316884"/>
                    <a:pt x="109234" y="311639"/>
                  </a:cubicBezTo>
                  <a:cubicBezTo>
                    <a:pt x="108264" y="306887"/>
                    <a:pt x="105657" y="304280"/>
                    <a:pt x="101406" y="303810"/>
                  </a:cubicBezTo>
                  <a:cubicBezTo>
                    <a:pt x="51192" y="283580"/>
                    <a:pt x="18577" y="247044"/>
                    <a:pt x="3546" y="194207"/>
                  </a:cubicBezTo>
                  <a:cubicBezTo>
                    <a:pt x="-3727" y="150993"/>
                    <a:pt x="188" y="109242"/>
                    <a:pt x="15289" y="68947"/>
                  </a:cubicBezTo>
                  <a:cubicBezTo>
                    <a:pt x="24778" y="63232"/>
                    <a:pt x="32606" y="55403"/>
                    <a:pt x="38776" y="45461"/>
                  </a:cubicBezTo>
                  <a:cubicBezTo>
                    <a:pt x="43528" y="46431"/>
                    <a:pt x="46135" y="49039"/>
                    <a:pt x="46604" y="53290"/>
                  </a:cubicBezTo>
                  <a:cubicBezTo>
                    <a:pt x="-3061" y="158727"/>
                    <a:pt x="23040" y="238323"/>
                    <a:pt x="124892" y="292067"/>
                  </a:cubicBezTo>
                  <a:cubicBezTo>
                    <a:pt x="268229" y="307912"/>
                    <a:pt x="334773" y="243975"/>
                    <a:pt x="324526" y="100262"/>
                  </a:cubicBezTo>
                  <a:cubicBezTo>
                    <a:pt x="312086" y="47230"/>
                    <a:pt x="279471" y="23744"/>
                    <a:pt x="226666" y="29803"/>
                  </a:cubicBezTo>
                  <a:cubicBezTo>
                    <a:pt x="178495" y="23321"/>
                    <a:pt x="128908" y="19407"/>
                    <a:pt x="77919" y="18060"/>
                  </a:cubicBezTo>
                  <a:cubicBezTo>
                    <a:pt x="87604" y="16244"/>
                    <a:pt x="95432" y="12329"/>
                    <a:pt x="101406" y="6317"/>
                  </a:cubicBezTo>
                  <a:cubicBezTo>
                    <a:pt x="311843" y="-20528"/>
                    <a:pt x="494512" y="38188"/>
                    <a:pt x="649419" y="182464"/>
                  </a:cubicBezTo>
                  <a:cubicBezTo>
                    <a:pt x="636369" y="187686"/>
                    <a:pt x="623326" y="187686"/>
                    <a:pt x="610276" y="182464"/>
                  </a:cubicBezTo>
                  <a:cubicBezTo>
                    <a:pt x="532050" y="119216"/>
                    <a:pt x="444627" y="73543"/>
                    <a:pt x="348012" y="45461"/>
                  </a:cubicBezTo>
                  <a:cubicBezTo>
                    <a:pt x="341490" y="48068"/>
                    <a:pt x="334961" y="50682"/>
                    <a:pt x="328440" y="53290"/>
                  </a:cubicBezTo>
                  <a:cubicBezTo>
                    <a:pt x="361477" y="122465"/>
                    <a:pt x="357563" y="190316"/>
                    <a:pt x="316697" y="256837"/>
                  </a:cubicBezTo>
                  <a:cubicBezTo>
                    <a:pt x="300366" y="277145"/>
                    <a:pt x="280794" y="292803"/>
                    <a:pt x="257981" y="303810"/>
                  </a:cubicBezTo>
                  <a:close/>
                </a:path>
              </a:pathLst>
            </a:custGeom>
            <a:solidFill>
              <a:srgbClr val="5F5E5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2B1D9803-906F-4E76-82E7-D473CFECAFFE}"/>
                </a:ext>
              </a:extLst>
            </p:cNvPr>
            <p:cNvSpPr/>
            <p:nvPr/>
          </p:nvSpPr>
          <p:spPr>
            <a:xfrm>
              <a:off x="5423321" y="2768614"/>
              <a:ext cx="146895" cy="146846"/>
            </a:xfrm>
            <a:custGeom>
              <a:avLst/>
              <a:gdLst>
                <a:gd name="connsiteX0" fmla="*/ 668 w 146895"/>
                <a:gd name="connsiteY0" fmla="*/ 69314 h 146846"/>
                <a:gd name="connsiteX1" fmla="*/ 28068 w 146895"/>
                <a:gd name="connsiteY1" fmla="*/ 61485 h 146846"/>
                <a:gd name="connsiteX2" fmla="*/ 31983 w 146895"/>
                <a:gd name="connsiteY2" fmla="*/ 6683 h 146846"/>
                <a:gd name="connsiteX3" fmla="*/ 137671 w 146895"/>
                <a:gd name="connsiteY3" fmla="*/ 116286 h 146846"/>
                <a:gd name="connsiteX4" fmla="*/ 16325 w 146895"/>
                <a:gd name="connsiteY4" fmla="*/ 124115 h 146846"/>
                <a:gd name="connsiteX5" fmla="*/ 668 w 146895"/>
                <a:gd name="connsiteY5" fmla="*/ 69314 h 146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895" h="146846">
                  <a:moveTo>
                    <a:pt x="668" y="69314"/>
                  </a:moveTo>
                  <a:cubicBezTo>
                    <a:pt x="11017" y="70645"/>
                    <a:pt x="20153" y="68038"/>
                    <a:pt x="28068" y="61485"/>
                  </a:cubicBezTo>
                  <a:cubicBezTo>
                    <a:pt x="27653" y="42414"/>
                    <a:pt x="28953" y="24149"/>
                    <a:pt x="31983" y="6683"/>
                  </a:cubicBezTo>
                  <a:cubicBezTo>
                    <a:pt x="130296" y="-16357"/>
                    <a:pt x="165526" y="20172"/>
                    <a:pt x="137671" y="116286"/>
                  </a:cubicBezTo>
                  <a:cubicBezTo>
                    <a:pt x="99122" y="154232"/>
                    <a:pt x="58671" y="156839"/>
                    <a:pt x="16325" y="124115"/>
                  </a:cubicBezTo>
                  <a:cubicBezTo>
                    <a:pt x="3243" y="108379"/>
                    <a:pt x="-1979" y="90115"/>
                    <a:pt x="668" y="69314"/>
                  </a:cubicBezTo>
                  <a:close/>
                </a:path>
              </a:pathLst>
            </a:custGeom>
            <a:solidFill>
              <a:srgbClr val="32323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2433500-0718-4C32-A513-E2A0142FD128}"/>
                </a:ext>
              </a:extLst>
            </p:cNvPr>
            <p:cNvSpPr/>
            <p:nvPr/>
          </p:nvSpPr>
          <p:spPr>
            <a:xfrm>
              <a:off x="5376542" y="2767696"/>
              <a:ext cx="63104" cy="72785"/>
            </a:xfrm>
            <a:custGeom>
              <a:avLst/>
              <a:gdLst>
                <a:gd name="connsiteX0" fmla="*/ 47447 w 63104"/>
                <a:gd name="connsiteY0" fmla="*/ 70232 h 72785"/>
                <a:gd name="connsiteX1" fmla="*/ 474 w 63104"/>
                <a:gd name="connsiteY1" fmla="*/ 70232 h 72785"/>
                <a:gd name="connsiteX2" fmla="*/ 4388 w 63104"/>
                <a:gd name="connsiteY2" fmla="*/ 15430 h 72785"/>
                <a:gd name="connsiteX3" fmla="*/ 63104 w 63104"/>
                <a:gd name="connsiteY3" fmla="*/ 15430 h 72785"/>
                <a:gd name="connsiteX4" fmla="*/ 47447 w 63104"/>
                <a:gd name="connsiteY4" fmla="*/ 70232 h 72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04" h="72785">
                  <a:moveTo>
                    <a:pt x="47447" y="70232"/>
                  </a:moveTo>
                  <a:cubicBezTo>
                    <a:pt x="33378" y="73637"/>
                    <a:pt x="17721" y="73637"/>
                    <a:pt x="474" y="70232"/>
                  </a:cubicBezTo>
                  <a:cubicBezTo>
                    <a:pt x="-802" y="51779"/>
                    <a:pt x="497" y="33515"/>
                    <a:pt x="4388" y="15430"/>
                  </a:cubicBezTo>
                  <a:cubicBezTo>
                    <a:pt x="24626" y="-5143"/>
                    <a:pt x="44198" y="-5143"/>
                    <a:pt x="63104" y="15430"/>
                  </a:cubicBezTo>
                  <a:cubicBezTo>
                    <a:pt x="54673" y="32881"/>
                    <a:pt x="49451" y="51153"/>
                    <a:pt x="47447" y="70232"/>
                  </a:cubicBezTo>
                  <a:close/>
                </a:path>
              </a:pathLst>
            </a:custGeom>
            <a:solidFill>
              <a:srgbClr val="BCBDB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7944FE83-0947-4456-A65A-34FD21972B36}"/>
                </a:ext>
              </a:extLst>
            </p:cNvPr>
            <p:cNvSpPr/>
            <p:nvPr/>
          </p:nvSpPr>
          <p:spPr>
            <a:xfrm>
              <a:off x="5149982" y="2974931"/>
              <a:ext cx="281835" cy="50886"/>
            </a:xfrm>
            <a:custGeom>
              <a:avLst/>
              <a:gdLst>
                <a:gd name="connsiteX0" fmla="*/ 274007 w 281835"/>
                <a:gd name="connsiteY0" fmla="*/ 27401 h 50886"/>
                <a:gd name="connsiteX1" fmla="*/ 281836 w 281835"/>
                <a:gd name="connsiteY1" fmla="*/ 35229 h 50886"/>
                <a:gd name="connsiteX2" fmla="*/ 242692 w 281835"/>
                <a:gd name="connsiteY2" fmla="*/ 50887 h 50886"/>
                <a:gd name="connsiteX3" fmla="*/ 0 w 281835"/>
                <a:gd name="connsiteY3" fmla="*/ 0 h 50886"/>
                <a:gd name="connsiteX4" fmla="*/ 238777 w 281835"/>
                <a:gd name="connsiteY4" fmla="*/ 35229 h 50886"/>
                <a:gd name="connsiteX5" fmla="*/ 274007 w 281835"/>
                <a:gd name="connsiteY5" fmla="*/ 27401 h 5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835" h="50886">
                  <a:moveTo>
                    <a:pt x="274007" y="27401"/>
                  </a:moveTo>
                  <a:cubicBezTo>
                    <a:pt x="278258" y="27870"/>
                    <a:pt x="280865" y="30477"/>
                    <a:pt x="281836" y="35229"/>
                  </a:cubicBezTo>
                  <a:cubicBezTo>
                    <a:pt x="267814" y="40475"/>
                    <a:pt x="254764" y="45697"/>
                    <a:pt x="242692" y="50887"/>
                  </a:cubicBezTo>
                  <a:cubicBezTo>
                    <a:pt x="160709" y="40686"/>
                    <a:pt x="79806" y="23729"/>
                    <a:pt x="0" y="0"/>
                  </a:cubicBezTo>
                  <a:cubicBezTo>
                    <a:pt x="79854" y="7868"/>
                    <a:pt x="159449" y="19611"/>
                    <a:pt x="238777" y="35229"/>
                  </a:cubicBezTo>
                  <a:cubicBezTo>
                    <a:pt x="252141" y="35167"/>
                    <a:pt x="263884" y="32552"/>
                    <a:pt x="274007" y="27401"/>
                  </a:cubicBezTo>
                  <a:close/>
                </a:path>
              </a:pathLst>
            </a:custGeom>
            <a:solidFill>
              <a:srgbClr val="7B7C7C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DBC7754E-CD35-4427-BB76-EDBAD2C33EFB}"/>
                </a:ext>
              </a:extLst>
            </p:cNvPr>
            <p:cNvSpPr/>
            <p:nvPr/>
          </p:nvSpPr>
          <p:spPr>
            <a:xfrm>
              <a:off x="3153646" y="2900558"/>
              <a:ext cx="767219" cy="133161"/>
            </a:xfrm>
            <a:custGeom>
              <a:avLst/>
              <a:gdLst>
                <a:gd name="connsiteX0" fmla="*/ 352295 w 767219"/>
                <a:gd name="connsiteY0" fmla="*/ 101774 h 133161"/>
                <a:gd name="connsiteX1" fmla="*/ 508870 w 767219"/>
                <a:gd name="connsiteY1" fmla="*/ 101774 h 133161"/>
                <a:gd name="connsiteX2" fmla="*/ 528442 w 767219"/>
                <a:gd name="connsiteY2" fmla="*/ 109603 h 133161"/>
                <a:gd name="connsiteX3" fmla="*/ 767219 w 767219"/>
                <a:gd name="connsiteY3" fmla="*/ 70459 h 133161"/>
                <a:gd name="connsiteX4" fmla="*/ 297493 w 767219"/>
                <a:gd name="connsiteY4" fmla="*/ 129175 h 133161"/>
                <a:gd name="connsiteX5" fmla="*/ 0 w 767219"/>
                <a:gd name="connsiteY5" fmla="*/ 3914 h 133161"/>
                <a:gd name="connsiteX6" fmla="*/ 7829 w 767219"/>
                <a:gd name="connsiteY6" fmla="*/ 0 h 133161"/>
                <a:gd name="connsiteX7" fmla="*/ 352295 w 767219"/>
                <a:gd name="connsiteY7" fmla="*/ 101774 h 13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219" h="133161">
                  <a:moveTo>
                    <a:pt x="352295" y="101774"/>
                  </a:moveTo>
                  <a:cubicBezTo>
                    <a:pt x="404356" y="122231"/>
                    <a:pt x="456542" y="122231"/>
                    <a:pt x="508870" y="101774"/>
                  </a:cubicBezTo>
                  <a:cubicBezTo>
                    <a:pt x="513544" y="106777"/>
                    <a:pt x="520065" y="109383"/>
                    <a:pt x="528442" y="109603"/>
                  </a:cubicBezTo>
                  <a:cubicBezTo>
                    <a:pt x="608233" y="97030"/>
                    <a:pt x="687828" y="83987"/>
                    <a:pt x="767219" y="70459"/>
                  </a:cubicBezTo>
                  <a:cubicBezTo>
                    <a:pt x="615920" y="122802"/>
                    <a:pt x="459345" y="142374"/>
                    <a:pt x="297493" y="129175"/>
                  </a:cubicBezTo>
                  <a:cubicBezTo>
                    <a:pt x="183819" y="120892"/>
                    <a:pt x="84660" y="79133"/>
                    <a:pt x="0" y="3914"/>
                  </a:cubicBezTo>
                  <a:cubicBezTo>
                    <a:pt x="2607" y="2607"/>
                    <a:pt x="5222" y="1307"/>
                    <a:pt x="7829" y="0"/>
                  </a:cubicBezTo>
                  <a:cubicBezTo>
                    <a:pt x="110847" y="78749"/>
                    <a:pt x="225672" y="112672"/>
                    <a:pt x="352295" y="101774"/>
                  </a:cubicBezTo>
                  <a:close/>
                </a:path>
              </a:pathLst>
            </a:custGeom>
            <a:solidFill>
              <a:srgbClr val="73727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D75792A5-9149-4077-9FCD-98F858AF0CB3}"/>
                </a:ext>
              </a:extLst>
            </p:cNvPr>
            <p:cNvSpPr/>
            <p:nvPr/>
          </p:nvSpPr>
          <p:spPr>
            <a:xfrm>
              <a:off x="3341635" y="3017989"/>
              <a:ext cx="485285" cy="164404"/>
            </a:xfrm>
            <a:custGeom>
              <a:avLst/>
              <a:gdLst>
                <a:gd name="connsiteX0" fmla="*/ 469628 w 485285"/>
                <a:gd name="connsiteY0" fmla="*/ 0 h 164404"/>
                <a:gd name="connsiteX1" fmla="*/ 485286 w 485285"/>
                <a:gd name="connsiteY1" fmla="*/ 11743 h 164404"/>
                <a:gd name="connsiteX2" fmla="*/ 375683 w 485285"/>
                <a:gd name="connsiteY2" fmla="*/ 78288 h 164404"/>
                <a:gd name="connsiteX3" fmla="*/ 375683 w 485285"/>
                <a:gd name="connsiteY3" fmla="*/ 109603 h 164404"/>
                <a:gd name="connsiteX4" fmla="*/ 332625 w 485285"/>
                <a:gd name="connsiteY4" fmla="*/ 117432 h 164404"/>
                <a:gd name="connsiteX5" fmla="*/ 332625 w 485285"/>
                <a:gd name="connsiteY5" fmla="*/ 164404 h 164404"/>
                <a:gd name="connsiteX6" fmla="*/ 281738 w 485285"/>
                <a:gd name="connsiteY6" fmla="*/ 144832 h 164404"/>
                <a:gd name="connsiteX7" fmla="*/ 313053 w 485285"/>
                <a:gd name="connsiteY7" fmla="*/ 137003 h 164404"/>
                <a:gd name="connsiteX8" fmla="*/ 269994 w 485285"/>
                <a:gd name="connsiteY8" fmla="*/ 140918 h 164404"/>
                <a:gd name="connsiteX9" fmla="*/ 273909 w 485285"/>
                <a:gd name="connsiteY9" fmla="*/ 121346 h 164404"/>
                <a:gd name="connsiteX10" fmla="*/ 223022 w 485285"/>
                <a:gd name="connsiteY10" fmla="*/ 117432 h 164404"/>
                <a:gd name="connsiteX11" fmla="*/ 125162 w 485285"/>
                <a:gd name="connsiteY11" fmla="*/ 109603 h 164404"/>
                <a:gd name="connsiteX12" fmla="*/ 172135 w 485285"/>
                <a:gd name="connsiteY12" fmla="*/ 121346 h 164404"/>
                <a:gd name="connsiteX13" fmla="*/ 86018 w 485285"/>
                <a:gd name="connsiteY13" fmla="*/ 113517 h 164404"/>
                <a:gd name="connsiteX14" fmla="*/ 82104 w 485285"/>
                <a:gd name="connsiteY14" fmla="*/ 93945 h 164404"/>
                <a:gd name="connsiteX15" fmla="*/ 46875 w 485285"/>
                <a:gd name="connsiteY15" fmla="*/ 86116 h 164404"/>
                <a:gd name="connsiteX16" fmla="*/ 54703 w 485285"/>
                <a:gd name="connsiteY16" fmla="*/ 50887 h 164404"/>
                <a:gd name="connsiteX17" fmla="*/ 15560 w 485285"/>
                <a:gd name="connsiteY17" fmla="*/ 50887 h 164404"/>
                <a:gd name="connsiteX18" fmla="*/ 11645 w 485285"/>
                <a:gd name="connsiteY18" fmla="*/ 70459 h 164404"/>
                <a:gd name="connsiteX19" fmla="*/ 7731 w 485285"/>
                <a:gd name="connsiteY19" fmla="*/ 23486 h 164404"/>
                <a:gd name="connsiteX20" fmla="*/ 23388 w 485285"/>
                <a:gd name="connsiteY20" fmla="*/ 15658 h 164404"/>
                <a:gd name="connsiteX21" fmla="*/ 97762 w 485285"/>
                <a:gd name="connsiteY21" fmla="*/ 46973 h 164404"/>
                <a:gd name="connsiteX22" fmla="*/ 179964 w 485285"/>
                <a:gd name="connsiteY22" fmla="*/ 93945 h 164404"/>
                <a:gd name="connsiteX23" fmla="*/ 254337 w 485285"/>
                <a:gd name="connsiteY23" fmla="*/ 62630 h 164404"/>
                <a:gd name="connsiteX24" fmla="*/ 273909 w 485285"/>
                <a:gd name="connsiteY24" fmla="*/ 78288 h 164404"/>
                <a:gd name="connsiteX25" fmla="*/ 273909 w 485285"/>
                <a:gd name="connsiteY25" fmla="*/ 58716 h 164404"/>
                <a:gd name="connsiteX26" fmla="*/ 316967 w 485285"/>
                <a:gd name="connsiteY26" fmla="*/ 31315 h 164404"/>
                <a:gd name="connsiteX27" fmla="*/ 391340 w 485285"/>
                <a:gd name="connsiteY27" fmla="*/ 50887 h 164404"/>
                <a:gd name="connsiteX28" fmla="*/ 469628 w 485285"/>
                <a:gd name="connsiteY28" fmla="*/ 0 h 16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5285" h="164404">
                  <a:moveTo>
                    <a:pt x="469628" y="0"/>
                  </a:moveTo>
                  <a:cubicBezTo>
                    <a:pt x="472900" y="5652"/>
                    <a:pt x="478114" y="9567"/>
                    <a:pt x="485286" y="11743"/>
                  </a:cubicBezTo>
                  <a:cubicBezTo>
                    <a:pt x="459466" y="43011"/>
                    <a:pt x="422929" y="65190"/>
                    <a:pt x="375683" y="78288"/>
                  </a:cubicBezTo>
                  <a:cubicBezTo>
                    <a:pt x="375683" y="88723"/>
                    <a:pt x="375683" y="99167"/>
                    <a:pt x="375683" y="109603"/>
                  </a:cubicBezTo>
                  <a:cubicBezTo>
                    <a:pt x="360284" y="107732"/>
                    <a:pt x="345926" y="110339"/>
                    <a:pt x="332625" y="117432"/>
                  </a:cubicBezTo>
                  <a:cubicBezTo>
                    <a:pt x="335012" y="132643"/>
                    <a:pt x="335012" y="148300"/>
                    <a:pt x="332625" y="164404"/>
                  </a:cubicBezTo>
                  <a:cubicBezTo>
                    <a:pt x="318642" y="151886"/>
                    <a:pt x="301677" y="145357"/>
                    <a:pt x="281738" y="144832"/>
                  </a:cubicBezTo>
                  <a:cubicBezTo>
                    <a:pt x="292173" y="142225"/>
                    <a:pt x="302617" y="139610"/>
                    <a:pt x="313053" y="137003"/>
                  </a:cubicBezTo>
                  <a:cubicBezTo>
                    <a:pt x="297857" y="131187"/>
                    <a:pt x="283507" y="132494"/>
                    <a:pt x="269994" y="140918"/>
                  </a:cubicBezTo>
                  <a:cubicBezTo>
                    <a:pt x="243713" y="131194"/>
                    <a:pt x="245021" y="124665"/>
                    <a:pt x="273909" y="121346"/>
                  </a:cubicBezTo>
                  <a:cubicBezTo>
                    <a:pt x="258549" y="108820"/>
                    <a:pt x="241592" y="107512"/>
                    <a:pt x="223022" y="117432"/>
                  </a:cubicBezTo>
                  <a:cubicBezTo>
                    <a:pt x="190987" y="103332"/>
                    <a:pt x="158364" y="100717"/>
                    <a:pt x="125162" y="109603"/>
                  </a:cubicBezTo>
                  <a:cubicBezTo>
                    <a:pt x="140217" y="115928"/>
                    <a:pt x="155875" y="119843"/>
                    <a:pt x="172135" y="121346"/>
                  </a:cubicBezTo>
                  <a:cubicBezTo>
                    <a:pt x="142887" y="126121"/>
                    <a:pt x="114179" y="123515"/>
                    <a:pt x="86018" y="113517"/>
                  </a:cubicBezTo>
                  <a:cubicBezTo>
                    <a:pt x="104815" y="107215"/>
                    <a:pt x="103508" y="100694"/>
                    <a:pt x="82104" y="93945"/>
                  </a:cubicBezTo>
                  <a:cubicBezTo>
                    <a:pt x="68952" y="102580"/>
                    <a:pt x="57209" y="99973"/>
                    <a:pt x="46875" y="86116"/>
                  </a:cubicBezTo>
                  <a:cubicBezTo>
                    <a:pt x="48620" y="74632"/>
                    <a:pt x="51227" y="62888"/>
                    <a:pt x="54703" y="50887"/>
                  </a:cubicBezTo>
                  <a:cubicBezTo>
                    <a:pt x="41653" y="45665"/>
                    <a:pt x="28610" y="45665"/>
                    <a:pt x="15560" y="50887"/>
                  </a:cubicBezTo>
                  <a:cubicBezTo>
                    <a:pt x="24594" y="58042"/>
                    <a:pt x="23287" y="64564"/>
                    <a:pt x="11645" y="70459"/>
                  </a:cubicBezTo>
                  <a:cubicBezTo>
                    <a:pt x="-2447" y="55858"/>
                    <a:pt x="-3746" y="40201"/>
                    <a:pt x="7731" y="23486"/>
                  </a:cubicBezTo>
                  <a:cubicBezTo>
                    <a:pt x="12819" y="21106"/>
                    <a:pt x="18041" y="18499"/>
                    <a:pt x="23388" y="15658"/>
                  </a:cubicBezTo>
                  <a:cubicBezTo>
                    <a:pt x="45152" y="32928"/>
                    <a:pt x="69938" y="43364"/>
                    <a:pt x="97762" y="46973"/>
                  </a:cubicBezTo>
                  <a:cubicBezTo>
                    <a:pt x="144750" y="24966"/>
                    <a:pt x="172151" y="40623"/>
                    <a:pt x="179964" y="93945"/>
                  </a:cubicBezTo>
                  <a:cubicBezTo>
                    <a:pt x="208539" y="93217"/>
                    <a:pt x="233332" y="82781"/>
                    <a:pt x="254337" y="62630"/>
                  </a:cubicBezTo>
                  <a:cubicBezTo>
                    <a:pt x="257320" y="70318"/>
                    <a:pt x="263841" y="75532"/>
                    <a:pt x="273909" y="78288"/>
                  </a:cubicBezTo>
                  <a:cubicBezTo>
                    <a:pt x="293700" y="73050"/>
                    <a:pt x="293700" y="66529"/>
                    <a:pt x="273909" y="58716"/>
                  </a:cubicBezTo>
                  <a:cubicBezTo>
                    <a:pt x="287601" y="48601"/>
                    <a:pt x="301952" y="39473"/>
                    <a:pt x="316967" y="31315"/>
                  </a:cubicBezTo>
                  <a:cubicBezTo>
                    <a:pt x="338927" y="48225"/>
                    <a:pt x="363720" y="54747"/>
                    <a:pt x="391340" y="50887"/>
                  </a:cubicBezTo>
                  <a:cubicBezTo>
                    <a:pt x="427329" y="47255"/>
                    <a:pt x="453430" y="30297"/>
                    <a:pt x="469628" y="0"/>
                  </a:cubicBezTo>
                  <a:close/>
                </a:path>
              </a:pathLst>
            </a:custGeom>
            <a:solidFill>
              <a:srgbClr val="F9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63C898CB-EAC2-4381-9496-3E187EA060D8}"/>
                </a:ext>
              </a:extLst>
            </p:cNvPr>
            <p:cNvSpPr/>
            <p:nvPr/>
          </p:nvSpPr>
          <p:spPr>
            <a:xfrm>
              <a:off x="4132406" y="3010159"/>
              <a:ext cx="798960" cy="1471946"/>
            </a:xfrm>
            <a:custGeom>
              <a:avLst/>
              <a:gdLst>
                <a:gd name="connsiteX0" fmla="*/ 782713 w 798960"/>
                <a:gd name="connsiteY0" fmla="*/ 626303 h 1471946"/>
                <a:gd name="connsiteX1" fmla="*/ 790542 w 798960"/>
                <a:gd name="connsiteY1" fmla="*/ 728077 h 1471946"/>
                <a:gd name="connsiteX2" fmla="*/ 798370 w 798960"/>
                <a:gd name="connsiteY2" fmla="*/ 884653 h 1471946"/>
                <a:gd name="connsiteX3" fmla="*/ 798370 w 798960"/>
                <a:gd name="connsiteY3" fmla="*/ 947283 h 1471946"/>
                <a:gd name="connsiteX4" fmla="*/ 778798 w 798960"/>
                <a:gd name="connsiteY4" fmla="*/ 1299577 h 1471946"/>
                <a:gd name="connsiteX5" fmla="*/ 665281 w 798960"/>
                <a:gd name="connsiteY5" fmla="*/ 1460067 h 1471946"/>
                <a:gd name="connsiteX6" fmla="*/ 391274 w 798960"/>
                <a:gd name="connsiteY6" fmla="*/ 1471810 h 1471946"/>
                <a:gd name="connsiteX7" fmla="*/ 132925 w 798960"/>
                <a:gd name="connsiteY7" fmla="*/ 1460067 h 1471946"/>
                <a:gd name="connsiteX8" fmla="*/ 19408 w 798960"/>
                <a:gd name="connsiteY8" fmla="*/ 1291749 h 1471946"/>
                <a:gd name="connsiteX9" fmla="*/ 3750 w 798960"/>
                <a:gd name="connsiteY9" fmla="*/ 822022 h 1471946"/>
                <a:gd name="connsiteX10" fmla="*/ 35066 w 798960"/>
                <a:gd name="connsiteY10" fmla="*/ 219207 h 1471946"/>
                <a:gd name="connsiteX11" fmla="*/ 101610 w 798960"/>
                <a:gd name="connsiteY11" fmla="*/ 27403 h 1471946"/>
                <a:gd name="connsiteX12" fmla="*/ 148583 w 798960"/>
                <a:gd name="connsiteY12" fmla="*/ 3916 h 1471946"/>
                <a:gd name="connsiteX13" fmla="*/ 641795 w 798960"/>
                <a:gd name="connsiteY13" fmla="*/ 3916 h 1471946"/>
                <a:gd name="connsiteX14" fmla="*/ 763141 w 798960"/>
                <a:gd name="connsiteY14" fmla="*/ 172235 h 1471946"/>
                <a:gd name="connsiteX15" fmla="*/ 782713 w 798960"/>
                <a:gd name="connsiteY15" fmla="*/ 626303 h 147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8960" h="1471946">
                  <a:moveTo>
                    <a:pt x="782713" y="626303"/>
                  </a:moveTo>
                  <a:cubicBezTo>
                    <a:pt x="780223" y="661783"/>
                    <a:pt x="782830" y="695713"/>
                    <a:pt x="790542" y="728077"/>
                  </a:cubicBezTo>
                  <a:cubicBezTo>
                    <a:pt x="788005" y="781736"/>
                    <a:pt x="790612" y="833930"/>
                    <a:pt x="798370" y="884653"/>
                  </a:cubicBezTo>
                  <a:cubicBezTo>
                    <a:pt x="798370" y="905532"/>
                    <a:pt x="798370" y="926404"/>
                    <a:pt x="798370" y="947283"/>
                  </a:cubicBezTo>
                  <a:cubicBezTo>
                    <a:pt x="801063" y="1065239"/>
                    <a:pt x="794534" y="1182670"/>
                    <a:pt x="778798" y="1299577"/>
                  </a:cubicBezTo>
                  <a:cubicBezTo>
                    <a:pt x="770829" y="1375227"/>
                    <a:pt x="732992" y="1428720"/>
                    <a:pt x="665281" y="1460067"/>
                  </a:cubicBezTo>
                  <a:cubicBezTo>
                    <a:pt x="574256" y="1468655"/>
                    <a:pt x="482926" y="1472569"/>
                    <a:pt x="391274" y="1471810"/>
                  </a:cubicBezTo>
                  <a:cubicBezTo>
                    <a:pt x="304728" y="1472750"/>
                    <a:pt x="218611" y="1468835"/>
                    <a:pt x="132925" y="1460067"/>
                  </a:cubicBezTo>
                  <a:cubicBezTo>
                    <a:pt x="65065" y="1424971"/>
                    <a:pt x="27221" y="1368862"/>
                    <a:pt x="19408" y="1291749"/>
                  </a:cubicBezTo>
                  <a:cubicBezTo>
                    <a:pt x="783" y="1135674"/>
                    <a:pt x="-4438" y="979099"/>
                    <a:pt x="3750" y="822022"/>
                  </a:cubicBezTo>
                  <a:cubicBezTo>
                    <a:pt x="16535" y="621207"/>
                    <a:pt x="26971" y="420266"/>
                    <a:pt x="35066" y="219207"/>
                  </a:cubicBezTo>
                  <a:cubicBezTo>
                    <a:pt x="29131" y="144873"/>
                    <a:pt x="51318" y="80936"/>
                    <a:pt x="101610" y="27403"/>
                  </a:cubicBezTo>
                  <a:cubicBezTo>
                    <a:pt x="117268" y="19574"/>
                    <a:pt x="132925" y="11745"/>
                    <a:pt x="148583" y="3916"/>
                  </a:cubicBezTo>
                  <a:cubicBezTo>
                    <a:pt x="312987" y="-1305"/>
                    <a:pt x="477391" y="-1305"/>
                    <a:pt x="641795" y="3916"/>
                  </a:cubicBezTo>
                  <a:cubicBezTo>
                    <a:pt x="723261" y="29673"/>
                    <a:pt x="763712" y="85782"/>
                    <a:pt x="763141" y="172235"/>
                  </a:cubicBezTo>
                  <a:cubicBezTo>
                    <a:pt x="765529" y="323815"/>
                    <a:pt x="772050" y="475169"/>
                    <a:pt x="782713" y="626303"/>
                  </a:cubicBezTo>
                  <a:close/>
                </a:path>
              </a:pathLst>
            </a:custGeom>
            <a:solidFill>
              <a:srgbClr val="F3ECD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A495B9BC-8356-429F-BA2A-E1BDC7D833CE}"/>
                </a:ext>
              </a:extLst>
            </p:cNvPr>
            <p:cNvSpPr/>
            <p:nvPr/>
          </p:nvSpPr>
          <p:spPr>
            <a:xfrm>
              <a:off x="2245021" y="2499421"/>
              <a:ext cx="399755" cy="1184013"/>
            </a:xfrm>
            <a:custGeom>
              <a:avLst/>
              <a:gdLst>
                <a:gd name="connsiteX0" fmla="*/ 399756 w 399755"/>
                <a:gd name="connsiteY0" fmla="*/ 1184014 h 1184013"/>
                <a:gd name="connsiteX1" fmla="*/ 188379 w 399755"/>
                <a:gd name="connsiteY1" fmla="*/ 1184014 h 1184013"/>
                <a:gd name="connsiteX2" fmla="*/ 12232 w 399755"/>
                <a:gd name="connsiteY2" fmla="*/ 518568 h 1184013"/>
                <a:gd name="connsiteX3" fmla="*/ 489 w 399755"/>
                <a:gd name="connsiteY3" fmla="*/ 393308 h 1184013"/>
                <a:gd name="connsiteX4" fmla="*/ 4403 w 399755"/>
                <a:gd name="connsiteY4" fmla="*/ 150616 h 1184013"/>
                <a:gd name="connsiteX5" fmla="*/ 39632 w 399755"/>
                <a:gd name="connsiteY5" fmla="*/ 48842 h 1184013"/>
                <a:gd name="connsiteX6" fmla="*/ 172721 w 399755"/>
                <a:gd name="connsiteY6" fmla="*/ 5784 h 1184013"/>
                <a:gd name="connsiteX7" fmla="*/ 286239 w 399755"/>
                <a:gd name="connsiteY7" fmla="*/ 103644 h 1184013"/>
                <a:gd name="connsiteX8" fmla="*/ 399756 w 399755"/>
                <a:gd name="connsiteY8" fmla="*/ 1184014 h 118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755" h="1184013">
                  <a:moveTo>
                    <a:pt x="399756" y="1184014"/>
                  </a:moveTo>
                  <a:cubicBezTo>
                    <a:pt x="329297" y="1184014"/>
                    <a:pt x="258838" y="1184014"/>
                    <a:pt x="188379" y="1184014"/>
                  </a:cubicBezTo>
                  <a:cubicBezTo>
                    <a:pt x="111328" y="967149"/>
                    <a:pt x="52612" y="745336"/>
                    <a:pt x="12232" y="518568"/>
                  </a:cubicBezTo>
                  <a:cubicBezTo>
                    <a:pt x="7794" y="476810"/>
                    <a:pt x="3880" y="435059"/>
                    <a:pt x="489" y="393308"/>
                  </a:cubicBezTo>
                  <a:cubicBezTo>
                    <a:pt x="-815" y="312366"/>
                    <a:pt x="490" y="231472"/>
                    <a:pt x="4403" y="150616"/>
                  </a:cubicBezTo>
                  <a:cubicBezTo>
                    <a:pt x="9199" y="114040"/>
                    <a:pt x="20942" y="80110"/>
                    <a:pt x="39632" y="48842"/>
                  </a:cubicBezTo>
                  <a:cubicBezTo>
                    <a:pt x="73098" y="5079"/>
                    <a:pt x="117460" y="-9279"/>
                    <a:pt x="172721" y="5784"/>
                  </a:cubicBezTo>
                  <a:cubicBezTo>
                    <a:pt x="220190" y="27149"/>
                    <a:pt x="258029" y="59771"/>
                    <a:pt x="286239" y="103644"/>
                  </a:cubicBezTo>
                  <a:cubicBezTo>
                    <a:pt x="317637" y="464440"/>
                    <a:pt x="355477" y="824563"/>
                    <a:pt x="399756" y="1184014"/>
                  </a:cubicBezTo>
                  <a:close/>
                </a:path>
              </a:pathLst>
            </a:custGeom>
            <a:solidFill>
              <a:srgbClr val="F4F2F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50ACDAEE-906C-4D9D-B984-2B8E2AA1B382}"/>
                </a:ext>
              </a:extLst>
            </p:cNvPr>
            <p:cNvSpPr/>
            <p:nvPr/>
          </p:nvSpPr>
          <p:spPr>
            <a:xfrm>
              <a:off x="6476538" y="2688165"/>
              <a:ext cx="270512" cy="846522"/>
            </a:xfrm>
            <a:custGeom>
              <a:avLst/>
              <a:gdLst>
                <a:gd name="connsiteX0" fmla="*/ 200053 w 270512"/>
                <a:gd name="connsiteY0" fmla="*/ 1016 h 846522"/>
                <a:gd name="connsiteX1" fmla="*/ 270512 w 270512"/>
                <a:gd name="connsiteY1" fmla="*/ 16673 h 846522"/>
                <a:gd name="connsiteX2" fmla="*/ 196139 w 270512"/>
                <a:gd name="connsiteY2" fmla="*/ 32331 h 846522"/>
                <a:gd name="connsiteX3" fmla="*/ 78707 w 270512"/>
                <a:gd name="connsiteY3" fmla="*/ 384625 h 846522"/>
                <a:gd name="connsiteX4" fmla="*/ 117851 w 270512"/>
                <a:gd name="connsiteY4" fmla="*/ 509886 h 846522"/>
                <a:gd name="connsiteX5" fmla="*/ 39564 w 270512"/>
                <a:gd name="connsiteY5" fmla="*/ 776064 h 846522"/>
                <a:gd name="connsiteX6" fmla="*/ 420 w 270512"/>
                <a:gd name="connsiteY6" fmla="*/ 846523 h 846522"/>
                <a:gd name="connsiteX7" fmla="*/ 16077 w 270512"/>
                <a:gd name="connsiteY7" fmla="*/ 791721 h 846522"/>
                <a:gd name="connsiteX8" fmla="*/ 102194 w 270512"/>
                <a:gd name="connsiteY8" fmla="*/ 525543 h 846522"/>
                <a:gd name="connsiteX9" fmla="*/ 55221 w 270512"/>
                <a:gd name="connsiteY9" fmla="*/ 345482 h 846522"/>
                <a:gd name="connsiteX10" fmla="*/ 31735 w 270512"/>
                <a:gd name="connsiteY10" fmla="*/ 337653 h 846522"/>
                <a:gd name="connsiteX11" fmla="*/ 200053 w 270512"/>
                <a:gd name="connsiteY11" fmla="*/ 1016 h 846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0512" h="846522">
                  <a:moveTo>
                    <a:pt x="200053" y="1016"/>
                  </a:moveTo>
                  <a:cubicBezTo>
                    <a:pt x="225943" y="-2406"/>
                    <a:pt x="249429" y="2816"/>
                    <a:pt x="270512" y="16673"/>
                  </a:cubicBezTo>
                  <a:cubicBezTo>
                    <a:pt x="245022" y="12125"/>
                    <a:pt x="220228" y="17339"/>
                    <a:pt x="196139" y="32331"/>
                  </a:cubicBezTo>
                  <a:cubicBezTo>
                    <a:pt x="112982" y="135655"/>
                    <a:pt x="73838" y="253086"/>
                    <a:pt x="78707" y="384625"/>
                  </a:cubicBezTo>
                  <a:cubicBezTo>
                    <a:pt x="90177" y="426854"/>
                    <a:pt x="103219" y="468612"/>
                    <a:pt x="117851" y="509886"/>
                  </a:cubicBezTo>
                  <a:cubicBezTo>
                    <a:pt x="138911" y="613609"/>
                    <a:pt x="112817" y="702340"/>
                    <a:pt x="39564" y="776064"/>
                  </a:cubicBezTo>
                  <a:cubicBezTo>
                    <a:pt x="24533" y="798290"/>
                    <a:pt x="11482" y="821776"/>
                    <a:pt x="420" y="846523"/>
                  </a:cubicBezTo>
                  <a:cubicBezTo>
                    <a:pt x="-1592" y="826818"/>
                    <a:pt x="3629" y="808553"/>
                    <a:pt x="16077" y="791721"/>
                  </a:cubicBezTo>
                  <a:cubicBezTo>
                    <a:pt x="92948" y="719274"/>
                    <a:pt x="121648" y="630543"/>
                    <a:pt x="102194" y="525543"/>
                  </a:cubicBezTo>
                  <a:cubicBezTo>
                    <a:pt x="78520" y="467571"/>
                    <a:pt x="62862" y="407548"/>
                    <a:pt x="55221" y="345482"/>
                  </a:cubicBezTo>
                  <a:cubicBezTo>
                    <a:pt x="20767" y="460768"/>
                    <a:pt x="12938" y="458161"/>
                    <a:pt x="31735" y="337653"/>
                  </a:cubicBezTo>
                  <a:cubicBezTo>
                    <a:pt x="63269" y="211962"/>
                    <a:pt x="119370" y="99752"/>
                    <a:pt x="200053" y="1016"/>
                  </a:cubicBezTo>
                  <a:close/>
                </a:path>
              </a:pathLst>
            </a:custGeom>
            <a:solidFill>
              <a:srgbClr val="73737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C3E43A34-F723-4685-B801-5631B5CAA492}"/>
                </a:ext>
              </a:extLst>
            </p:cNvPr>
            <p:cNvSpPr/>
            <p:nvPr/>
          </p:nvSpPr>
          <p:spPr>
            <a:xfrm>
              <a:off x="2311394" y="2688727"/>
              <a:ext cx="278580" cy="845960"/>
            </a:xfrm>
            <a:custGeom>
              <a:avLst/>
              <a:gdLst>
                <a:gd name="connsiteX0" fmla="*/ 12403 w 278580"/>
                <a:gd name="connsiteY0" fmla="*/ 454 h 845960"/>
                <a:gd name="connsiteX1" fmla="*/ 118091 w 278580"/>
                <a:gd name="connsiteY1" fmla="*/ 55255 h 845960"/>
                <a:gd name="connsiteX2" fmla="*/ 251180 w 278580"/>
                <a:gd name="connsiteY2" fmla="*/ 438865 h 845960"/>
                <a:gd name="connsiteX3" fmla="*/ 219865 w 278580"/>
                <a:gd name="connsiteY3" fmla="*/ 352748 h 845960"/>
                <a:gd name="connsiteX4" fmla="*/ 172892 w 278580"/>
                <a:gd name="connsiteY4" fmla="*/ 501495 h 845960"/>
                <a:gd name="connsiteX5" fmla="*/ 180721 w 278580"/>
                <a:gd name="connsiteY5" fmla="*/ 689385 h 845960"/>
                <a:gd name="connsiteX6" fmla="*/ 266838 w 278580"/>
                <a:gd name="connsiteY6" fmla="*/ 806817 h 845960"/>
                <a:gd name="connsiteX7" fmla="*/ 278581 w 278580"/>
                <a:gd name="connsiteY7" fmla="*/ 838132 h 845960"/>
                <a:gd name="connsiteX8" fmla="*/ 270752 w 278580"/>
                <a:gd name="connsiteY8" fmla="*/ 845961 h 845960"/>
                <a:gd name="connsiteX9" fmla="*/ 180721 w 278580"/>
                <a:gd name="connsiteY9" fmla="*/ 720700 h 845960"/>
                <a:gd name="connsiteX10" fmla="*/ 188550 w 278580"/>
                <a:gd name="connsiteY10" fmla="*/ 407550 h 845960"/>
                <a:gd name="connsiteX11" fmla="*/ 59375 w 278580"/>
                <a:gd name="connsiteY11" fmla="*/ 20026 h 845960"/>
                <a:gd name="connsiteX12" fmla="*/ 659 w 278580"/>
                <a:gd name="connsiteY12" fmla="*/ 31769 h 845960"/>
                <a:gd name="connsiteX13" fmla="*/ 12403 w 278580"/>
                <a:gd name="connsiteY13" fmla="*/ 454 h 84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580" h="845960">
                  <a:moveTo>
                    <a:pt x="12403" y="454"/>
                  </a:moveTo>
                  <a:cubicBezTo>
                    <a:pt x="58606" y="-3187"/>
                    <a:pt x="93835" y="15078"/>
                    <a:pt x="118091" y="55255"/>
                  </a:cubicBezTo>
                  <a:cubicBezTo>
                    <a:pt x="193800" y="172796"/>
                    <a:pt x="238162" y="300663"/>
                    <a:pt x="251180" y="438865"/>
                  </a:cubicBezTo>
                  <a:cubicBezTo>
                    <a:pt x="241944" y="409765"/>
                    <a:pt x="231506" y="381057"/>
                    <a:pt x="219865" y="352748"/>
                  </a:cubicBezTo>
                  <a:cubicBezTo>
                    <a:pt x="206531" y="402946"/>
                    <a:pt x="190873" y="452526"/>
                    <a:pt x="172892" y="501495"/>
                  </a:cubicBezTo>
                  <a:cubicBezTo>
                    <a:pt x="155891" y="564931"/>
                    <a:pt x="158501" y="627561"/>
                    <a:pt x="180721" y="689385"/>
                  </a:cubicBezTo>
                  <a:cubicBezTo>
                    <a:pt x="203689" y="732702"/>
                    <a:pt x="232394" y="771846"/>
                    <a:pt x="266838" y="806817"/>
                  </a:cubicBezTo>
                  <a:cubicBezTo>
                    <a:pt x="269982" y="817558"/>
                    <a:pt x="273897" y="827993"/>
                    <a:pt x="278581" y="838132"/>
                  </a:cubicBezTo>
                  <a:cubicBezTo>
                    <a:pt x="275971" y="840739"/>
                    <a:pt x="273361" y="843354"/>
                    <a:pt x="270752" y="845961"/>
                  </a:cubicBezTo>
                  <a:cubicBezTo>
                    <a:pt x="248394" y="798792"/>
                    <a:pt x="218383" y="757041"/>
                    <a:pt x="180721" y="720700"/>
                  </a:cubicBezTo>
                  <a:cubicBezTo>
                    <a:pt x="132680" y="615411"/>
                    <a:pt x="135289" y="511023"/>
                    <a:pt x="188550" y="407550"/>
                  </a:cubicBezTo>
                  <a:cubicBezTo>
                    <a:pt x="202698" y="259617"/>
                    <a:pt x="159640" y="130443"/>
                    <a:pt x="59375" y="20026"/>
                  </a:cubicBezTo>
                  <a:cubicBezTo>
                    <a:pt x="37086" y="12635"/>
                    <a:pt x="17514" y="16550"/>
                    <a:pt x="659" y="31769"/>
                  </a:cubicBezTo>
                  <a:cubicBezTo>
                    <a:pt x="-1687" y="19509"/>
                    <a:pt x="2228" y="9073"/>
                    <a:pt x="12403" y="454"/>
                  </a:cubicBezTo>
                  <a:close/>
                </a:path>
              </a:pathLst>
            </a:custGeom>
            <a:solidFill>
              <a:srgbClr val="75747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E7E099BF-5725-466B-8C97-2B11D0A88BF1}"/>
                </a:ext>
              </a:extLst>
            </p:cNvPr>
            <p:cNvSpPr/>
            <p:nvPr/>
          </p:nvSpPr>
          <p:spPr>
            <a:xfrm>
              <a:off x="2793523" y="3143250"/>
              <a:ext cx="1197801" cy="195719"/>
            </a:xfrm>
            <a:custGeom>
              <a:avLst/>
              <a:gdLst>
                <a:gd name="connsiteX0" fmla="*/ 1103856 w 1197801"/>
                <a:gd name="connsiteY0" fmla="*/ 195719 h 195719"/>
                <a:gd name="connsiteX1" fmla="*/ 978596 w 1197801"/>
                <a:gd name="connsiteY1" fmla="*/ 90031 h 195719"/>
                <a:gd name="connsiteX2" fmla="*/ 133089 w 1197801"/>
                <a:gd name="connsiteY2" fmla="*/ 90031 h 195719"/>
                <a:gd name="connsiteX3" fmla="*/ 62630 w 1197801"/>
                <a:gd name="connsiteY3" fmla="*/ 133089 h 195719"/>
                <a:gd name="connsiteX4" fmla="*/ 23486 w 1197801"/>
                <a:gd name="connsiteY4" fmla="*/ 97860 h 195719"/>
                <a:gd name="connsiteX5" fmla="*/ 39144 w 1197801"/>
                <a:gd name="connsiteY5" fmla="*/ 78288 h 195719"/>
                <a:gd name="connsiteX6" fmla="*/ 0 w 1197801"/>
                <a:gd name="connsiteY6" fmla="*/ 43058 h 195719"/>
                <a:gd name="connsiteX7" fmla="*/ 35229 w 1197801"/>
                <a:gd name="connsiteY7" fmla="*/ 62630 h 195719"/>
                <a:gd name="connsiteX8" fmla="*/ 23486 w 1197801"/>
                <a:gd name="connsiteY8" fmla="*/ 27401 h 195719"/>
                <a:gd name="connsiteX9" fmla="*/ 39144 w 1197801"/>
                <a:gd name="connsiteY9" fmla="*/ 7829 h 195719"/>
                <a:gd name="connsiteX10" fmla="*/ 113517 w 1197801"/>
                <a:gd name="connsiteY10" fmla="*/ 39144 h 195719"/>
                <a:gd name="connsiteX11" fmla="*/ 164404 w 1197801"/>
                <a:gd name="connsiteY11" fmla="*/ 23486 h 195719"/>
                <a:gd name="connsiteX12" fmla="*/ 164404 w 1197801"/>
                <a:gd name="connsiteY12" fmla="*/ 39144 h 195719"/>
                <a:gd name="connsiteX13" fmla="*/ 195719 w 1197801"/>
                <a:gd name="connsiteY13" fmla="*/ 39144 h 195719"/>
                <a:gd name="connsiteX14" fmla="*/ 258349 w 1197801"/>
                <a:gd name="connsiteY14" fmla="*/ 62630 h 195719"/>
                <a:gd name="connsiteX15" fmla="*/ 266178 w 1197801"/>
                <a:gd name="connsiteY15" fmla="*/ 54801 h 195719"/>
                <a:gd name="connsiteX16" fmla="*/ 234863 w 1197801"/>
                <a:gd name="connsiteY16" fmla="*/ 31315 h 195719"/>
                <a:gd name="connsiteX17" fmla="*/ 375781 w 1197801"/>
                <a:gd name="connsiteY17" fmla="*/ 27401 h 195719"/>
                <a:gd name="connsiteX18" fmla="*/ 281836 w 1197801"/>
                <a:gd name="connsiteY18" fmla="*/ 35229 h 195719"/>
                <a:gd name="connsiteX19" fmla="*/ 336637 w 1197801"/>
                <a:gd name="connsiteY19" fmla="*/ 62630 h 195719"/>
                <a:gd name="connsiteX20" fmla="*/ 336637 w 1197801"/>
                <a:gd name="connsiteY20" fmla="*/ 39144 h 195719"/>
                <a:gd name="connsiteX21" fmla="*/ 501041 w 1197801"/>
                <a:gd name="connsiteY21" fmla="*/ 23486 h 195719"/>
                <a:gd name="connsiteX22" fmla="*/ 653702 w 1197801"/>
                <a:gd name="connsiteY22" fmla="*/ 39144 h 195719"/>
                <a:gd name="connsiteX23" fmla="*/ 751562 w 1197801"/>
                <a:gd name="connsiteY23" fmla="*/ 0 h 195719"/>
                <a:gd name="connsiteX24" fmla="*/ 790705 w 1197801"/>
                <a:gd name="connsiteY24" fmla="*/ 11743 h 195719"/>
                <a:gd name="connsiteX25" fmla="*/ 794620 w 1197801"/>
                <a:gd name="connsiteY25" fmla="*/ 23486 h 195719"/>
                <a:gd name="connsiteX26" fmla="*/ 814192 w 1197801"/>
                <a:gd name="connsiteY26" fmla="*/ 31315 h 195719"/>
                <a:gd name="connsiteX27" fmla="*/ 798534 w 1197801"/>
                <a:gd name="connsiteY27" fmla="*/ 54801 h 195719"/>
                <a:gd name="connsiteX28" fmla="*/ 939452 w 1197801"/>
                <a:gd name="connsiteY28" fmla="*/ 54801 h 195719"/>
                <a:gd name="connsiteX29" fmla="*/ 955110 w 1197801"/>
                <a:gd name="connsiteY29" fmla="*/ 23486 h 195719"/>
                <a:gd name="connsiteX30" fmla="*/ 1002082 w 1197801"/>
                <a:gd name="connsiteY30" fmla="*/ 19572 h 195719"/>
                <a:gd name="connsiteX31" fmla="*/ 962938 w 1197801"/>
                <a:gd name="connsiteY31" fmla="*/ 11743 h 195719"/>
                <a:gd name="connsiteX32" fmla="*/ 978596 w 1197801"/>
                <a:gd name="connsiteY32" fmla="*/ 0 h 195719"/>
                <a:gd name="connsiteX33" fmla="*/ 1025568 w 1197801"/>
                <a:gd name="connsiteY33" fmla="*/ 0 h 195719"/>
                <a:gd name="connsiteX34" fmla="*/ 1099942 w 1197801"/>
                <a:gd name="connsiteY34" fmla="*/ 7829 h 195719"/>
                <a:gd name="connsiteX35" fmla="*/ 1127342 w 1197801"/>
                <a:gd name="connsiteY35" fmla="*/ 50887 h 195719"/>
                <a:gd name="connsiteX36" fmla="*/ 1096027 w 1197801"/>
                <a:gd name="connsiteY36" fmla="*/ 62630 h 195719"/>
                <a:gd name="connsiteX37" fmla="*/ 1158658 w 1197801"/>
                <a:gd name="connsiteY37" fmla="*/ 78288 h 195719"/>
                <a:gd name="connsiteX38" fmla="*/ 1170401 w 1197801"/>
                <a:gd name="connsiteY38" fmla="*/ 54801 h 195719"/>
                <a:gd name="connsiteX39" fmla="*/ 1197801 w 1197801"/>
                <a:gd name="connsiteY39" fmla="*/ 74373 h 195719"/>
                <a:gd name="connsiteX40" fmla="*/ 1143000 w 1197801"/>
                <a:gd name="connsiteY40" fmla="*/ 90031 h 195719"/>
                <a:gd name="connsiteX41" fmla="*/ 1162572 w 1197801"/>
                <a:gd name="connsiteY41" fmla="*/ 133089 h 195719"/>
                <a:gd name="connsiteX42" fmla="*/ 1072541 w 1197801"/>
                <a:gd name="connsiteY42" fmla="*/ 133089 h 195719"/>
                <a:gd name="connsiteX43" fmla="*/ 1096027 w 1197801"/>
                <a:gd name="connsiteY43" fmla="*/ 160490 h 195719"/>
                <a:gd name="connsiteX44" fmla="*/ 1115599 w 1197801"/>
                <a:gd name="connsiteY44" fmla="*/ 156575 h 195719"/>
                <a:gd name="connsiteX45" fmla="*/ 1103856 w 1197801"/>
                <a:gd name="connsiteY45" fmla="*/ 183976 h 195719"/>
                <a:gd name="connsiteX46" fmla="*/ 1103856 w 1197801"/>
                <a:gd name="connsiteY46" fmla="*/ 195719 h 19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97801" h="195719">
                  <a:moveTo>
                    <a:pt x="1103856" y="195719"/>
                  </a:moveTo>
                  <a:cubicBezTo>
                    <a:pt x="1075673" y="145427"/>
                    <a:pt x="1033922" y="110198"/>
                    <a:pt x="978596" y="90031"/>
                  </a:cubicBezTo>
                  <a:cubicBezTo>
                    <a:pt x="696760" y="84809"/>
                    <a:pt x="414925" y="84809"/>
                    <a:pt x="133089" y="90031"/>
                  </a:cubicBezTo>
                  <a:cubicBezTo>
                    <a:pt x="106770" y="100545"/>
                    <a:pt x="83283" y="114895"/>
                    <a:pt x="62630" y="133089"/>
                  </a:cubicBezTo>
                  <a:cubicBezTo>
                    <a:pt x="59951" y="110738"/>
                    <a:pt x="46904" y="98995"/>
                    <a:pt x="23486" y="97860"/>
                  </a:cubicBezTo>
                  <a:cubicBezTo>
                    <a:pt x="30193" y="92466"/>
                    <a:pt x="35412" y="85944"/>
                    <a:pt x="39144" y="78288"/>
                  </a:cubicBezTo>
                  <a:cubicBezTo>
                    <a:pt x="28571" y="63523"/>
                    <a:pt x="15523" y="51780"/>
                    <a:pt x="0" y="43058"/>
                  </a:cubicBezTo>
                  <a:cubicBezTo>
                    <a:pt x="18694" y="36286"/>
                    <a:pt x="30437" y="42808"/>
                    <a:pt x="35229" y="62630"/>
                  </a:cubicBezTo>
                  <a:cubicBezTo>
                    <a:pt x="47269" y="48311"/>
                    <a:pt x="43354" y="36568"/>
                    <a:pt x="23486" y="27401"/>
                  </a:cubicBezTo>
                  <a:cubicBezTo>
                    <a:pt x="27765" y="20159"/>
                    <a:pt x="32984" y="13638"/>
                    <a:pt x="39144" y="7829"/>
                  </a:cubicBezTo>
                  <a:cubicBezTo>
                    <a:pt x="63532" y="19478"/>
                    <a:pt x="88323" y="29921"/>
                    <a:pt x="113517" y="39144"/>
                  </a:cubicBezTo>
                  <a:cubicBezTo>
                    <a:pt x="129244" y="30501"/>
                    <a:pt x="146207" y="25279"/>
                    <a:pt x="164404" y="23486"/>
                  </a:cubicBezTo>
                  <a:cubicBezTo>
                    <a:pt x="215487" y="23807"/>
                    <a:pt x="215487" y="29029"/>
                    <a:pt x="164404" y="39144"/>
                  </a:cubicBezTo>
                  <a:cubicBezTo>
                    <a:pt x="179432" y="68055"/>
                    <a:pt x="189870" y="68055"/>
                    <a:pt x="195719" y="39144"/>
                  </a:cubicBezTo>
                  <a:cubicBezTo>
                    <a:pt x="217976" y="42604"/>
                    <a:pt x="238848" y="50433"/>
                    <a:pt x="258349" y="62630"/>
                  </a:cubicBezTo>
                  <a:cubicBezTo>
                    <a:pt x="260956" y="60023"/>
                    <a:pt x="263571" y="57408"/>
                    <a:pt x="266178" y="54801"/>
                  </a:cubicBezTo>
                  <a:cubicBezTo>
                    <a:pt x="253268" y="49728"/>
                    <a:pt x="242833" y="41899"/>
                    <a:pt x="234863" y="31315"/>
                  </a:cubicBezTo>
                  <a:cubicBezTo>
                    <a:pt x="281616" y="22202"/>
                    <a:pt x="328589" y="20903"/>
                    <a:pt x="375781" y="27401"/>
                  </a:cubicBezTo>
                  <a:cubicBezTo>
                    <a:pt x="344051" y="35801"/>
                    <a:pt x="312736" y="38416"/>
                    <a:pt x="281836" y="35229"/>
                  </a:cubicBezTo>
                  <a:cubicBezTo>
                    <a:pt x="295810" y="52656"/>
                    <a:pt x="314074" y="61785"/>
                    <a:pt x="336637" y="62630"/>
                  </a:cubicBezTo>
                  <a:cubicBezTo>
                    <a:pt x="336637" y="54801"/>
                    <a:pt x="336637" y="46973"/>
                    <a:pt x="336637" y="39144"/>
                  </a:cubicBezTo>
                  <a:cubicBezTo>
                    <a:pt x="384698" y="27260"/>
                    <a:pt x="439499" y="22046"/>
                    <a:pt x="501041" y="23486"/>
                  </a:cubicBezTo>
                  <a:cubicBezTo>
                    <a:pt x="555287" y="21842"/>
                    <a:pt x="606174" y="27064"/>
                    <a:pt x="653702" y="39144"/>
                  </a:cubicBezTo>
                  <a:cubicBezTo>
                    <a:pt x="685056" y="22422"/>
                    <a:pt x="717679" y="9379"/>
                    <a:pt x="751562" y="0"/>
                  </a:cubicBezTo>
                  <a:cubicBezTo>
                    <a:pt x="765646" y="603"/>
                    <a:pt x="778696" y="4517"/>
                    <a:pt x="790705" y="11743"/>
                  </a:cubicBezTo>
                  <a:cubicBezTo>
                    <a:pt x="737987" y="39363"/>
                    <a:pt x="739286" y="43278"/>
                    <a:pt x="794620" y="23486"/>
                  </a:cubicBezTo>
                  <a:cubicBezTo>
                    <a:pt x="801141" y="26093"/>
                    <a:pt x="807670" y="28708"/>
                    <a:pt x="814192" y="31315"/>
                  </a:cubicBezTo>
                  <a:cubicBezTo>
                    <a:pt x="808970" y="39144"/>
                    <a:pt x="803756" y="46973"/>
                    <a:pt x="798534" y="54801"/>
                  </a:cubicBezTo>
                  <a:cubicBezTo>
                    <a:pt x="845303" y="73168"/>
                    <a:pt x="892276" y="73168"/>
                    <a:pt x="939452" y="54801"/>
                  </a:cubicBezTo>
                  <a:cubicBezTo>
                    <a:pt x="944674" y="44366"/>
                    <a:pt x="949888" y="33922"/>
                    <a:pt x="955110" y="23486"/>
                  </a:cubicBezTo>
                  <a:cubicBezTo>
                    <a:pt x="972669" y="44710"/>
                    <a:pt x="988327" y="43403"/>
                    <a:pt x="1002082" y="19572"/>
                  </a:cubicBezTo>
                  <a:cubicBezTo>
                    <a:pt x="989032" y="16965"/>
                    <a:pt x="975989" y="14350"/>
                    <a:pt x="962938" y="11743"/>
                  </a:cubicBezTo>
                  <a:cubicBezTo>
                    <a:pt x="967048" y="6326"/>
                    <a:pt x="972270" y="2411"/>
                    <a:pt x="978596" y="0"/>
                  </a:cubicBezTo>
                  <a:cubicBezTo>
                    <a:pt x="994253" y="10436"/>
                    <a:pt x="1009911" y="10436"/>
                    <a:pt x="1025568" y="0"/>
                  </a:cubicBezTo>
                  <a:cubicBezTo>
                    <a:pt x="1046698" y="46597"/>
                    <a:pt x="1071492" y="49212"/>
                    <a:pt x="1099942" y="7829"/>
                  </a:cubicBezTo>
                  <a:cubicBezTo>
                    <a:pt x="1110057" y="21521"/>
                    <a:pt x="1119185" y="35871"/>
                    <a:pt x="1127342" y="50887"/>
                  </a:cubicBezTo>
                  <a:cubicBezTo>
                    <a:pt x="1118120" y="58457"/>
                    <a:pt x="1107684" y="62372"/>
                    <a:pt x="1096027" y="62630"/>
                  </a:cubicBezTo>
                  <a:cubicBezTo>
                    <a:pt x="1116828" y="68572"/>
                    <a:pt x="1137700" y="73794"/>
                    <a:pt x="1158658" y="78288"/>
                  </a:cubicBezTo>
                  <a:cubicBezTo>
                    <a:pt x="1164537" y="71430"/>
                    <a:pt x="1168451" y="63601"/>
                    <a:pt x="1170401" y="54801"/>
                  </a:cubicBezTo>
                  <a:cubicBezTo>
                    <a:pt x="1176445" y="65362"/>
                    <a:pt x="1185581" y="71884"/>
                    <a:pt x="1197801" y="74373"/>
                  </a:cubicBezTo>
                  <a:cubicBezTo>
                    <a:pt x="1181181" y="83721"/>
                    <a:pt x="1162909" y="88935"/>
                    <a:pt x="1143000" y="90031"/>
                  </a:cubicBezTo>
                  <a:cubicBezTo>
                    <a:pt x="1154313" y="103418"/>
                    <a:pt x="1160834" y="117776"/>
                    <a:pt x="1162572" y="133089"/>
                  </a:cubicBezTo>
                  <a:cubicBezTo>
                    <a:pt x="1134130" y="93491"/>
                    <a:pt x="1104122" y="93491"/>
                    <a:pt x="1072541" y="133089"/>
                  </a:cubicBezTo>
                  <a:cubicBezTo>
                    <a:pt x="1081834" y="141067"/>
                    <a:pt x="1089663" y="150203"/>
                    <a:pt x="1096027" y="160490"/>
                  </a:cubicBezTo>
                  <a:cubicBezTo>
                    <a:pt x="1103457" y="165320"/>
                    <a:pt x="1109978" y="164020"/>
                    <a:pt x="1115599" y="156575"/>
                  </a:cubicBezTo>
                  <a:cubicBezTo>
                    <a:pt x="1131202" y="171497"/>
                    <a:pt x="1127288" y="180633"/>
                    <a:pt x="1103856" y="183976"/>
                  </a:cubicBezTo>
                  <a:cubicBezTo>
                    <a:pt x="1113548" y="189378"/>
                    <a:pt x="1113548" y="193292"/>
                    <a:pt x="1103856" y="195719"/>
                  </a:cubicBezTo>
                  <a:close/>
                </a:path>
              </a:pathLst>
            </a:custGeom>
            <a:solidFill>
              <a:srgbClr val="F2F5E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6331B948-370E-4336-B1A2-5CDE486C44CF}"/>
                </a:ext>
              </a:extLst>
            </p:cNvPr>
            <p:cNvSpPr/>
            <p:nvPr/>
          </p:nvSpPr>
          <p:spPr>
            <a:xfrm>
              <a:off x="5149491" y="3228471"/>
              <a:ext cx="963428" cy="1066185"/>
            </a:xfrm>
            <a:custGeom>
              <a:avLst/>
              <a:gdLst>
                <a:gd name="connsiteX0" fmla="*/ 963429 w 963428"/>
                <a:gd name="connsiteY0" fmla="*/ 895 h 1066185"/>
                <a:gd name="connsiteX1" fmla="*/ 939942 w 963428"/>
                <a:gd name="connsiteY1" fmla="*/ 8723 h 1066185"/>
                <a:gd name="connsiteX2" fmla="*/ 172723 w 963428"/>
                <a:gd name="connsiteY2" fmla="*/ 12638 h 1066185"/>
                <a:gd name="connsiteX3" fmla="*/ 20062 w 963428"/>
                <a:gd name="connsiteY3" fmla="*/ 141812 h 1066185"/>
                <a:gd name="connsiteX4" fmla="*/ 20062 w 963428"/>
                <a:gd name="connsiteY4" fmla="*/ 901203 h 1066185"/>
                <a:gd name="connsiteX5" fmla="*/ 172723 w 963428"/>
                <a:gd name="connsiteY5" fmla="*/ 1057778 h 1066185"/>
                <a:gd name="connsiteX6" fmla="*/ 149237 w 963428"/>
                <a:gd name="connsiteY6" fmla="*/ 1065607 h 1066185"/>
                <a:gd name="connsiteX7" fmla="*/ 490 w 963428"/>
                <a:gd name="connsiteY7" fmla="*/ 854230 h 1066185"/>
                <a:gd name="connsiteX8" fmla="*/ 4405 w 963428"/>
                <a:gd name="connsiteY8" fmla="*/ 149641 h 1066185"/>
                <a:gd name="connsiteX9" fmla="*/ 117922 w 963428"/>
                <a:gd name="connsiteY9" fmla="*/ 8723 h 1066185"/>
                <a:gd name="connsiteX10" fmla="*/ 963429 w 963428"/>
                <a:gd name="connsiteY10" fmla="*/ 895 h 106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3428" h="1066185">
                  <a:moveTo>
                    <a:pt x="963429" y="895"/>
                  </a:moveTo>
                  <a:cubicBezTo>
                    <a:pt x="957878" y="7972"/>
                    <a:pt x="950049" y="10579"/>
                    <a:pt x="939942" y="8723"/>
                  </a:cubicBezTo>
                  <a:cubicBezTo>
                    <a:pt x="684192" y="7416"/>
                    <a:pt x="428450" y="8723"/>
                    <a:pt x="172723" y="12638"/>
                  </a:cubicBezTo>
                  <a:cubicBezTo>
                    <a:pt x="95344" y="24804"/>
                    <a:pt x="44457" y="67862"/>
                    <a:pt x="20062" y="141812"/>
                  </a:cubicBezTo>
                  <a:cubicBezTo>
                    <a:pt x="14841" y="394940"/>
                    <a:pt x="14841" y="648075"/>
                    <a:pt x="20062" y="901203"/>
                  </a:cubicBezTo>
                  <a:cubicBezTo>
                    <a:pt x="35454" y="988353"/>
                    <a:pt x="86341" y="1040547"/>
                    <a:pt x="172723" y="1057778"/>
                  </a:cubicBezTo>
                  <a:cubicBezTo>
                    <a:pt x="167173" y="1064855"/>
                    <a:pt x="159344" y="1067462"/>
                    <a:pt x="149237" y="1065607"/>
                  </a:cubicBezTo>
                  <a:cubicBezTo>
                    <a:pt x="51573" y="1029602"/>
                    <a:pt x="1993" y="959144"/>
                    <a:pt x="490" y="854230"/>
                  </a:cubicBezTo>
                  <a:cubicBezTo>
                    <a:pt x="-817" y="619351"/>
                    <a:pt x="490" y="384488"/>
                    <a:pt x="4405" y="149641"/>
                  </a:cubicBezTo>
                  <a:cubicBezTo>
                    <a:pt x="23867" y="87199"/>
                    <a:pt x="61704" y="40226"/>
                    <a:pt x="117922" y="8723"/>
                  </a:cubicBezTo>
                  <a:cubicBezTo>
                    <a:pt x="399515" y="1043"/>
                    <a:pt x="681350" y="-1564"/>
                    <a:pt x="963429" y="895"/>
                  </a:cubicBezTo>
                  <a:close/>
                </a:path>
              </a:pathLst>
            </a:custGeom>
            <a:solidFill>
              <a:srgbClr val="3B71C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5A581AF1-E455-46BC-85E8-F3AFDBC349AD}"/>
                </a:ext>
              </a:extLst>
            </p:cNvPr>
            <p:cNvSpPr/>
            <p:nvPr/>
          </p:nvSpPr>
          <p:spPr>
            <a:xfrm>
              <a:off x="5126495" y="3221537"/>
              <a:ext cx="140917" cy="861164"/>
            </a:xfrm>
            <a:custGeom>
              <a:avLst/>
              <a:gdLst>
                <a:gd name="connsiteX0" fmla="*/ 140918 w 140917"/>
                <a:gd name="connsiteY0" fmla="*/ 15658 h 861164"/>
                <a:gd name="connsiteX1" fmla="*/ 27401 w 140917"/>
                <a:gd name="connsiteY1" fmla="*/ 156575 h 861164"/>
                <a:gd name="connsiteX2" fmla="*/ 23486 w 140917"/>
                <a:gd name="connsiteY2" fmla="*/ 861164 h 861164"/>
                <a:gd name="connsiteX3" fmla="*/ 15658 w 140917"/>
                <a:gd name="connsiteY3" fmla="*/ 195719 h 861164"/>
                <a:gd name="connsiteX4" fmla="*/ 15658 w 140917"/>
                <a:gd name="connsiteY4" fmla="*/ 152661 h 861164"/>
                <a:gd name="connsiteX5" fmla="*/ 0 w 140917"/>
                <a:gd name="connsiteY5" fmla="*/ 117432 h 861164"/>
                <a:gd name="connsiteX6" fmla="*/ 23486 w 140917"/>
                <a:gd name="connsiteY6" fmla="*/ 113517 h 861164"/>
                <a:gd name="connsiteX7" fmla="*/ 23486 w 140917"/>
                <a:gd name="connsiteY7" fmla="*/ 86116 h 861164"/>
                <a:gd name="connsiteX8" fmla="*/ 11743 w 140917"/>
                <a:gd name="connsiteY8" fmla="*/ 86116 h 861164"/>
                <a:gd name="connsiteX9" fmla="*/ 0 w 140917"/>
                <a:gd name="connsiteY9" fmla="*/ 27401 h 861164"/>
                <a:gd name="connsiteX10" fmla="*/ 35229 w 140917"/>
                <a:gd name="connsiteY10" fmla="*/ 39144 h 861164"/>
                <a:gd name="connsiteX11" fmla="*/ 66545 w 140917"/>
                <a:gd name="connsiteY11" fmla="*/ 23486 h 861164"/>
                <a:gd name="connsiteX12" fmla="*/ 78288 w 140917"/>
                <a:gd name="connsiteY12" fmla="*/ 31315 h 861164"/>
                <a:gd name="connsiteX13" fmla="*/ 117432 w 140917"/>
                <a:gd name="connsiteY13" fmla="*/ 0 h 861164"/>
                <a:gd name="connsiteX14" fmla="*/ 117432 w 140917"/>
                <a:gd name="connsiteY14" fmla="*/ 11743 h 861164"/>
                <a:gd name="connsiteX15" fmla="*/ 140918 w 140917"/>
                <a:gd name="connsiteY15" fmla="*/ 15658 h 86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917" h="861164">
                  <a:moveTo>
                    <a:pt x="140918" y="15658"/>
                  </a:moveTo>
                  <a:cubicBezTo>
                    <a:pt x="84699" y="47160"/>
                    <a:pt x="46863" y="94133"/>
                    <a:pt x="27401" y="156575"/>
                  </a:cubicBezTo>
                  <a:cubicBezTo>
                    <a:pt x="23486" y="391423"/>
                    <a:pt x="22179" y="626286"/>
                    <a:pt x="23486" y="861164"/>
                  </a:cubicBezTo>
                  <a:cubicBezTo>
                    <a:pt x="15673" y="640691"/>
                    <a:pt x="13066" y="418878"/>
                    <a:pt x="15658" y="195719"/>
                  </a:cubicBezTo>
                  <a:cubicBezTo>
                    <a:pt x="6474" y="181306"/>
                    <a:pt x="6474" y="166956"/>
                    <a:pt x="15658" y="152661"/>
                  </a:cubicBezTo>
                  <a:cubicBezTo>
                    <a:pt x="6208" y="142484"/>
                    <a:pt x="986" y="130741"/>
                    <a:pt x="0" y="117432"/>
                  </a:cubicBezTo>
                  <a:cubicBezTo>
                    <a:pt x="8236" y="118598"/>
                    <a:pt x="16065" y="117298"/>
                    <a:pt x="23486" y="113517"/>
                  </a:cubicBezTo>
                  <a:cubicBezTo>
                    <a:pt x="14006" y="104804"/>
                    <a:pt x="14006" y="95668"/>
                    <a:pt x="23486" y="86116"/>
                  </a:cubicBezTo>
                  <a:cubicBezTo>
                    <a:pt x="20777" y="76753"/>
                    <a:pt x="16863" y="76753"/>
                    <a:pt x="11743" y="86116"/>
                  </a:cubicBezTo>
                  <a:cubicBezTo>
                    <a:pt x="9974" y="65801"/>
                    <a:pt x="6059" y="46229"/>
                    <a:pt x="0" y="27401"/>
                  </a:cubicBezTo>
                  <a:cubicBezTo>
                    <a:pt x="11078" y="29397"/>
                    <a:pt x="22821" y="33311"/>
                    <a:pt x="35229" y="39144"/>
                  </a:cubicBezTo>
                  <a:cubicBezTo>
                    <a:pt x="48624" y="39621"/>
                    <a:pt x="59060" y="34400"/>
                    <a:pt x="66545" y="23486"/>
                  </a:cubicBezTo>
                  <a:cubicBezTo>
                    <a:pt x="69786" y="27064"/>
                    <a:pt x="73700" y="29679"/>
                    <a:pt x="78288" y="31315"/>
                  </a:cubicBezTo>
                  <a:cubicBezTo>
                    <a:pt x="89906" y="18993"/>
                    <a:pt x="102956" y="8557"/>
                    <a:pt x="117432" y="0"/>
                  </a:cubicBezTo>
                  <a:cubicBezTo>
                    <a:pt x="126795" y="2709"/>
                    <a:pt x="126795" y="6623"/>
                    <a:pt x="117432" y="11743"/>
                  </a:cubicBezTo>
                  <a:cubicBezTo>
                    <a:pt x="124853" y="15524"/>
                    <a:pt x="132682" y="16824"/>
                    <a:pt x="140918" y="15658"/>
                  </a:cubicBezTo>
                  <a:close/>
                </a:path>
              </a:pathLst>
            </a:custGeom>
            <a:solidFill>
              <a:srgbClr val="E8EC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84B771AA-69FA-40AF-829C-84C3D3F10C86}"/>
                </a:ext>
              </a:extLst>
            </p:cNvPr>
            <p:cNvSpPr/>
            <p:nvPr/>
          </p:nvSpPr>
          <p:spPr>
            <a:xfrm>
              <a:off x="5165637" y="3236704"/>
              <a:ext cx="1088321" cy="1049545"/>
            </a:xfrm>
            <a:custGeom>
              <a:avLst/>
              <a:gdLst>
                <a:gd name="connsiteX0" fmla="*/ 923796 w 1088321"/>
                <a:gd name="connsiteY0" fmla="*/ 490 h 1049545"/>
                <a:gd name="connsiteX1" fmla="*/ 1088201 w 1088321"/>
                <a:gd name="connsiteY1" fmla="*/ 200124 h 1049545"/>
                <a:gd name="connsiteX2" fmla="*/ 1072543 w 1088321"/>
                <a:gd name="connsiteY2" fmla="*/ 415415 h 1049545"/>
                <a:gd name="connsiteX3" fmla="*/ 1072543 w 1088321"/>
                <a:gd name="connsiteY3" fmla="*/ 423244 h 1049545"/>
                <a:gd name="connsiteX4" fmla="*/ 1056886 w 1088321"/>
                <a:gd name="connsiteY4" fmla="*/ 618963 h 1049545"/>
                <a:gd name="connsiteX5" fmla="*/ 1037314 w 1088321"/>
                <a:gd name="connsiteY5" fmla="*/ 830340 h 1049545"/>
                <a:gd name="connsiteX6" fmla="*/ 931625 w 1088321"/>
                <a:gd name="connsiteY6" fmla="*/ 1022145 h 1049545"/>
                <a:gd name="connsiteX7" fmla="*/ 829851 w 1088321"/>
                <a:gd name="connsiteY7" fmla="*/ 1049545 h 1049545"/>
                <a:gd name="connsiteX8" fmla="*/ 156577 w 1088321"/>
                <a:gd name="connsiteY8" fmla="*/ 1049545 h 1049545"/>
                <a:gd name="connsiteX9" fmla="*/ 3916 w 1088321"/>
                <a:gd name="connsiteY9" fmla="*/ 892970 h 1049545"/>
                <a:gd name="connsiteX10" fmla="*/ 3916 w 1088321"/>
                <a:gd name="connsiteY10" fmla="*/ 133579 h 1049545"/>
                <a:gd name="connsiteX11" fmla="*/ 156577 w 1088321"/>
                <a:gd name="connsiteY11" fmla="*/ 4405 h 1049545"/>
                <a:gd name="connsiteX12" fmla="*/ 923796 w 1088321"/>
                <a:gd name="connsiteY12" fmla="*/ 490 h 104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321" h="1049545">
                  <a:moveTo>
                    <a:pt x="923796" y="490"/>
                  </a:moveTo>
                  <a:cubicBezTo>
                    <a:pt x="1036460" y="17941"/>
                    <a:pt x="1091262" y="84485"/>
                    <a:pt x="1088201" y="200124"/>
                  </a:cubicBezTo>
                  <a:cubicBezTo>
                    <a:pt x="1080395" y="271718"/>
                    <a:pt x="1075173" y="343484"/>
                    <a:pt x="1072543" y="415415"/>
                  </a:cubicBezTo>
                  <a:cubicBezTo>
                    <a:pt x="1072543" y="418022"/>
                    <a:pt x="1072543" y="420637"/>
                    <a:pt x="1072543" y="423244"/>
                  </a:cubicBezTo>
                  <a:cubicBezTo>
                    <a:pt x="1064456" y="487087"/>
                    <a:pt x="1059234" y="552325"/>
                    <a:pt x="1056886" y="618963"/>
                  </a:cubicBezTo>
                  <a:cubicBezTo>
                    <a:pt x="1051069" y="689438"/>
                    <a:pt x="1044547" y="759897"/>
                    <a:pt x="1037314" y="830340"/>
                  </a:cubicBezTo>
                  <a:cubicBezTo>
                    <a:pt x="1031356" y="911211"/>
                    <a:pt x="996127" y="975140"/>
                    <a:pt x="931625" y="1022145"/>
                  </a:cubicBezTo>
                  <a:cubicBezTo>
                    <a:pt x="899300" y="1037403"/>
                    <a:pt x="865370" y="1046539"/>
                    <a:pt x="829851" y="1049545"/>
                  </a:cubicBezTo>
                  <a:cubicBezTo>
                    <a:pt x="605424" y="1049545"/>
                    <a:pt x="381004" y="1049545"/>
                    <a:pt x="156577" y="1049545"/>
                  </a:cubicBezTo>
                  <a:cubicBezTo>
                    <a:pt x="70195" y="1032314"/>
                    <a:pt x="19308" y="980120"/>
                    <a:pt x="3916" y="892970"/>
                  </a:cubicBezTo>
                  <a:cubicBezTo>
                    <a:pt x="-1305" y="639842"/>
                    <a:pt x="-1305" y="386707"/>
                    <a:pt x="3916" y="133579"/>
                  </a:cubicBezTo>
                  <a:cubicBezTo>
                    <a:pt x="28311" y="59629"/>
                    <a:pt x="79198" y="16571"/>
                    <a:pt x="156577" y="4405"/>
                  </a:cubicBezTo>
                  <a:cubicBezTo>
                    <a:pt x="412304" y="490"/>
                    <a:pt x="668046" y="-817"/>
                    <a:pt x="923796" y="490"/>
                  </a:cubicBezTo>
                  <a:close/>
                </a:path>
              </a:pathLst>
            </a:custGeom>
            <a:solidFill>
              <a:srgbClr val="DAE5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52D0B281-8B02-45B4-9D5A-137A560426DB}"/>
                </a:ext>
              </a:extLst>
            </p:cNvPr>
            <p:cNvSpPr/>
            <p:nvPr/>
          </p:nvSpPr>
          <p:spPr>
            <a:xfrm>
              <a:off x="2813095" y="3236897"/>
              <a:ext cx="1084284" cy="1018037"/>
            </a:xfrm>
            <a:custGeom>
              <a:avLst/>
              <a:gdLst>
                <a:gd name="connsiteX0" fmla="*/ 1084284 w 1084284"/>
                <a:gd name="connsiteY0" fmla="*/ 172531 h 1018037"/>
                <a:gd name="connsiteX1" fmla="*/ 1084284 w 1084284"/>
                <a:gd name="connsiteY1" fmla="*/ 877120 h 1018037"/>
                <a:gd name="connsiteX2" fmla="*/ 1068627 w 1084284"/>
                <a:gd name="connsiteY2" fmla="*/ 939750 h 1018037"/>
                <a:gd name="connsiteX3" fmla="*/ 1060798 w 1084284"/>
                <a:gd name="connsiteY3" fmla="*/ 916263 h 1018037"/>
                <a:gd name="connsiteX4" fmla="*/ 1017740 w 1084284"/>
                <a:gd name="connsiteY4" fmla="*/ 916263 h 1018037"/>
                <a:gd name="connsiteX5" fmla="*/ 994253 w 1084284"/>
                <a:gd name="connsiteY5" fmla="*/ 877120 h 1018037"/>
                <a:gd name="connsiteX6" fmla="*/ 998168 w 1084284"/>
                <a:gd name="connsiteY6" fmla="*/ 912349 h 1018037"/>
                <a:gd name="connsiteX7" fmla="*/ 974682 w 1084284"/>
                <a:gd name="connsiteY7" fmla="*/ 924092 h 1018037"/>
                <a:gd name="connsiteX8" fmla="*/ 896394 w 1084284"/>
                <a:gd name="connsiteY8" fmla="*/ 1014123 h 1018037"/>
                <a:gd name="connsiteX9" fmla="*/ 829849 w 1084284"/>
                <a:gd name="connsiteY9" fmla="*/ 1018037 h 1018037"/>
                <a:gd name="connsiteX10" fmla="*/ 837678 w 1084284"/>
                <a:gd name="connsiteY10" fmla="*/ 978894 h 1018037"/>
                <a:gd name="connsiteX11" fmla="*/ 865079 w 1084284"/>
                <a:gd name="connsiteY11" fmla="*/ 974979 h 1018037"/>
                <a:gd name="connsiteX12" fmla="*/ 837678 w 1084284"/>
                <a:gd name="connsiteY12" fmla="*/ 947578 h 1018037"/>
                <a:gd name="connsiteX13" fmla="*/ 802449 w 1084284"/>
                <a:gd name="connsiteY13" fmla="*/ 967150 h 1018037"/>
                <a:gd name="connsiteX14" fmla="*/ 759390 w 1084284"/>
                <a:gd name="connsiteY14" fmla="*/ 916263 h 1018037"/>
                <a:gd name="connsiteX15" fmla="*/ 755476 w 1084284"/>
                <a:gd name="connsiteY15" fmla="*/ 947578 h 1018037"/>
                <a:gd name="connsiteX16" fmla="*/ 708503 w 1084284"/>
                <a:gd name="connsiteY16" fmla="*/ 888863 h 1018037"/>
                <a:gd name="connsiteX17" fmla="*/ 767219 w 1084284"/>
                <a:gd name="connsiteY17" fmla="*/ 837976 h 1018037"/>
                <a:gd name="connsiteX18" fmla="*/ 802449 w 1084284"/>
                <a:gd name="connsiteY18" fmla="*/ 908435 h 1018037"/>
                <a:gd name="connsiteX19" fmla="*/ 818106 w 1084284"/>
                <a:gd name="connsiteY19" fmla="*/ 908435 h 1018037"/>
                <a:gd name="connsiteX20" fmla="*/ 794620 w 1084284"/>
                <a:gd name="connsiteY20" fmla="*/ 869291 h 1018037"/>
                <a:gd name="connsiteX21" fmla="*/ 798534 w 1084284"/>
                <a:gd name="connsiteY21" fmla="*/ 853633 h 1018037"/>
                <a:gd name="connsiteX22" fmla="*/ 845507 w 1084284"/>
                <a:gd name="connsiteY22" fmla="*/ 916263 h 1018037"/>
                <a:gd name="connsiteX23" fmla="*/ 900308 w 1084284"/>
                <a:gd name="connsiteY23" fmla="*/ 916263 h 1018037"/>
                <a:gd name="connsiteX24" fmla="*/ 900308 w 1084284"/>
                <a:gd name="connsiteY24" fmla="*/ 892777 h 1018037"/>
                <a:gd name="connsiteX25" fmla="*/ 904223 w 1084284"/>
                <a:gd name="connsiteY25" fmla="*/ 877120 h 1018037"/>
                <a:gd name="connsiteX26" fmla="*/ 951195 w 1084284"/>
                <a:gd name="connsiteY26" fmla="*/ 869291 h 1018037"/>
                <a:gd name="connsiteX27" fmla="*/ 927709 w 1084284"/>
                <a:gd name="connsiteY27" fmla="*/ 822318 h 1018037"/>
                <a:gd name="connsiteX28" fmla="*/ 865079 w 1084284"/>
                <a:gd name="connsiteY28" fmla="*/ 834061 h 1018037"/>
                <a:gd name="connsiteX29" fmla="*/ 872908 w 1084284"/>
                <a:gd name="connsiteY29" fmla="*/ 826233 h 1018037"/>
                <a:gd name="connsiteX30" fmla="*/ 857250 w 1084284"/>
                <a:gd name="connsiteY30" fmla="*/ 814489 h 1018037"/>
                <a:gd name="connsiteX31" fmla="*/ 888565 w 1084284"/>
                <a:gd name="connsiteY31" fmla="*/ 775346 h 1018037"/>
                <a:gd name="connsiteX32" fmla="*/ 868993 w 1084284"/>
                <a:gd name="connsiteY32" fmla="*/ 775346 h 1018037"/>
                <a:gd name="connsiteX33" fmla="*/ 861164 w 1084284"/>
                <a:gd name="connsiteY33" fmla="*/ 759688 h 1018037"/>
                <a:gd name="connsiteX34" fmla="*/ 833764 w 1084284"/>
                <a:gd name="connsiteY34" fmla="*/ 779260 h 1018037"/>
                <a:gd name="connsiteX35" fmla="*/ 833764 w 1084284"/>
                <a:gd name="connsiteY35" fmla="*/ 798832 h 1018037"/>
                <a:gd name="connsiteX36" fmla="*/ 822021 w 1084284"/>
                <a:gd name="connsiteY36" fmla="*/ 783174 h 1018037"/>
                <a:gd name="connsiteX37" fmla="*/ 790705 w 1084284"/>
                <a:gd name="connsiteY37" fmla="*/ 783174 h 1018037"/>
                <a:gd name="connsiteX38" fmla="*/ 743733 w 1084284"/>
                <a:gd name="connsiteY38" fmla="*/ 751859 h 1018037"/>
                <a:gd name="connsiteX39" fmla="*/ 716332 w 1084284"/>
                <a:gd name="connsiteY39" fmla="*/ 736202 h 1018037"/>
                <a:gd name="connsiteX40" fmla="*/ 720247 w 1084284"/>
                <a:gd name="connsiteY40" fmla="*/ 720544 h 1018037"/>
                <a:gd name="connsiteX41" fmla="*/ 735904 w 1084284"/>
                <a:gd name="connsiteY41" fmla="*/ 720544 h 1018037"/>
                <a:gd name="connsiteX42" fmla="*/ 775048 w 1084284"/>
                <a:gd name="connsiteY42" fmla="*/ 751859 h 1018037"/>
                <a:gd name="connsiteX43" fmla="*/ 810277 w 1084284"/>
                <a:gd name="connsiteY43" fmla="*/ 751859 h 1018037"/>
                <a:gd name="connsiteX44" fmla="*/ 810277 w 1084284"/>
                <a:gd name="connsiteY44" fmla="*/ 732287 h 1018037"/>
                <a:gd name="connsiteX45" fmla="*/ 861164 w 1084284"/>
                <a:gd name="connsiteY45" fmla="*/ 689229 h 1018037"/>
                <a:gd name="connsiteX46" fmla="*/ 919880 w 1084284"/>
                <a:gd name="connsiteY46" fmla="*/ 716630 h 1018037"/>
                <a:gd name="connsiteX47" fmla="*/ 951195 w 1084284"/>
                <a:gd name="connsiteY47" fmla="*/ 747945 h 1018037"/>
                <a:gd name="connsiteX48" fmla="*/ 959024 w 1084284"/>
                <a:gd name="connsiteY48" fmla="*/ 728373 h 1018037"/>
                <a:gd name="connsiteX49" fmla="*/ 955110 w 1084284"/>
                <a:gd name="connsiteY49" fmla="*/ 697058 h 1018037"/>
                <a:gd name="connsiteX50" fmla="*/ 943366 w 1084284"/>
                <a:gd name="connsiteY50" fmla="*/ 681400 h 1018037"/>
                <a:gd name="connsiteX51" fmla="*/ 935538 w 1084284"/>
                <a:gd name="connsiteY51" fmla="*/ 650085 h 1018037"/>
                <a:gd name="connsiteX52" fmla="*/ 896394 w 1084284"/>
                <a:gd name="connsiteY52" fmla="*/ 646171 h 1018037"/>
                <a:gd name="connsiteX53" fmla="*/ 892479 w 1084284"/>
                <a:gd name="connsiteY53" fmla="*/ 673572 h 1018037"/>
                <a:gd name="connsiteX54" fmla="*/ 849421 w 1084284"/>
                <a:gd name="connsiteY54" fmla="*/ 622685 h 1018037"/>
                <a:gd name="connsiteX55" fmla="*/ 865079 w 1084284"/>
                <a:gd name="connsiteY55" fmla="*/ 603113 h 1018037"/>
                <a:gd name="connsiteX56" fmla="*/ 841592 w 1084284"/>
                <a:gd name="connsiteY56" fmla="*/ 563969 h 1018037"/>
                <a:gd name="connsiteX57" fmla="*/ 829849 w 1084284"/>
                <a:gd name="connsiteY57" fmla="*/ 524825 h 1018037"/>
                <a:gd name="connsiteX58" fmla="*/ 849421 w 1084284"/>
                <a:gd name="connsiteY58" fmla="*/ 524825 h 1018037"/>
                <a:gd name="connsiteX59" fmla="*/ 833764 w 1084284"/>
                <a:gd name="connsiteY59" fmla="*/ 481767 h 1018037"/>
                <a:gd name="connsiteX60" fmla="*/ 841592 w 1084284"/>
                <a:gd name="connsiteY60" fmla="*/ 473938 h 1018037"/>
                <a:gd name="connsiteX61" fmla="*/ 818106 w 1084284"/>
                <a:gd name="connsiteY61" fmla="*/ 466109 h 1018037"/>
                <a:gd name="connsiteX62" fmla="*/ 865079 w 1084284"/>
                <a:gd name="connsiteY62" fmla="*/ 446537 h 1018037"/>
                <a:gd name="connsiteX63" fmla="*/ 865079 w 1084284"/>
                <a:gd name="connsiteY63" fmla="*/ 415222 h 1018037"/>
                <a:gd name="connsiteX64" fmla="*/ 900308 w 1084284"/>
                <a:gd name="connsiteY64" fmla="*/ 446537 h 1018037"/>
                <a:gd name="connsiteX65" fmla="*/ 912051 w 1084284"/>
                <a:gd name="connsiteY65" fmla="*/ 430880 h 1018037"/>
                <a:gd name="connsiteX66" fmla="*/ 900308 w 1084284"/>
                <a:gd name="connsiteY66" fmla="*/ 368250 h 1018037"/>
                <a:gd name="connsiteX67" fmla="*/ 872908 w 1084284"/>
                <a:gd name="connsiteY67" fmla="*/ 360421 h 1018037"/>
                <a:gd name="connsiteX68" fmla="*/ 841592 w 1084284"/>
                <a:gd name="connsiteY68" fmla="*/ 352592 h 1018037"/>
                <a:gd name="connsiteX69" fmla="*/ 825935 w 1084284"/>
                <a:gd name="connsiteY69" fmla="*/ 333020 h 1018037"/>
                <a:gd name="connsiteX70" fmla="*/ 872908 w 1084284"/>
                <a:gd name="connsiteY70" fmla="*/ 286048 h 1018037"/>
                <a:gd name="connsiteX71" fmla="*/ 849421 w 1084284"/>
                <a:gd name="connsiteY71" fmla="*/ 246904 h 1018037"/>
                <a:gd name="connsiteX72" fmla="*/ 872908 w 1084284"/>
                <a:gd name="connsiteY72" fmla="*/ 242989 h 1018037"/>
                <a:gd name="connsiteX73" fmla="*/ 837678 w 1084284"/>
                <a:gd name="connsiteY73" fmla="*/ 219503 h 1018037"/>
                <a:gd name="connsiteX74" fmla="*/ 790705 w 1084284"/>
                <a:gd name="connsiteY74" fmla="*/ 188188 h 1018037"/>
                <a:gd name="connsiteX75" fmla="*/ 786791 w 1084284"/>
                <a:gd name="connsiteY75" fmla="*/ 227332 h 1018037"/>
                <a:gd name="connsiteX76" fmla="*/ 759390 w 1084284"/>
                <a:gd name="connsiteY76" fmla="*/ 219503 h 1018037"/>
                <a:gd name="connsiteX77" fmla="*/ 739819 w 1084284"/>
                <a:gd name="connsiteY77" fmla="*/ 239075 h 1018037"/>
                <a:gd name="connsiteX78" fmla="*/ 786791 w 1084284"/>
                <a:gd name="connsiteY78" fmla="*/ 270390 h 1018037"/>
                <a:gd name="connsiteX79" fmla="*/ 751562 w 1084284"/>
                <a:gd name="connsiteY79" fmla="*/ 282133 h 1018037"/>
                <a:gd name="connsiteX80" fmla="*/ 763305 w 1084284"/>
                <a:gd name="connsiteY80" fmla="*/ 313448 h 1018037"/>
                <a:gd name="connsiteX81" fmla="*/ 747647 w 1084284"/>
                <a:gd name="connsiteY81" fmla="*/ 329106 h 1018037"/>
                <a:gd name="connsiteX82" fmla="*/ 743733 w 1084284"/>
                <a:gd name="connsiteY82" fmla="*/ 305620 h 1018037"/>
                <a:gd name="connsiteX83" fmla="*/ 724161 w 1084284"/>
                <a:gd name="connsiteY83" fmla="*/ 305620 h 1018037"/>
                <a:gd name="connsiteX84" fmla="*/ 724161 w 1084284"/>
                <a:gd name="connsiteY84" fmla="*/ 278219 h 1018037"/>
                <a:gd name="connsiteX85" fmla="*/ 720247 w 1084284"/>
                <a:gd name="connsiteY85" fmla="*/ 242989 h 1018037"/>
                <a:gd name="connsiteX86" fmla="*/ 708503 w 1084284"/>
                <a:gd name="connsiteY86" fmla="*/ 203846 h 1018037"/>
                <a:gd name="connsiteX87" fmla="*/ 704589 w 1084284"/>
                <a:gd name="connsiteY87" fmla="*/ 266476 h 1018037"/>
                <a:gd name="connsiteX88" fmla="*/ 685017 w 1084284"/>
                <a:gd name="connsiteY88" fmla="*/ 246904 h 1018037"/>
                <a:gd name="connsiteX89" fmla="*/ 692846 w 1084284"/>
                <a:gd name="connsiteY89" fmla="*/ 239075 h 1018037"/>
                <a:gd name="connsiteX90" fmla="*/ 669360 w 1084284"/>
                <a:gd name="connsiteY90" fmla="*/ 250818 h 1018037"/>
                <a:gd name="connsiteX91" fmla="*/ 630216 w 1084284"/>
                <a:gd name="connsiteY91" fmla="*/ 203846 h 1018037"/>
                <a:gd name="connsiteX92" fmla="*/ 602815 w 1084284"/>
                <a:gd name="connsiteY92" fmla="*/ 188188 h 1018037"/>
                <a:gd name="connsiteX93" fmla="*/ 598901 w 1084284"/>
                <a:gd name="connsiteY93" fmla="*/ 235161 h 1018037"/>
                <a:gd name="connsiteX94" fmla="*/ 591072 w 1084284"/>
                <a:gd name="connsiteY94" fmla="*/ 215589 h 1018037"/>
                <a:gd name="connsiteX95" fmla="*/ 571500 w 1084284"/>
                <a:gd name="connsiteY95" fmla="*/ 180359 h 1018037"/>
                <a:gd name="connsiteX96" fmla="*/ 551928 w 1084284"/>
                <a:gd name="connsiteY96" fmla="*/ 215589 h 1018037"/>
                <a:gd name="connsiteX97" fmla="*/ 528442 w 1084284"/>
                <a:gd name="connsiteY97" fmla="*/ 207760 h 1018037"/>
                <a:gd name="connsiteX98" fmla="*/ 497127 w 1084284"/>
                <a:gd name="connsiteY98" fmla="*/ 239075 h 1018037"/>
                <a:gd name="connsiteX99" fmla="*/ 528442 w 1084284"/>
                <a:gd name="connsiteY99" fmla="*/ 246904 h 1018037"/>
                <a:gd name="connsiteX100" fmla="*/ 508870 w 1084284"/>
                <a:gd name="connsiteY100" fmla="*/ 258647 h 1018037"/>
                <a:gd name="connsiteX101" fmla="*/ 504955 w 1084284"/>
                <a:gd name="connsiteY101" fmla="*/ 289962 h 1018037"/>
                <a:gd name="connsiteX102" fmla="*/ 489298 w 1084284"/>
                <a:gd name="connsiteY102" fmla="*/ 293876 h 1018037"/>
                <a:gd name="connsiteX103" fmla="*/ 493212 w 1084284"/>
                <a:gd name="connsiteY103" fmla="*/ 274304 h 1018037"/>
                <a:gd name="connsiteX104" fmla="*/ 450154 w 1084284"/>
                <a:gd name="connsiteY104" fmla="*/ 317363 h 1018037"/>
                <a:gd name="connsiteX105" fmla="*/ 473640 w 1084284"/>
                <a:gd name="connsiteY105" fmla="*/ 333020 h 1018037"/>
                <a:gd name="connsiteX106" fmla="*/ 403182 w 1084284"/>
                <a:gd name="connsiteY106" fmla="*/ 376078 h 1018037"/>
                <a:gd name="connsiteX107" fmla="*/ 379695 w 1084284"/>
                <a:gd name="connsiteY107" fmla="*/ 348678 h 1018037"/>
                <a:gd name="connsiteX108" fmla="*/ 379695 w 1084284"/>
                <a:gd name="connsiteY108" fmla="*/ 391736 h 1018037"/>
                <a:gd name="connsiteX109" fmla="*/ 348380 w 1084284"/>
                <a:gd name="connsiteY109" fmla="*/ 395650 h 1018037"/>
                <a:gd name="connsiteX110" fmla="*/ 403182 w 1084284"/>
                <a:gd name="connsiteY110" fmla="*/ 403479 h 1018037"/>
                <a:gd name="connsiteX111" fmla="*/ 379695 w 1084284"/>
                <a:gd name="connsiteY111" fmla="*/ 407394 h 1018037"/>
                <a:gd name="connsiteX112" fmla="*/ 387524 w 1084284"/>
                <a:gd name="connsiteY112" fmla="*/ 430880 h 1018037"/>
                <a:gd name="connsiteX113" fmla="*/ 438411 w 1084284"/>
                <a:gd name="connsiteY113" fmla="*/ 430880 h 1018037"/>
                <a:gd name="connsiteX114" fmla="*/ 454068 w 1084284"/>
                <a:gd name="connsiteY114" fmla="*/ 415222 h 1018037"/>
                <a:gd name="connsiteX115" fmla="*/ 418839 w 1084284"/>
                <a:gd name="connsiteY115" fmla="*/ 438709 h 1018037"/>
                <a:gd name="connsiteX116" fmla="*/ 379695 w 1084284"/>
                <a:gd name="connsiteY116" fmla="*/ 438709 h 1018037"/>
                <a:gd name="connsiteX117" fmla="*/ 371866 w 1084284"/>
                <a:gd name="connsiteY117" fmla="*/ 454366 h 1018037"/>
                <a:gd name="connsiteX118" fmla="*/ 371866 w 1084284"/>
                <a:gd name="connsiteY118" fmla="*/ 426965 h 1018037"/>
                <a:gd name="connsiteX119" fmla="*/ 328808 w 1084284"/>
                <a:gd name="connsiteY119" fmla="*/ 391736 h 1018037"/>
                <a:gd name="connsiteX120" fmla="*/ 309236 w 1084284"/>
                <a:gd name="connsiteY120" fmla="*/ 419137 h 1018037"/>
                <a:gd name="connsiteX121" fmla="*/ 348380 w 1084284"/>
                <a:gd name="connsiteY121" fmla="*/ 446537 h 1018037"/>
                <a:gd name="connsiteX122" fmla="*/ 328808 w 1084284"/>
                <a:gd name="connsiteY122" fmla="*/ 462195 h 1018037"/>
                <a:gd name="connsiteX123" fmla="*/ 309236 w 1084284"/>
                <a:gd name="connsiteY123" fmla="*/ 450452 h 1018037"/>
                <a:gd name="connsiteX124" fmla="*/ 317065 w 1084284"/>
                <a:gd name="connsiteY124" fmla="*/ 458281 h 1018037"/>
                <a:gd name="connsiteX125" fmla="*/ 289664 w 1084284"/>
                <a:gd name="connsiteY125" fmla="*/ 477852 h 1018037"/>
                <a:gd name="connsiteX126" fmla="*/ 238777 w 1084284"/>
                <a:gd name="connsiteY126" fmla="*/ 450452 h 1018037"/>
                <a:gd name="connsiteX127" fmla="*/ 254435 w 1084284"/>
                <a:gd name="connsiteY127" fmla="*/ 442623 h 1018037"/>
                <a:gd name="connsiteX128" fmla="*/ 207462 w 1084284"/>
                <a:gd name="connsiteY128" fmla="*/ 419137 h 1018037"/>
                <a:gd name="connsiteX129" fmla="*/ 258349 w 1084284"/>
                <a:gd name="connsiteY129" fmla="*/ 430880 h 1018037"/>
                <a:gd name="connsiteX130" fmla="*/ 274007 w 1084284"/>
                <a:gd name="connsiteY130" fmla="*/ 391736 h 1018037"/>
                <a:gd name="connsiteX131" fmla="*/ 277921 w 1084284"/>
                <a:gd name="connsiteY131" fmla="*/ 379993 h 1018037"/>
                <a:gd name="connsiteX132" fmla="*/ 277921 w 1084284"/>
                <a:gd name="connsiteY132" fmla="*/ 360421 h 1018037"/>
                <a:gd name="connsiteX133" fmla="*/ 215291 w 1084284"/>
                <a:gd name="connsiteY133" fmla="*/ 360421 h 1018037"/>
                <a:gd name="connsiteX134" fmla="*/ 191805 w 1084284"/>
                <a:gd name="connsiteY134" fmla="*/ 387822 h 1018037"/>
                <a:gd name="connsiteX135" fmla="*/ 199634 w 1084284"/>
                <a:gd name="connsiteY135" fmla="*/ 395650 h 1018037"/>
                <a:gd name="connsiteX136" fmla="*/ 144832 w 1084284"/>
                <a:gd name="connsiteY136" fmla="*/ 442623 h 1018037"/>
                <a:gd name="connsiteX137" fmla="*/ 160490 w 1084284"/>
                <a:gd name="connsiteY137" fmla="*/ 450452 h 1018037"/>
                <a:gd name="connsiteX138" fmla="*/ 137003 w 1084284"/>
                <a:gd name="connsiteY138" fmla="*/ 477852 h 1018037"/>
                <a:gd name="connsiteX139" fmla="*/ 121346 w 1084284"/>
                <a:gd name="connsiteY139" fmla="*/ 462195 h 1018037"/>
                <a:gd name="connsiteX140" fmla="*/ 121346 w 1084284"/>
                <a:gd name="connsiteY140" fmla="*/ 481767 h 1018037"/>
                <a:gd name="connsiteX141" fmla="*/ 101774 w 1084284"/>
                <a:gd name="connsiteY141" fmla="*/ 501339 h 1018037"/>
                <a:gd name="connsiteX142" fmla="*/ 97860 w 1084284"/>
                <a:gd name="connsiteY142" fmla="*/ 462195 h 1018037"/>
                <a:gd name="connsiteX143" fmla="*/ 43058 w 1084284"/>
                <a:gd name="connsiteY143" fmla="*/ 516996 h 1018037"/>
                <a:gd name="connsiteX144" fmla="*/ 27401 w 1084284"/>
                <a:gd name="connsiteY144" fmla="*/ 579626 h 1018037"/>
                <a:gd name="connsiteX145" fmla="*/ 0 w 1084284"/>
                <a:gd name="connsiteY145" fmla="*/ 141215 h 1018037"/>
                <a:gd name="connsiteX146" fmla="*/ 113517 w 1084284"/>
                <a:gd name="connsiteY146" fmla="*/ 12041 h 1018037"/>
                <a:gd name="connsiteX147" fmla="*/ 912051 w 1084284"/>
                <a:gd name="connsiteY147" fmla="*/ 4212 h 1018037"/>
                <a:gd name="connsiteX148" fmla="*/ 1084284 w 1084284"/>
                <a:gd name="connsiteY148" fmla="*/ 172531 h 1018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1084284" h="1018037">
                  <a:moveTo>
                    <a:pt x="1084284" y="172531"/>
                  </a:moveTo>
                  <a:cubicBezTo>
                    <a:pt x="1084284" y="407394"/>
                    <a:pt x="1084284" y="642257"/>
                    <a:pt x="1084284" y="877120"/>
                  </a:cubicBezTo>
                  <a:cubicBezTo>
                    <a:pt x="1080660" y="898422"/>
                    <a:pt x="1075446" y="919301"/>
                    <a:pt x="1068627" y="939750"/>
                  </a:cubicBezTo>
                  <a:cubicBezTo>
                    <a:pt x="1061549" y="934199"/>
                    <a:pt x="1058943" y="926370"/>
                    <a:pt x="1060798" y="916263"/>
                  </a:cubicBezTo>
                  <a:cubicBezTo>
                    <a:pt x="1045320" y="911183"/>
                    <a:pt x="1030970" y="911183"/>
                    <a:pt x="1017740" y="916263"/>
                  </a:cubicBezTo>
                  <a:cubicBezTo>
                    <a:pt x="1004157" y="907010"/>
                    <a:pt x="996328" y="893959"/>
                    <a:pt x="994253" y="877120"/>
                  </a:cubicBezTo>
                  <a:cubicBezTo>
                    <a:pt x="978979" y="889935"/>
                    <a:pt x="980287" y="901679"/>
                    <a:pt x="998168" y="912349"/>
                  </a:cubicBezTo>
                  <a:cubicBezTo>
                    <a:pt x="989368" y="914299"/>
                    <a:pt x="981540" y="918213"/>
                    <a:pt x="974682" y="924092"/>
                  </a:cubicBezTo>
                  <a:cubicBezTo>
                    <a:pt x="949817" y="955454"/>
                    <a:pt x="923724" y="985470"/>
                    <a:pt x="896394" y="1014123"/>
                  </a:cubicBezTo>
                  <a:cubicBezTo>
                    <a:pt x="872673" y="1016378"/>
                    <a:pt x="850486" y="1017685"/>
                    <a:pt x="829849" y="1018037"/>
                  </a:cubicBezTo>
                  <a:cubicBezTo>
                    <a:pt x="839620" y="1006537"/>
                    <a:pt x="842227" y="993494"/>
                    <a:pt x="837678" y="978894"/>
                  </a:cubicBezTo>
                  <a:cubicBezTo>
                    <a:pt x="847832" y="988946"/>
                    <a:pt x="856968" y="987638"/>
                    <a:pt x="865079" y="974979"/>
                  </a:cubicBezTo>
                  <a:cubicBezTo>
                    <a:pt x="850729" y="971065"/>
                    <a:pt x="841592" y="961929"/>
                    <a:pt x="837678" y="947578"/>
                  </a:cubicBezTo>
                  <a:cubicBezTo>
                    <a:pt x="827015" y="958734"/>
                    <a:pt x="815272" y="965256"/>
                    <a:pt x="802449" y="967150"/>
                  </a:cubicBezTo>
                  <a:cubicBezTo>
                    <a:pt x="789735" y="943437"/>
                    <a:pt x="775377" y="926480"/>
                    <a:pt x="759390" y="916263"/>
                  </a:cubicBezTo>
                  <a:cubicBezTo>
                    <a:pt x="758725" y="928672"/>
                    <a:pt x="757425" y="939108"/>
                    <a:pt x="755476" y="947578"/>
                  </a:cubicBezTo>
                  <a:cubicBezTo>
                    <a:pt x="746786" y="926613"/>
                    <a:pt x="731129" y="907041"/>
                    <a:pt x="708503" y="888863"/>
                  </a:cubicBezTo>
                  <a:cubicBezTo>
                    <a:pt x="723871" y="866887"/>
                    <a:pt x="743443" y="849930"/>
                    <a:pt x="767219" y="837976"/>
                  </a:cubicBezTo>
                  <a:cubicBezTo>
                    <a:pt x="770672" y="865752"/>
                    <a:pt x="782415" y="889238"/>
                    <a:pt x="802449" y="908435"/>
                  </a:cubicBezTo>
                  <a:cubicBezTo>
                    <a:pt x="794800" y="937683"/>
                    <a:pt x="800022" y="937683"/>
                    <a:pt x="818106" y="908435"/>
                  </a:cubicBezTo>
                  <a:cubicBezTo>
                    <a:pt x="810277" y="895384"/>
                    <a:pt x="802449" y="882341"/>
                    <a:pt x="794620" y="869291"/>
                  </a:cubicBezTo>
                  <a:cubicBezTo>
                    <a:pt x="795927" y="864069"/>
                    <a:pt x="797227" y="858855"/>
                    <a:pt x="798534" y="853633"/>
                  </a:cubicBezTo>
                  <a:cubicBezTo>
                    <a:pt x="814192" y="874513"/>
                    <a:pt x="829849" y="895384"/>
                    <a:pt x="845507" y="916263"/>
                  </a:cubicBezTo>
                  <a:cubicBezTo>
                    <a:pt x="863771" y="905828"/>
                    <a:pt x="882044" y="905828"/>
                    <a:pt x="900308" y="916263"/>
                  </a:cubicBezTo>
                  <a:cubicBezTo>
                    <a:pt x="926401" y="908435"/>
                    <a:pt x="926401" y="900606"/>
                    <a:pt x="900308" y="892777"/>
                  </a:cubicBezTo>
                  <a:cubicBezTo>
                    <a:pt x="894922" y="886264"/>
                    <a:pt x="896229" y="881050"/>
                    <a:pt x="904223" y="877120"/>
                  </a:cubicBezTo>
                  <a:cubicBezTo>
                    <a:pt x="922973" y="897897"/>
                    <a:pt x="938630" y="895290"/>
                    <a:pt x="951195" y="869291"/>
                  </a:cubicBezTo>
                  <a:cubicBezTo>
                    <a:pt x="937792" y="852992"/>
                    <a:pt x="929964" y="837334"/>
                    <a:pt x="927709" y="822318"/>
                  </a:cubicBezTo>
                  <a:cubicBezTo>
                    <a:pt x="907863" y="840888"/>
                    <a:pt x="886984" y="844802"/>
                    <a:pt x="865079" y="834061"/>
                  </a:cubicBezTo>
                  <a:cubicBezTo>
                    <a:pt x="867686" y="831454"/>
                    <a:pt x="870301" y="828840"/>
                    <a:pt x="872908" y="826233"/>
                  </a:cubicBezTo>
                  <a:cubicBezTo>
                    <a:pt x="866582" y="823821"/>
                    <a:pt x="861360" y="819907"/>
                    <a:pt x="857250" y="814489"/>
                  </a:cubicBezTo>
                  <a:cubicBezTo>
                    <a:pt x="865807" y="800014"/>
                    <a:pt x="876243" y="786964"/>
                    <a:pt x="888565" y="775346"/>
                  </a:cubicBezTo>
                  <a:cubicBezTo>
                    <a:pt x="882506" y="765865"/>
                    <a:pt x="875984" y="765865"/>
                    <a:pt x="868993" y="775346"/>
                  </a:cubicBezTo>
                  <a:cubicBezTo>
                    <a:pt x="866386" y="770124"/>
                    <a:pt x="863771" y="764910"/>
                    <a:pt x="861164" y="759688"/>
                  </a:cubicBezTo>
                  <a:cubicBezTo>
                    <a:pt x="854095" y="769090"/>
                    <a:pt x="844967" y="775619"/>
                    <a:pt x="833764" y="779260"/>
                  </a:cubicBezTo>
                  <a:cubicBezTo>
                    <a:pt x="853555" y="784497"/>
                    <a:pt x="853555" y="791019"/>
                    <a:pt x="833764" y="798832"/>
                  </a:cubicBezTo>
                  <a:cubicBezTo>
                    <a:pt x="828346" y="794722"/>
                    <a:pt x="824432" y="789500"/>
                    <a:pt x="822021" y="783174"/>
                  </a:cubicBezTo>
                  <a:cubicBezTo>
                    <a:pt x="812908" y="780552"/>
                    <a:pt x="802472" y="780552"/>
                    <a:pt x="790705" y="783174"/>
                  </a:cubicBezTo>
                  <a:cubicBezTo>
                    <a:pt x="773482" y="775174"/>
                    <a:pt x="757825" y="764738"/>
                    <a:pt x="743733" y="751859"/>
                  </a:cubicBezTo>
                  <a:cubicBezTo>
                    <a:pt x="727097" y="762436"/>
                    <a:pt x="717961" y="757222"/>
                    <a:pt x="716332" y="736202"/>
                  </a:cubicBezTo>
                  <a:cubicBezTo>
                    <a:pt x="717640" y="730980"/>
                    <a:pt x="718939" y="725766"/>
                    <a:pt x="720247" y="720544"/>
                  </a:cubicBezTo>
                  <a:cubicBezTo>
                    <a:pt x="725468" y="730980"/>
                    <a:pt x="730682" y="730980"/>
                    <a:pt x="735904" y="720544"/>
                  </a:cubicBezTo>
                  <a:cubicBezTo>
                    <a:pt x="748837" y="724991"/>
                    <a:pt x="761880" y="735427"/>
                    <a:pt x="775048" y="751859"/>
                  </a:cubicBezTo>
                  <a:cubicBezTo>
                    <a:pt x="787284" y="731943"/>
                    <a:pt x="799027" y="731943"/>
                    <a:pt x="810277" y="751859"/>
                  </a:cubicBezTo>
                  <a:cubicBezTo>
                    <a:pt x="819758" y="745800"/>
                    <a:pt x="819758" y="739279"/>
                    <a:pt x="810277" y="732287"/>
                  </a:cubicBezTo>
                  <a:cubicBezTo>
                    <a:pt x="834601" y="726196"/>
                    <a:pt x="851566" y="711847"/>
                    <a:pt x="861164" y="689229"/>
                  </a:cubicBezTo>
                  <a:cubicBezTo>
                    <a:pt x="879202" y="701505"/>
                    <a:pt x="898774" y="710641"/>
                    <a:pt x="919880" y="716630"/>
                  </a:cubicBezTo>
                  <a:cubicBezTo>
                    <a:pt x="932931" y="724459"/>
                    <a:pt x="943366" y="734894"/>
                    <a:pt x="951195" y="747945"/>
                  </a:cubicBezTo>
                  <a:cubicBezTo>
                    <a:pt x="977484" y="750865"/>
                    <a:pt x="980099" y="744336"/>
                    <a:pt x="959024" y="728373"/>
                  </a:cubicBezTo>
                  <a:cubicBezTo>
                    <a:pt x="979661" y="716129"/>
                    <a:pt x="978353" y="705693"/>
                    <a:pt x="955110" y="697058"/>
                  </a:cubicBezTo>
                  <a:cubicBezTo>
                    <a:pt x="923701" y="718423"/>
                    <a:pt x="919786" y="713209"/>
                    <a:pt x="943366" y="681400"/>
                  </a:cubicBezTo>
                  <a:cubicBezTo>
                    <a:pt x="927380" y="673548"/>
                    <a:pt x="924773" y="663105"/>
                    <a:pt x="935538" y="650085"/>
                  </a:cubicBezTo>
                  <a:cubicBezTo>
                    <a:pt x="923802" y="631625"/>
                    <a:pt x="910752" y="630326"/>
                    <a:pt x="896394" y="646171"/>
                  </a:cubicBezTo>
                  <a:cubicBezTo>
                    <a:pt x="902500" y="654571"/>
                    <a:pt x="901193" y="663707"/>
                    <a:pt x="892479" y="673572"/>
                  </a:cubicBezTo>
                  <a:cubicBezTo>
                    <a:pt x="886694" y="649514"/>
                    <a:pt x="872344" y="632549"/>
                    <a:pt x="849421" y="622685"/>
                  </a:cubicBezTo>
                  <a:cubicBezTo>
                    <a:pt x="856130" y="617291"/>
                    <a:pt x="861344" y="610769"/>
                    <a:pt x="865079" y="603113"/>
                  </a:cubicBezTo>
                  <a:cubicBezTo>
                    <a:pt x="839541" y="598776"/>
                    <a:pt x="831713" y="585733"/>
                    <a:pt x="841592" y="563969"/>
                  </a:cubicBezTo>
                  <a:cubicBezTo>
                    <a:pt x="828879" y="553251"/>
                    <a:pt x="824964" y="540201"/>
                    <a:pt x="829849" y="524825"/>
                  </a:cubicBezTo>
                  <a:cubicBezTo>
                    <a:pt x="836840" y="534306"/>
                    <a:pt x="843362" y="534306"/>
                    <a:pt x="849421" y="524825"/>
                  </a:cubicBezTo>
                  <a:cubicBezTo>
                    <a:pt x="844779" y="510091"/>
                    <a:pt x="839557" y="495741"/>
                    <a:pt x="833764" y="481767"/>
                  </a:cubicBezTo>
                  <a:cubicBezTo>
                    <a:pt x="836371" y="479160"/>
                    <a:pt x="838986" y="476545"/>
                    <a:pt x="841592" y="473938"/>
                  </a:cubicBezTo>
                  <a:cubicBezTo>
                    <a:pt x="833764" y="471331"/>
                    <a:pt x="825935" y="468716"/>
                    <a:pt x="818106" y="466109"/>
                  </a:cubicBezTo>
                  <a:cubicBezTo>
                    <a:pt x="832903" y="451446"/>
                    <a:pt x="848560" y="444925"/>
                    <a:pt x="865079" y="446537"/>
                  </a:cubicBezTo>
                  <a:cubicBezTo>
                    <a:pt x="856115" y="435648"/>
                    <a:pt x="856115" y="425212"/>
                    <a:pt x="865079" y="415222"/>
                  </a:cubicBezTo>
                  <a:cubicBezTo>
                    <a:pt x="877988" y="424664"/>
                    <a:pt x="889732" y="435100"/>
                    <a:pt x="900308" y="446537"/>
                  </a:cubicBezTo>
                  <a:cubicBezTo>
                    <a:pt x="905726" y="442427"/>
                    <a:pt x="909640" y="437206"/>
                    <a:pt x="912051" y="430880"/>
                  </a:cubicBezTo>
                  <a:cubicBezTo>
                    <a:pt x="915324" y="409828"/>
                    <a:pt x="911409" y="388949"/>
                    <a:pt x="900308" y="368250"/>
                  </a:cubicBezTo>
                  <a:cubicBezTo>
                    <a:pt x="889301" y="377394"/>
                    <a:pt x="880173" y="374787"/>
                    <a:pt x="872908" y="360421"/>
                  </a:cubicBezTo>
                  <a:cubicBezTo>
                    <a:pt x="838163" y="402947"/>
                    <a:pt x="827720" y="400340"/>
                    <a:pt x="841592" y="352592"/>
                  </a:cubicBezTo>
                  <a:cubicBezTo>
                    <a:pt x="837858" y="344936"/>
                    <a:pt x="832644" y="338414"/>
                    <a:pt x="825935" y="333020"/>
                  </a:cubicBezTo>
                  <a:cubicBezTo>
                    <a:pt x="836371" y="312141"/>
                    <a:pt x="852028" y="296483"/>
                    <a:pt x="872908" y="286048"/>
                  </a:cubicBezTo>
                  <a:cubicBezTo>
                    <a:pt x="865079" y="272997"/>
                    <a:pt x="857250" y="259954"/>
                    <a:pt x="849421" y="246904"/>
                  </a:cubicBezTo>
                  <a:cubicBezTo>
                    <a:pt x="856843" y="243122"/>
                    <a:pt x="864672" y="241823"/>
                    <a:pt x="872908" y="242989"/>
                  </a:cubicBezTo>
                  <a:cubicBezTo>
                    <a:pt x="883586" y="211330"/>
                    <a:pt x="871843" y="203501"/>
                    <a:pt x="837678" y="219503"/>
                  </a:cubicBezTo>
                  <a:cubicBezTo>
                    <a:pt x="823367" y="207126"/>
                    <a:pt x="807710" y="196682"/>
                    <a:pt x="790705" y="188188"/>
                  </a:cubicBezTo>
                  <a:cubicBezTo>
                    <a:pt x="779002" y="200792"/>
                    <a:pt x="777702" y="213835"/>
                    <a:pt x="786791" y="227332"/>
                  </a:cubicBezTo>
                  <a:cubicBezTo>
                    <a:pt x="774993" y="237032"/>
                    <a:pt x="765857" y="234417"/>
                    <a:pt x="759390" y="219503"/>
                  </a:cubicBezTo>
                  <a:cubicBezTo>
                    <a:pt x="755476" y="228639"/>
                    <a:pt x="748955" y="235161"/>
                    <a:pt x="739819" y="239075"/>
                  </a:cubicBezTo>
                  <a:cubicBezTo>
                    <a:pt x="755476" y="249511"/>
                    <a:pt x="771134" y="259954"/>
                    <a:pt x="786791" y="270390"/>
                  </a:cubicBezTo>
                  <a:cubicBezTo>
                    <a:pt x="774837" y="281100"/>
                    <a:pt x="763093" y="285014"/>
                    <a:pt x="751562" y="282133"/>
                  </a:cubicBezTo>
                  <a:cubicBezTo>
                    <a:pt x="748955" y="294244"/>
                    <a:pt x="752869" y="304680"/>
                    <a:pt x="763305" y="313448"/>
                  </a:cubicBezTo>
                  <a:cubicBezTo>
                    <a:pt x="760698" y="321277"/>
                    <a:pt x="755476" y="326499"/>
                    <a:pt x="747647" y="329106"/>
                  </a:cubicBezTo>
                  <a:cubicBezTo>
                    <a:pt x="744430" y="323140"/>
                    <a:pt x="743130" y="315312"/>
                    <a:pt x="743733" y="305620"/>
                  </a:cubicBezTo>
                  <a:cubicBezTo>
                    <a:pt x="736742" y="315100"/>
                    <a:pt x="730220" y="315100"/>
                    <a:pt x="724161" y="305620"/>
                  </a:cubicBezTo>
                  <a:cubicBezTo>
                    <a:pt x="733642" y="296068"/>
                    <a:pt x="733642" y="286932"/>
                    <a:pt x="724161" y="278219"/>
                  </a:cubicBezTo>
                  <a:cubicBezTo>
                    <a:pt x="746340" y="263869"/>
                    <a:pt x="745040" y="252126"/>
                    <a:pt x="720247" y="242989"/>
                  </a:cubicBezTo>
                  <a:cubicBezTo>
                    <a:pt x="718665" y="229242"/>
                    <a:pt x="714751" y="216199"/>
                    <a:pt x="708503" y="203846"/>
                  </a:cubicBezTo>
                  <a:cubicBezTo>
                    <a:pt x="707556" y="223433"/>
                    <a:pt x="706249" y="244305"/>
                    <a:pt x="704589" y="266476"/>
                  </a:cubicBezTo>
                  <a:cubicBezTo>
                    <a:pt x="700675" y="257340"/>
                    <a:pt x="694153" y="250818"/>
                    <a:pt x="685017" y="246904"/>
                  </a:cubicBezTo>
                  <a:cubicBezTo>
                    <a:pt x="687624" y="244297"/>
                    <a:pt x="690239" y="241682"/>
                    <a:pt x="692846" y="239075"/>
                  </a:cubicBezTo>
                  <a:cubicBezTo>
                    <a:pt x="683123" y="236640"/>
                    <a:pt x="675294" y="240555"/>
                    <a:pt x="669360" y="250818"/>
                  </a:cubicBezTo>
                  <a:cubicBezTo>
                    <a:pt x="645615" y="243130"/>
                    <a:pt x="632564" y="227473"/>
                    <a:pt x="630216" y="203846"/>
                  </a:cubicBezTo>
                  <a:cubicBezTo>
                    <a:pt x="617502" y="204942"/>
                    <a:pt x="608374" y="199720"/>
                    <a:pt x="602815" y="188188"/>
                  </a:cubicBezTo>
                  <a:cubicBezTo>
                    <a:pt x="609289" y="207087"/>
                    <a:pt x="607982" y="222744"/>
                    <a:pt x="598901" y="235161"/>
                  </a:cubicBezTo>
                  <a:cubicBezTo>
                    <a:pt x="585036" y="230972"/>
                    <a:pt x="582429" y="224443"/>
                    <a:pt x="591072" y="215589"/>
                  </a:cubicBezTo>
                  <a:cubicBezTo>
                    <a:pt x="583556" y="204480"/>
                    <a:pt x="577035" y="192737"/>
                    <a:pt x="571500" y="180359"/>
                  </a:cubicBezTo>
                  <a:cubicBezTo>
                    <a:pt x="569363" y="194678"/>
                    <a:pt x="562834" y="206421"/>
                    <a:pt x="551928" y="215589"/>
                  </a:cubicBezTo>
                  <a:cubicBezTo>
                    <a:pt x="544099" y="212982"/>
                    <a:pt x="536271" y="210367"/>
                    <a:pt x="528442" y="207760"/>
                  </a:cubicBezTo>
                  <a:cubicBezTo>
                    <a:pt x="520613" y="220810"/>
                    <a:pt x="510177" y="231246"/>
                    <a:pt x="497127" y="239075"/>
                  </a:cubicBezTo>
                  <a:cubicBezTo>
                    <a:pt x="509614" y="234245"/>
                    <a:pt x="520049" y="236852"/>
                    <a:pt x="528442" y="246904"/>
                  </a:cubicBezTo>
                  <a:cubicBezTo>
                    <a:pt x="521271" y="249832"/>
                    <a:pt x="514741" y="253746"/>
                    <a:pt x="508870" y="258647"/>
                  </a:cubicBezTo>
                  <a:cubicBezTo>
                    <a:pt x="511305" y="269881"/>
                    <a:pt x="510005" y="280317"/>
                    <a:pt x="504955" y="289962"/>
                  </a:cubicBezTo>
                  <a:cubicBezTo>
                    <a:pt x="501025" y="297955"/>
                    <a:pt x="495811" y="299263"/>
                    <a:pt x="489298" y="293876"/>
                  </a:cubicBezTo>
                  <a:cubicBezTo>
                    <a:pt x="496743" y="288255"/>
                    <a:pt x="498043" y="281734"/>
                    <a:pt x="493212" y="274304"/>
                  </a:cubicBezTo>
                  <a:cubicBezTo>
                    <a:pt x="477766" y="287833"/>
                    <a:pt x="463416" y="302183"/>
                    <a:pt x="450154" y="317363"/>
                  </a:cubicBezTo>
                  <a:cubicBezTo>
                    <a:pt x="459329" y="320643"/>
                    <a:pt x="467158" y="325857"/>
                    <a:pt x="473640" y="333020"/>
                  </a:cubicBezTo>
                  <a:cubicBezTo>
                    <a:pt x="450812" y="349508"/>
                    <a:pt x="427325" y="363858"/>
                    <a:pt x="403182" y="376078"/>
                  </a:cubicBezTo>
                  <a:cubicBezTo>
                    <a:pt x="406579" y="355207"/>
                    <a:pt x="398750" y="346071"/>
                    <a:pt x="379695" y="348678"/>
                  </a:cubicBezTo>
                  <a:cubicBezTo>
                    <a:pt x="384690" y="362041"/>
                    <a:pt x="384690" y="376392"/>
                    <a:pt x="379695" y="391736"/>
                  </a:cubicBezTo>
                  <a:cubicBezTo>
                    <a:pt x="368946" y="390507"/>
                    <a:pt x="358503" y="391814"/>
                    <a:pt x="348380" y="395650"/>
                  </a:cubicBezTo>
                  <a:cubicBezTo>
                    <a:pt x="366645" y="398257"/>
                    <a:pt x="384917" y="400872"/>
                    <a:pt x="403182" y="403479"/>
                  </a:cubicBezTo>
                  <a:cubicBezTo>
                    <a:pt x="395760" y="407260"/>
                    <a:pt x="387931" y="408560"/>
                    <a:pt x="379695" y="407394"/>
                  </a:cubicBezTo>
                  <a:cubicBezTo>
                    <a:pt x="377981" y="416592"/>
                    <a:pt x="380588" y="424421"/>
                    <a:pt x="387524" y="430880"/>
                  </a:cubicBezTo>
                  <a:cubicBezTo>
                    <a:pt x="405131" y="429557"/>
                    <a:pt x="422096" y="429557"/>
                    <a:pt x="438411" y="430880"/>
                  </a:cubicBezTo>
                  <a:cubicBezTo>
                    <a:pt x="445809" y="427709"/>
                    <a:pt x="451031" y="422487"/>
                    <a:pt x="454068" y="415222"/>
                  </a:cubicBezTo>
                  <a:cubicBezTo>
                    <a:pt x="455290" y="441402"/>
                    <a:pt x="443547" y="449230"/>
                    <a:pt x="418839" y="438709"/>
                  </a:cubicBezTo>
                  <a:cubicBezTo>
                    <a:pt x="406720" y="457670"/>
                    <a:pt x="393677" y="457670"/>
                    <a:pt x="379695" y="438709"/>
                  </a:cubicBezTo>
                  <a:cubicBezTo>
                    <a:pt x="377088" y="443930"/>
                    <a:pt x="374473" y="449144"/>
                    <a:pt x="371866" y="454366"/>
                  </a:cubicBezTo>
                  <a:cubicBezTo>
                    <a:pt x="354635" y="442185"/>
                    <a:pt x="354635" y="433048"/>
                    <a:pt x="371866" y="426965"/>
                  </a:cubicBezTo>
                  <a:cubicBezTo>
                    <a:pt x="355356" y="418033"/>
                    <a:pt x="341005" y="406290"/>
                    <a:pt x="328808" y="391736"/>
                  </a:cubicBezTo>
                  <a:cubicBezTo>
                    <a:pt x="325168" y="402939"/>
                    <a:pt x="318639" y="412067"/>
                    <a:pt x="309236" y="419137"/>
                  </a:cubicBezTo>
                  <a:cubicBezTo>
                    <a:pt x="322287" y="428273"/>
                    <a:pt x="335330" y="437401"/>
                    <a:pt x="348380" y="446537"/>
                  </a:cubicBezTo>
                  <a:cubicBezTo>
                    <a:pt x="342571" y="452699"/>
                    <a:pt x="336050" y="457913"/>
                    <a:pt x="328808" y="462195"/>
                  </a:cubicBezTo>
                  <a:cubicBezTo>
                    <a:pt x="325497" y="450796"/>
                    <a:pt x="318975" y="446882"/>
                    <a:pt x="309236" y="450452"/>
                  </a:cubicBezTo>
                  <a:cubicBezTo>
                    <a:pt x="311843" y="453059"/>
                    <a:pt x="314458" y="455673"/>
                    <a:pt x="317065" y="458281"/>
                  </a:cubicBezTo>
                  <a:cubicBezTo>
                    <a:pt x="305862" y="461921"/>
                    <a:pt x="296734" y="468450"/>
                    <a:pt x="289664" y="477852"/>
                  </a:cubicBezTo>
                  <a:cubicBezTo>
                    <a:pt x="273326" y="467722"/>
                    <a:pt x="256361" y="458586"/>
                    <a:pt x="238777" y="450452"/>
                  </a:cubicBezTo>
                  <a:cubicBezTo>
                    <a:pt x="243999" y="447845"/>
                    <a:pt x="249213" y="445230"/>
                    <a:pt x="254435" y="442623"/>
                  </a:cubicBezTo>
                  <a:cubicBezTo>
                    <a:pt x="234840" y="441613"/>
                    <a:pt x="219182" y="433784"/>
                    <a:pt x="207462" y="419137"/>
                  </a:cubicBezTo>
                  <a:cubicBezTo>
                    <a:pt x="223864" y="428140"/>
                    <a:pt x="240829" y="432054"/>
                    <a:pt x="258349" y="430880"/>
                  </a:cubicBezTo>
                  <a:cubicBezTo>
                    <a:pt x="262037" y="417211"/>
                    <a:pt x="267258" y="404160"/>
                    <a:pt x="274007" y="391736"/>
                  </a:cubicBezTo>
                  <a:cubicBezTo>
                    <a:pt x="298354" y="400919"/>
                    <a:pt x="299662" y="397005"/>
                    <a:pt x="277921" y="379993"/>
                  </a:cubicBezTo>
                  <a:cubicBezTo>
                    <a:pt x="287402" y="373002"/>
                    <a:pt x="287402" y="366480"/>
                    <a:pt x="277921" y="360421"/>
                  </a:cubicBezTo>
                  <a:cubicBezTo>
                    <a:pt x="254638" y="398625"/>
                    <a:pt x="233767" y="398625"/>
                    <a:pt x="215291" y="360421"/>
                  </a:cubicBezTo>
                  <a:cubicBezTo>
                    <a:pt x="208386" y="370285"/>
                    <a:pt x="200557" y="379413"/>
                    <a:pt x="191805" y="387822"/>
                  </a:cubicBezTo>
                  <a:cubicBezTo>
                    <a:pt x="194412" y="390429"/>
                    <a:pt x="197027" y="393043"/>
                    <a:pt x="199634" y="395650"/>
                  </a:cubicBezTo>
                  <a:cubicBezTo>
                    <a:pt x="183422" y="414533"/>
                    <a:pt x="165155" y="430191"/>
                    <a:pt x="144832" y="442623"/>
                  </a:cubicBezTo>
                  <a:cubicBezTo>
                    <a:pt x="150052" y="445230"/>
                    <a:pt x="155270" y="447845"/>
                    <a:pt x="160490" y="450452"/>
                  </a:cubicBezTo>
                  <a:cubicBezTo>
                    <a:pt x="151734" y="458860"/>
                    <a:pt x="143905" y="467988"/>
                    <a:pt x="137003" y="477852"/>
                  </a:cubicBezTo>
                  <a:cubicBezTo>
                    <a:pt x="131784" y="472631"/>
                    <a:pt x="126565" y="467417"/>
                    <a:pt x="121346" y="462195"/>
                  </a:cubicBezTo>
                  <a:cubicBezTo>
                    <a:pt x="111864" y="468254"/>
                    <a:pt x="111864" y="474776"/>
                    <a:pt x="121346" y="481767"/>
                  </a:cubicBezTo>
                  <a:cubicBezTo>
                    <a:pt x="114822" y="488288"/>
                    <a:pt x="108298" y="494817"/>
                    <a:pt x="101774" y="501339"/>
                  </a:cubicBezTo>
                  <a:cubicBezTo>
                    <a:pt x="104770" y="486167"/>
                    <a:pt x="103465" y="473124"/>
                    <a:pt x="97860" y="462195"/>
                  </a:cubicBezTo>
                  <a:cubicBezTo>
                    <a:pt x="82202" y="483074"/>
                    <a:pt x="63935" y="501339"/>
                    <a:pt x="43058" y="516996"/>
                  </a:cubicBezTo>
                  <a:cubicBezTo>
                    <a:pt x="37832" y="538964"/>
                    <a:pt x="32612" y="559835"/>
                    <a:pt x="27401" y="579626"/>
                  </a:cubicBezTo>
                  <a:cubicBezTo>
                    <a:pt x="11212" y="433878"/>
                    <a:pt x="2078" y="287739"/>
                    <a:pt x="0" y="141215"/>
                  </a:cubicBezTo>
                  <a:cubicBezTo>
                    <a:pt x="15391" y="78828"/>
                    <a:pt x="53230" y="35770"/>
                    <a:pt x="113517" y="12041"/>
                  </a:cubicBezTo>
                  <a:cubicBezTo>
                    <a:pt x="379390" y="-736"/>
                    <a:pt x="645568" y="-3343"/>
                    <a:pt x="912051" y="4212"/>
                  </a:cubicBezTo>
                  <a:cubicBezTo>
                    <a:pt x="1015242" y="14773"/>
                    <a:pt x="1072651" y="70874"/>
                    <a:pt x="1084284" y="172531"/>
                  </a:cubicBezTo>
                  <a:close/>
                </a:path>
              </a:pathLst>
            </a:custGeom>
            <a:solidFill>
              <a:srgbClr val="E4EC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8D5FB9F4-A953-4E26-A7D5-1C504D2D2F5E}"/>
                </a:ext>
              </a:extLst>
            </p:cNvPr>
            <p:cNvSpPr/>
            <p:nvPr/>
          </p:nvSpPr>
          <p:spPr>
            <a:xfrm>
              <a:off x="2220748" y="2704839"/>
              <a:ext cx="212651" cy="978595"/>
            </a:xfrm>
            <a:custGeom>
              <a:avLst/>
              <a:gdLst>
                <a:gd name="connsiteX0" fmla="*/ 24761 w 212651"/>
                <a:gd name="connsiteY0" fmla="*/ 187890 h 978595"/>
                <a:gd name="connsiteX1" fmla="*/ 36504 w 212651"/>
                <a:gd name="connsiteY1" fmla="*/ 313151 h 978595"/>
                <a:gd name="connsiteX2" fmla="*/ 212651 w 212651"/>
                <a:gd name="connsiteY2" fmla="*/ 978596 h 978595"/>
                <a:gd name="connsiteX3" fmla="*/ 189165 w 212651"/>
                <a:gd name="connsiteY3" fmla="*/ 978596 h 978595"/>
                <a:gd name="connsiteX4" fmla="*/ 1275 w 212651"/>
                <a:gd name="connsiteY4" fmla="*/ 148747 h 978595"/>
                <a:gd name="connsiteX5" fmla="*/ 13018 w 212651"/>
                <a:gd name="connsiteY5" fmla="*/ 0 h 978595"/>
                <a:gd name="connsiteX6" fmla="*/ 24761 w 212651"/>
                <a:gd name="connsiteY6" fmla="*/ 187890 h 97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651" h="978595">
                  <a:moveTo>
                    <a:pt x="24761" y="187890"/>
                  </a:moveTo>
                  <a:cubicBezTo>
                    <a:pt x="28152" y="229641"/>
                    <a:pt x="32067" y="271392"/>
                    <a:pt x="36504" y="313151"/>
                  </a:cubicBezTo>
                  <a:cubicBezTo>
                    <a:pt x="76885" y="539919"/>
                    <a:pt x="135601" y="761731"/>
                    <a:pt x="212651" y="978596"/>
                  </a:cubicBezTo>
                  <a:cubicBezTo>
                    <a:pt x="204823" y="978596"/>
                    <a:pt x="196994" y="978596"/>
                    <a:pt x="189165" y="978596"/>
                  </a:cubicBezTo>
                  <a:cubicBezTo>
                    <a:pt x="86163" y="711290"/>
                    <a:pt x="23533" y="434677"/>
                    <a:pt x="1275" y="148747"/>
                  </a:cubicBezTo>
                  <a:cubicBezTo>
                    <a:pt x="-2291" y="97750"/>
                    <a:pt x="1624" y="48171"/>
                    <a:pt x="13018" y="0"/>
                  </a:cubicBezTo>
                  <a:cubicBezTo>
                    <a:pt x="14355" y="64016"/>
                    <a:pt x="18269" y="126646"/>
                    <a:pt x="24761" y="187890"/>
                  </a:cubicBezTo>
                  <a:close/>
                </a:path>
              </a:pathLst>
            </a:custGeom>
            <a:solidFill>
              <a:srgbClr val="70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59702241-A577-4367-977C-9912BE6A392F}"/>
                </a:ext>
              </a:extLst>
            </p:cNvPr>
            <p:cNvSpPr/>
            <p:nvPr/>
          </p:nvSpPr>
          <p:spPr>
            <a:xfrm>
              <a:off x="2715235" y="3229364"/>
              <a:ext cx="1197801" cy="1072543"/>
            </a:xfrm>
            <a:custGeom>
              <a:avLst/>
              <a:gdLst>
                <a:gd name="connsiteX0" fmla="*/ 1182144 w 1197801"/>
                <a:gd name="connsiteY0" fmla="*/ 109605 h 1072543"/>
                <a:gd name="connsiteX1" fmla="*/ 1197801 w 1197801"/>
                <a:gd name="connsiteY1" fmla="*/ 148748 h 1072543"/>
                <a:gd name="connsiteX2" fmla="*/ 1197801 w 1197801"/>
                <a:gd name="connsiteY2" fmla="*/ 868995 h 1072543"/>
                <a:gd name="connsiteX3" fmla="*/ 1182144 w 1197801"/>
                <a:gd name="connsiteY3" fmla="*/ 180064 h 1072543"/>
                <a:gd name="connsiteX4" fmla="*/ 1009911 w 1197801"/>
                <a:gd name="connsiteY4" fmla="*/ 11745 h 1072543"/>
                <a:gd name="connsiteX5" fmla="*/ 211377 w 1197801"/>
                <a:gd name="connsiteY5" fmla="*/ 19574 h 1072543"/>
                <a:gd name="connsiteX6" fmla="*/ 97860 w 1197801"/>
                <a:gd name="connsiteY6" fmla="*/ 148748 h 1072543"/>
                <a:gd name="connsiteX7" fmla="*/ 125260 w 1197801"/>
                <a:gd name="connsiteY7" fmla="*/ 587159 h 1072543"/>
                <a:gd name="connsiteX8" fmla="*/ 144832 w 1197801"/>
                <a:gd name="connsiteY8" fmla="*/ 845509 h 1072543"/>
                <a:gd name="connsiteX9" fmla="*/ 344466 w 1197801"/>
                <a:gd name="connsiteY9" fmla="*/ 1064714 h 1072543"/>
                <a:gd name="connsiteX10" fmla="*/ 344466 w 1197801"/>
                <a:gd name="connsiteY10" fmla="*/ 1072543 h 1072543"/>
                <a:gd name="connsiteX11" fmla="*/ 137003 w 1197801"/>
                <a:gd name="connsiteY11" fmla="*/ 884653 h 1072543"/>
                <a:gd name="connsiteX12" fmla="*/ 93945 w 1197801"/>
                <a:gd name="connsiteY12" fmla="*/ 469728 h 1072543"/>
                <a:gd name="connsiteX13" fmla="*/ 0 w 1197801"/>
                <a:gd name="connsiteY13" fmla="*/ 469728 h 1072543"/>
                <a:gd name="connsiteX14" fmla="*/ 7829 w 1197801"/>
                <a:gd name="connsiteY14" fmla="*/ 454070 h 1072543"/>
                <a:gd name="connsiteX15" fmla="*/ 23486 w 1197801"/>
                <a:gd name="connsiteY15" fmla="*/ 426670 h 1072543"/>
                <a:gd name="connsiteX16" fmla="*/ 90031 w 1197801"/>
                <a:gd name="connsiteY16" fmla="*/ 454070 h 1072543"/>
                <a:gd name="connsiteX17" fmla="*/ 90031 w 1197801"/>
                <a:gd name="connsiteY17" fmla="*/ 125262 h 1072543"/>
                <a:gd name="connsiteX18" fmla="*/ 140918 w 1197801"/>
                <a:gd name="connsiteY18" fmla="*/ 46975 h 1072543"/>
                <a:gd name="connsiteX19" fmla="*/ 211377 w 1197801"/>
                <a:gd name="connsiteY19" fmla="*/ 3916 h 1072543"/>
                <a:gd name="connsiteX20" fmla="*/ 1056884 w 1197801"/>
                <a:gd name="connsiteY20" fmla="*/ 3916 h 1072543"/>
                <a:gd name="connsiteX21" fmla="*/ 1182144 w 1197801"/>
                <a:gd name="connsiteY21" fmla="*/ 109605 h 107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97801" h="1072543">
                  <a:moveTo>
                    <a:pt x="1182144" y="109605"/>
                  </a:moveTo>
                  <a:cubicBezTo>
                    <a:pt x="1184461" y="124503"/>
                    <a:pt x="1189683" y="137553"/>
                    <a:pt x="1197801" y="148748"/>
                  </a:cubicBezTo>
                  <a:cubicBezTo>
                    <a:pt x="1197801" y="388833"/>
                    <a:pt x="1197801" y="628910"/>
                    <a:pt x="1197801" y="868995"/>
                  </a:cubicBezTo>
                  <a:cubicBezTo>
                    <a:pt x="1192580" y="639354"/>
                    <a:pt x="1187366" y="409705"/>
                    <a:pt x="1182144" y="180064"/>
                  </a:cubicBezTo>
                  <a:cubicBezTo>
                    <a:pt x="1170510" y="78407"/>
                    <a:pt x="1113102" y="22306"/>
                    <a:pt x="1009911" y="11745"/>
                  </a:cubicBezTo>
                  <a:cubicBezTo>
                    <a:pt x="743428" y="4190"/>
                    <a:pt x="477249" y="6797"/>
                    <a:pt x="211377" y="19574"/>
                  </a:cubicBezTo>
                  <a:cubicBezTo>
                    <a:pt x="151090" y="43303"/>
                    <a:pt x="113251" y="86361"/>
                    <a:pt x="97860" y="148748"/>
                  </a:cubicBezTo>
                  <a:cubicBezTo>
                    <a:pt x="99937" y="295272"/>
                    <a:pt x="109071" y="441411"/>
                    <a:pt x="125260" y="587159"/>
                  </a:cubicBezTo>
                  <a:cubicBezTo>
                    <a:pt x="130407" y="673331"/>
                    <a:pt x="136931" y="759447"/>
                    <a:pt x="144832" y="845509"/>
                  </a:cubicBezTo>
                  <a:cubicBezTo>
                    <a:pt x="164428" y="962901"/>
                    <a:pt x="230973" y="1035975"/>
                    <a:pt x="344466" y="1064714"/>
                  </a:cubicBezTo>
                  <a:cubicBezTo>
                    <a:pt x="344466" y="1067321"/>
                    <a:pt x="344466" y="1069936"/>
                    <a:pt x="344466" y="1072543"/>
                  </a:cubicBezTo>
                  <a:cubicBezTo>
                    <a:pt x="234749" y="1055500"/>
                    <a:pt x="165595" y="992870"/>
                    <a:pt x="137003" y="884653"/>
                  </a:cubicBezTo>
                  <a:cubicBezTo>
                    <a:pt x="124270" y="746115"/>
                    <a:pt x="109917" y="607804"/>
                    <a:pt x="93945" y="469728"/>
                  </a:cubicBezTo>
                  <a:cubicBezTo>
                    <a:pt x="61945" y="511307"/>
                    <a:pt x="30630" y="511307"/>
                    <a:pt x="0" y="469728"/>
                  </a:cubicBezTo>
                  <a:cubicBezTo>
                    <a:pt x="2609" y="464506"/>
                    <a:pt x="5219" y="459292"/>
                    <a:pt x="7829" y="454070"/>
                  </a:cubicBezTo>
                  <a:cubicBezTo>
                    <a:pt x="7912" y="442194"/>
                    <a:pt x="13130" y="433058"/>
                    <a:pt x="23486" y="426670"/>
                  </a:cubicBezTo>
                  <a:cubicBezTo>
                    <a:pt x="54610" y="415874"/>
                    <a:pt x="76791" y="425002"/>
                    <a:pt x="90031" y="454070"/>
                  </a:cubicBezTo>
                  <a:cubicBezTo>
                    <a:pt x="88364" y="344507"/>
                    <a:pt x="88364" y="234904"/>
                    <a:pt x="90031" y="125262"/>
                  </a:cubicBezTo>
                  <a:cubicBezTo>
                    <a:pt x="101239" y="94910"/>
                    <a:pt x="118202" y="68809"/>
                    <a:pt x="140918" y="46975"/>
                  </a:cubicBezTo>
                  <a:cubicBezTo>
                    <a:pt x="161571" y="28780"/>
                    <a:pt x="185057" y="14430"/>
                    <a:pt x="211377" y="3916"/>
                  </a:cubicBezTo>
                  <a:cubicBezTo>
                    <a:pt x="493212" y="-1305"/>
                    <a:pt x="775048" y="-1305"/>
                    <a:pt x="1056884" y="3916"/>
                  </a:cubicBezTo>
                  <a:cubicBezTo>
                    <a:pt x="1112209" y="24083"/>
                    <a:pt x="1153960" y="59313"/>
                    <a:pt x="1182144" y="109605"/>
                  </a:cubicBezTo>
                  <a:close/>
                </a:path>
              </a:pathLst>
            </a:custGeom>
            <a:solidFill>
              <a:srgbClr val="4B9F5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5CAD791D-7D00-4E4B-9BE1-6E6529D81DED}"/>
                </a:ext>
              </a:extLst>
            </p:cNvPr>
            <p:cNvSpPr/>
            <p:nvPr/>
          </p:nvSpPr>
          <p:spPr>
            <a:xfrm>
              <a:off x="4930776" y="3338969"/>
              <a:ext cx="211376" cy="665445"/>
            </a:xfrm>
            <a:custGeom>
              <a:avLst/>
              <a:gdLst>
                <a:gd name="connsiteX0" fmla="*/ 195719 w 211376"/>
                <a:gd name="connsiteY0" fmla="*/ 0 h 665445"/>
                <a:gd name="connsiteX1" fmla="*/ 211377 w 211376"/>
                <a:gd name="connsiteY1" fmla="*/ 35229 h 665445"/>
                <a:gd name="connsiteX2" fmla="*/ 211377 w 211376"/>
                <a:gd name="connsiteY2" fmla="*/ 78288 h 665445"/>
                <a:gd name="connsiteX3" fmla="*/ 187890 w 211376"/>
                <a:gd name="connsiteY3" fmla="*/ 234863 h 665445"/>
                <a:gd name="connsiteX4" fmla="*/ 203548 w 211376"/>
                <a:gd name="connsiteY4" fmla="*/ 262264 h 665445"/>
                <a:gd name="connsiteX5" fmla="*/ 203548 w 211376"/>
                <a:gd name="connsiteY5" fmla="*/ 289664 h 665445"/>
                <a:gd name="connsiteX6" fmla="*/ 203548 w 211376"/>
                <a:gd name="connsiteY6" fmla="*/ 360123 h 665445"/>
                <a:gd name="connsiteX7" fmla="*/ 195719 w 211376"/>
                <a:gd name="connsiteY7" fmla="*/ 665445 h 665445"/>
                <a:gd name="connsiteX8" fmla="*/ 172233 w 211376"/>
                <a:gd name="connsiteY8" fmla="*/ 626301 h 665445"/>
                <a:gd name="connsiteX9" fmla="*/ 183976 w 211376"/>
                <a:gd name="connsiteY9" fmla="*/ 594986 h 665445"/>
                <a:gd name="connsiteX10" fmla="*/ 137003 w 211376"/>
                <a:gd name="connsiteY10" fmla="*/ 610644 h 665445"/>
                <a:gd name="connsiteX11" fmla="*/ 117432 w 211376"/>
                <a:gd name="connsiteY11" fmla="*/ 594986 h 665445"/>
                <a:gd name="connsiteX12" fmla="*/ 140918 w 211376"/>
                <a:gd name="connsiteY12" fmla="*/ 587158 h 665445"/>
                <a:gd name="connsiteX13" fmla="*/ 117432 w 211376"/>
                <a:gd name="connsiteY13" fmla="*/ 571500 h 665445"/>
                <a:gd name="connsiteX14" fmla="*/ 129175 w 211376"/>
                <a:gd name="connsiteY14" fmla="*/ 532356 h 665445"/>
                <a:gd name="connsiteX15" fmla="*/ 70459 w 211376"/>
                <a:gd name="connsiteY15" fmla="*/ 544099 h 665445"/>
                <a:gd name="connsiteX16" fmla="*/ 46973 w 211376"/>
                <a:gd name="connsiteY16" fmla="*/ 575414 h 665445"/>
                <a:gd name="connsiteX17" fmla="*/ 54801 w 211376"/>
                <a:gd name="connsiteY17" fmla="*/ 583243 h 665445"/>
                <a:gd name="connsiteX18" fmla="*/ 39144 w 211376"/>
                <a:gd name="connsiteY18" fmla="*/ 610644 h 665445"/>
                <a:gd name="connsiteX19" fmla="*/ 15658 w 211376"/>
                <a:gd name="connsiteY19" fmla="*/ 579329 h 665445"/>
                <a:gd name="connsiteX20" fmla="*/ 7829 w 211376"/>
                <a:gd name="connsiteY20" fmla="*/ 469726 h 665445"/>
                <a:gd name="connsiteX21" fmla="*/ 0 w 211376"/>
                <a:gd name="connsiteY21" fmla="*/ 336637 h 665445"/>
                <a:gd name="connsiteX22" fmla="*/ 7829 w 211376"/>
                <a:gd name="connsiteY22" fmla="*/ 285750 h 665445"/>
                <a:gd name="connsiteX23" fmla="*/ 23486 w 211376"/>
                <a:gd name="connsiteY23" fmla="*/ 199634 h 665445"/>
                <a:gd name="connsiteX24" fmla="*/ 86116 w 211376"/>
                <a:gd name="connsiteY24" fmla="*/ 199634 h 665445"/>
                <a:gd name="connsiteX25" fmla="*/ 70459 w 211376"/>
                <a:gd name="connsiteY25" fmla="*/ 207462 h 665445"/>
                <a:gd name="connsiteX26" fmla="*/ 101774 w 211376"/>
                <a:gd name="connsiteY26" fmla="*/ 250521 h 665445"/>
                <a:gd name="connsiteX27" fmla="*/ 78288 w 211376"/>
                <a:gd name="connsiteY27" fmla="*/ 258349 h 665445"/>
                <a:gd name="connsiteX28" fmla="*/ 70459 w 211376"/>
                <a:gd name="connsiteY28" fmla="*/ 289664 h 665445"/>
                <a:gd name="connsiteX29" fmla="*/ 46973 w 211376"/>
                <a:gd name="connsiteY29" fmla="*/ 297493 h 665445"/>
                <a:gd name="connsiteX30" fmla="*/ 58716 w 211376"/>
                <a:gd name="connsiteY30" fmla="*/ 328808 h 665445"/>
                <a:gd name="connsiteX31" fmla="*/ 43058 w 211376"/>
                <a:gd name="connsiteY31" fmla="*/ 313151 h 665445"/>
                <a:gd name="connsiteX32" fmla="*/ 70459 w 211376"/>
                <a:gd name="connsiteY32" fmla="*/ 336637 h 665445"/>
                <a:gd name="connsiteX33" fmla="*/ 70459 w 211376"/>
                <a:gd name="connsiteY33" fmla="*/ 391438 h 665445"/>
                <a:gd name="connsiteX34" fmla="*/ 93945 w 211376"/>
                <a:gd name="connsiteY34" fmla="*/ 391438 h 665445"/>
                <a:gd name="connsiteX35" fmla="*/ 101774 w 211376"/>
                <a:gd name="connsiteY35" fmla="*/ 418839 h 665445"/>
                <a:gd name="connsiteX36" fmla="*/ 82202 w 211376"/>
                <a:gd name="connsiteY36" fmla="*/ 446240 h 665445"/>
                <a:gd name="connsiteX37" fmla="*/ 137003 w 211376"/>
                <a:gd name="connsiteY37" fmla="*/ 469726 h 665445"/>
                <a:gd name="connsiteX38" fmla="*/ 137003 w 211376"/>
                <a:gd name="connsiteY38" fmla="*/ 446240 h 665445"/>
                <a:gd name="connsiteX39" fmla="*/ 101774 w 211376"/>
                <a:gd name="connsiteY39" fmla="*/ 383610 h 665445"/>
                <a:gd name="connsiteX40" fmla="*/ 140918 w 211376"/>
                <a:gd name="connsiteY40" fmla="*/ 375781 h 665445"/>
                <a:gd name="connsiteX41" fmla="*/ 140918 w 211376"/>
                <a:gd name="connsiteY41" fmla="*/ 344466 h 665445"/>
                <a:gd name="connsiteX42" fmla="*/ 140918 w 211376"/>
                <a:gd name="connsiteY42" fmla="*/ 336637 h 665445"/>
                <a:gd name="connsiteX43" fmla="*/ 140918 w 211376"/>
                <a:gd name="connsiteY43" fmla="*/ 305322 h 665445"/>
                <a:gd name="connsiteX44" fmla="*/ 109603 w 211376"/>
                <a:gd name="connsiteY44" fmla="*/ 301408 h 665445"/>
                <a:gd name="connsiteX45" fmla="*/ 180062 w 211376"/>
                <a:gd name="connsiteY45" fmla="*/ 274007 h 665445"/>
                <a:gd name="connsiteX46" fmla="*/ 144832 w 211376"/>
                <a:gd name="connsiteY46" fmla="*/ 250521 h 665445"/>
                <a:gd name="connsiteX47" fmla="*/ 140918 w 211376"/>
                <a:gd name="connsiteY47" fmla="*/ 227034 h 665445"/>
                <a:gd name="connsiteX48" fmla="*/ 93945 w 211376"/>
                <a:gd name="connsiteY48" fmla="*/ 219205 h 665445"/>
                <a:gd name="connsiteX49" fmla="*/ 97860 w 211376"/>
                <a:gd name="connsiteY49" fmla="*/ 140918 h 665445"/>
                <a:gd name="connsiteX50" fmla="*/ 125260 w 211376"/>
                <a:gd name="connsiteY50" fmla="*/ 164404 h 665445"/>
                <a:gd name="connsiteX51" fmla="*/ 160490 w 211376"/>
                <a:gd name="connsiteY51" fmla="*/ 133089 h 665445"/>
                <a:gd name="connsiteX52" fmla="*/ 148747 w 211376"/>
                <a:gd name="connsiteY52" fmla="*/ 160490 h 665445"/>
                <a:gd name="connsiteX53" fmla="*/ 168318 w 211376"/>
                <a:gd name="connsiteY53" fmla="*/ 156575 h 665445"/>
                <a:gd name="connsiteX54" fmla="*/ 156575 w 211376"/>
                <a:gd name="connsiteY54" fmla="*/ 121346 h 665445"/>
                <a:gd name="connsiteX55" fmla="*/ 168318 w 211376"/>
                <a:gd name="connsiteY55" fmla="*/ 86116 h 665445"/>
                <a:gd name="connsiteX56" fmla="*/ 140918 w 211376"/>
                <a:gd name="connsiteY56" fmla="*/ 82202 h 665445"/>
                <a:gd name="connsiteX57" fmla="*/ 195719 w 211376"/>
                <a:gd name="connsiteY57" fmla="*/ 54801 h 665445"/>
                <a:gd name="connsiteX58" fmla="*/ 195719 w 211376"/>
                <a:gd name="connsiteY58" fmla="*/ 0 h 665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1376" h="665445">
                  <a:moveTo>
                    <a:pt x="195719" y="0"/>
                  </a:moveTo>
                  <a:cubicBezTo>
                    <a:pt x="196706" y="13309"/>
                    <a:pt x="201927" y="25052"/>
                    <a:pt x="211377" y="35229"/>
                  </a:cubicBezTo>
                  <a:cubicBezTo>
                    <a:pt x="202194" y="49525"/>
                    <a:pt x="202194" y="63875"/>
                    <a:pt x="211377" y="78288"/>
                  </a:cubicBezTo>
                  <a:cubicBezTo>
                    <a:pt x="205936" y="129817"/>
                    <a:pt x="198107" y="182003"/>
                    <a:pt x="187890" y="234863"/>
                  </a:cubicBezTo>
                  <a:cubicBezTo>
                    <a:pt x="192118" y="244633"/>
                    <a:pt x="197340" y="253770"/>
                    <a:pt x="203548" y="262264"/>
                  </a:cubicBezTo>
                  <a:cubicBezTo>
                    <a:pt x="194067" y="270977"/>
                    <a:pt x="194067" y="280113"/>
                    <a:pt x="203548" y="289664"/>
                  </a:cubicBezTo>
                  <a:cubicBezTo>
                    <a:pt x="188478" y="311609"/>
                    <a:pt x="188478" y="335095"/>
                    <a:pt x="203548" y="360123"/>
                  </a:cubicBezTo>
                  <a:cubicBezTo>
                    <a:pt x="201332" y="464003"/>
                    <a:pt x="198725" y="565777"/>
                    <a:pt x="195719" y="665445"/>
                  </a:cubicBezTo>
                  <a:cubicBezTo>
                    <a:pt x="183608" y="655518"/>
                    <a:pt x="175779" y="642468"/>
                    <a:pt x="172233" y="626301"/>
                  </a:cubicBezTo>
                  <a:cubicBezTo>
                    <a:pt x="182669" y="617533"/>
                    <a:pt x="186583" y="607097"/>
                    <a:pt x="183976" y="594986"/>
                  </a:cubicBezTo>
                  <a:cubicBezTo>
                    <a:pt x="168318" y="600208"/>
                    <a:pt x="152661" y="605422"/>
                    <a:pt x="137003" y="610644"/>
                  </a:cubicBezTo>
                  <a:cubicBezTo>
                    <a:pt x="129762" y="606362"/>
                    <a:pt x="123240" y="601147"/>
                    <a:pt x="117432" y="594986"/>
                  </a:cubicBezTo>
                  <a:cubicBezTo>
                    <a:pt x="124454" y="593663"/>
                    <a:pt x="132283" y="591056"/>
                    <a:pt x="140918" y="587158"/>
                  </a:cubicBezTo>
                  <a:cubicBezTo>
                    <a:pt x="133089" y="581936"/>
                    <a:pt x="125260" y="576722"/>
                    <a:pt x="117432" y="571500"/>
                  </a:cubicBezTo>
                  <a:cubicBezTo>
                    <a:pt x="115545" y="557134"/>
                    <a:pt x="119459" y="544091"/>
                    <a:pt x="129175" y="532356"/>
                  </a:cubicBezTo>
                  <a:cubicBezTo>
                    <a:pt x="110346" y="538416"/>
                    <a:pt x="90775" y="542330"/>
                    <a:pt x="70459" y="544099"/>
                  </a:cubicBezTo>
                  <a:cubicBezTo>
                    <a:pt x="64533" y="555936"/>
                    <a:pt x="56704" y="566380"/>
                    <a:pt x="46973" y="575414"/>
                  </a:cubicBezTo>
                  <a:cubicBezTo>
                    <a:pt x="49580" y="578021"/>
                    <a:pt x="52194" y="580636"/>
                    <a:pt x="54801" y="583243"/>
                  </a:cubicBezTo>
                  <a:cubicBezTo>
                    <a:pt x="50222" y="593436"/>
                    <a:pt x="45008" y="602572"/>
                    <a:pt x="39144" y="610644"/>
                  </a:cubicBezTo>
                  <a:cubicBezTo>
                    <a:pt x="31315" y="600208"/>
                    <a:pt x="23486" y="589765"/>
                    <a:pt x="15658" y="579329"/>
                  </a:cubicBezTo>
                  <a:cubicBezTo>
                    <a:pt x="8291" y="543551"/>
                    <a:pt x="5684" y="507014"/>
                    <a:pt x="7829" y="469726"/>
                  </a:cubicBezTo>
                  <a:cubicBezTo>
                    <a:pt x="7578" y="425188"/>
                    <a:pt x="4963" y="380830"/>
                    <a:pt x="0" y="336637"/>
                  </a:cubicBezTo>
                  <a:cubicBezTo>
                    <a:pt x="27847" y="323892"/>
                    <a:pt x="30454" y="306935"/>
                    <a:pt x="7829" y="285750"/>
                  </a:cubicBezTo>
                  <a:cubicBezTo>
                    <a:pt x="13050" y="257042"/>
                    <a:pt x="18265" y="228342"/>
                    <a:pt x="23486" y="199634"/>
                  </a:cubicBezTo>
                  <a:cubicBezTo>
                    <a:pt x="44366" y="194412"/>
                    <a:pt x="65237" y="194412"/>
                    <a:pt x="86116" y="199634"/>
                  </a:cubicBezTo>
                  <a:cubicBezTo>
                    <a:pt x="80895" y="202241"/>
                    <a:pt x="75681" y="204855"/>
                    <a:pt x="70459" y="207462"/>
                  </a:cubicBezTo>
                  <a:cubicBezTo>
                    <a:pt x="82985" y="220051"/>
                    <a:pt x="93421" y="234401"/>
                    <a:pt x="101774" y="250521"/>
                  </a:cubicBezTo>
                  <a:cubicBezTo>
                    <a:pt x="95315" y="257457"/>
                    <a:pt x="87486" y="260064"/>
                    <a:pt x="78288" y="258349"/>
                  </a:cubicBezTo>
                  <a:cubicBezTo>
                    <a:pt x="78906" y="269544"/>
                    <a:pt x="76299" y="279988"/>
                    <a:pt x="70459" y="289664"/>
                  </a:cubicBezTo>
                  <a:cubicBezTo>
                    <a:pt x="61824" y="293563"/>
                    <a:pt x="53995" y="296170"/>
                    <a:pt x="46973" y="297493"/>
                  </a:cubicBezTo>
                  <a:cubicBezTo>
                    <a:pt x="59029" y="305573"/>
                    <a:pt x="62943" y="316008"/>
                    <a:pt x="58716" y="328808"/>
                  </a:cubicBezTo>
                  <a:cubicBezTo>
                    <a:pt x="53494" y="323587"/>
                    <a:pt x="48280" y="318372"/>
                    <a:pt x="43058" y="313151"/>
                  </a:cubicBezTo>
                  <a:cubicBezTo>
                    <a:pt x="40451" y="332206"/>
                    <a:pt x="49588" y="340035"/>
                    <a:pt x="70459" y="336637"/>
                  </a:cubicBezTo>
                  <a:cubicBezTo>
                    <a:pt x="70459" y="354902"/>
                    <a:pt x="70459" y="373174"/>
                    <a:pt x="70459" y="391438"/>
                  </a:cubicBezTo>
                  <a:cubicBezTo>
                    <a:pt x="78288" y="391438"/>
                    <a:pt x="86116" y="391438"/>
                    <a:pt x="93945" y="391438"/>
                  </a:cubicBezTo>
                  <a:cubicBezTo>
                    <a:pt x="92614" y="401788"/>
                    <a:pt x="95221" y="410924"/>
                    <a:pt x="101774" y="418839"/>
                  </a:cubicBezTo>
                  <a:cubicBezTo>
                    <a:pt x="88034" y="424476"/>
                    <a:pt x="81505" y="433612"/>
                    <a:pt x="82202" y="446240"/>
                  </a:cubicBezTo>
                  <a:cubicBezTo>
                    <a:pt x="100467" y="454069"/>
                    <a:pt x="118739" y="461897"/>
                    <a:pt x="137003" y="469726"/>
                  </a:cubicBezTo>
                  <a:cubicBezTo>
                    <a:pt x="142225" y="461897"/>
                    <a:pt x="142225" y="454069"/>
                    <a:pt x="137003" y="446240"/>
                  </a:cubicBezTo>
                  <a:cubicBezTo>
                    <a:pt x="123835" y="426441"/>
                    <a:pt x="112092" y="405561"/>
                    <a:pt x="101774" y="383610"/>
                  </a:cubicBezTo>
                  <a:cubicBezTo>
                    <a:pt x="113870" y="376157"/>
                    <a:pt x="126920" y="373550"/>
                    <a:pt x="140918" y="375781"/>
                  </a:cubicBezTo>
                  <a:cubicBezTo>
                    <a:pt x="140918" y="365345"/>
                    <a:pt x="140918" y="354902"/>
                    <a:pt x="140918" y="344466"/>
                  </a:cubicBezTo>
                  <a:cubicBezTo>
                    <a:pt x="109603" y="341859"/>
                    <a:pt x="109603" y="339244"/>
                    <a:pt x="140918" y="336637"/>
                  </a:cubicBezTo>
                  <a:cubicBezTo>
                    <a:pt x="140918" y="326201"/>
                    <a:pt x="140918" y="315758"/>
                    <a:pt x="140918" y="305322"/>
                  </a:cubicBezTo>
                  <a:cubicBezTo>
                    <a:pt x="130169" y="306551"/>
                    <a:pt x="119725" y="305244"/>
                    <a:pt x="109603" y="301408"/>
                  </a:cubicBezTo>
                  <a:cubicBezTo>
                    <a:pt x="129770" y="283683"/>
                    <a:pt x="153256" y="274555"/>
                    <a:pt x="180062" y="274007"/>
                  </a:cubicBezTo>
                  <a:cubicBezTo>
                    <a:pt x="181236" y="245346"/>
                    <a:pt x="169493" y="237517"/>
                    <a:pt x="144832" y="250521"/>
                  </a:cubicBezTo>
                  <a:cubicBezTo>
                    <a:pt x="141051" y="243099"/>
                    <a:pt x="139751" y="235270"/>
                    <a:pt x="140918" y="227034"/>
                  </a:cubicBezTo>
                  <a:cubicBezTo>
                    <a:pt x="124446" y="229375"/>
                    <a:pt x="108789" y="226768"/>
                    <a:pt x="93945" y="219205"/>
                  </a:cubicBezTo>
                  <a:cubicBezTo>
                    <a:pt x="94344" y="194427"/>
                    <a:pt x="95652" y="168334"/>
                    <a:pt x="97860" y="140918"/>
                  </a:cubicBezTo>
                  <a:cubicBezTo>
                    <a:pt x="103340" y="152912"/>
                    <a:pt x="112468" y="160740"/>
                    <a:pt x="125260" y="164404"/>
                  </a:cubicBezTo>
                  <a:cubicBezTo>
                    <a:pt x="133308" y="149835"/>
                    <a:pt x="145052" y="139391"/>
                    <a:pt x="160490" y="133089"/>
                  </a:cubicBezTo>
                  <a:cubicBezTo>
                    <a:pt x="164459" y="144801"/>
                    <a:pt x="160544" y="153937"/>
                    <a:pt x="148747" y="160490"/>
                  </a:cubicBezTo>
                  <a:cubicBezTo>
                    <a:pt x="156176" y="165320"/>
                    <a:pt x="162698" y="164020"/>
                    <a:pt x="168318" y="156575"/>
                  </a:cubicBezTo>
                  <a:cubicBezTo>
                    <a:pt x="174448" y="141442"/>
                    <a:pt x="170534" y="129699"/>
                    <a:pt x="156575" y="121346"/>
                  </a:cubicBezTo>
                  <a:cubicBezTo>
                    <a:pt x="169970" y="112476"/>
                    <a:pt x="173885" y="100733"/>
                    <a:pt x="168318" y="86116"/>
                  </a:cubicBezTo>
                  <a:cubicBezTo>
                    <a:pt x="159918" y="92223"/>
                    <a:pt x="150782" y="90916"/>
                    <a:pt x="140918" y="82202"/>
                  </a:cubicBezTo>
                  <a:cubicBezTo>
                    <a:pt x="163394" y="81176"/>
                    <a:pt x="181666" y="72048"/>
                    <a:pt x="195719" y="54801"/>
                  </a:cubicBezTo>
                  <a:cubicBezTo>
                    <a:pt x="185808" y="35449"/>
                    <a:pt x="185808" y="17176"/>
                    <a:pt x="195719" y="0"/>
                  </a:cubicBezTo>
                  <a:close/>
                </a:path>
              </a:pathLst>
            </a:custGeom>
            <a:solidFill>
              <a:srgbClr val="F9F8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77D8B3E5-E5B5-43E7-8B5B-10EF21B138EC}"/>
                </a:ext>
              </a:extLst>
            </p:cNvPr>
            <p:cNvSpPr/>
            <p:nvPr/>
          </p:nvSpPr>
          <p:spPr>
            <a:xfrm>
              <a:off x="3928694" y="3370284"/>
              <a:ext cx="180061" cy="884650"/>
            </a:xfrm>
            <a:custGeom>
              <a:avLst/>
              <a:gdLst>
                <a:gd name="connsiteX0" fmla="*/ 0 w 180061"/>
                <a:gd name="connsiteY0" fmla="*/ 782877 h 884650"/>
                <a:gd name="connsiteX1" fmla="*/ 31315 w 180061"/>
                <a:gd name="connsiteY1" fmla="*/ 775048 h 884650"/>
                <a:gd name="connsiteX2" fmla="*/ 7829 w 180061"/>
                <a:gd name="connsiteY2" fmla="*/ 731990 h 884650"/>
                <a:gd name="connsiteX3" fmla="*/ 0 w 180061"/>
                <a:gd name="connsiteY3" fmla="*/ 665445 h 884650"/>
                <a:gd name="connsiteX4" fmla="*/ 0 w 180061"/>
                <a:gd name="connsiteY4" fmla="*/ 121346 h 884650"/>
                <a:gd name="connsiteX5" fmla="*/ 15658 w 180061"/>
                <a:gd name="connsiteY5" fmla="*/ 7829 h 884650"/>
                <a:gd name="connsiteX6" fmla="*/ 27401 w 180061"/>
                <a:gd name="connsiteY6" fmla="*/ 0 h 884650"/>
                <a:gd name="connsiteX7" fmla="*/ 90031 w 180061"/>
                <a:gd name="connsiteY7" fmla="*/ 54801 h 884650"/>
                <a:gd name="connsiteX8" fmla="*/ 97860 w 180061"/>
                <a:gd name="connsiteY8" fmla="*/ 31315 h 884650"/>
                <a:gd name="connsiteX9" fmla="*/ 148747 w 180061"/>
                <a:gd name="connsiteY9" fmla="*/ 31315 h 884650"/>
                <a:gd name="connsiteX10" fmla="*/ 156575 w 180061"/>
                <a:gd name="connsiteY10" fmla="*/ 90031 h 884650"/>
                <a:gd name="connsiteX11" fmla="*/ 109603 w 180061"/>
                <a:gd name="connsiteY11" fmla="*/ 117432 h 884650"/>
                <a:gd name="connsiteX12" fmla="*/ 117432 w 180061"/>
                <a:gd name="connsiteY12" fmla="*/ 93945 h 884650"/>
                <a:gd name="connsiteX13" fmla="*/ 117432 w 180061"/>
                <a:gd name="connsiteY13" fmla="*/ 62630 h 884650"/>
                <a:gd name="connsiteX14" fmla="*/ 78288 w 180061"/>
                <a:gd name="connsiteY14" fmla="*/ 62630 h 884650"/>
                <a:gd name="connsiteX15" fmla="*/ 74373 w 180061"/>
                <a:gd name="connsiteY15" fmla="*/ 101774 h 884650"/>
                <a:gd name="connsiteX16" fmla="*/ 31315 w 180061"/>
                <a:gd name="connsiteY16" fmla="*/ 105688 h 884650"/>
                <a:gd name="connsiteX17" fmla="*/ 50887 w 180061"/>
                <a:gd name="connsiteY17" fmla="*/ 101774 h 884650"/>
                <a:gd name="connsiteX18" fmla="*/ 35229 w 180061"/>
                <a:gd name="connsiteY18" fmla="*/ 148747 h 884650"/>
                <a:gd name="connsiteX19" fmla="*/ 31315 w 180061"/>
                <a:gd name="connsiteY19" fmla="*/ 172233 h 884650"/>
                <a:gd name="connsiteX20" fmla="*/ 54801 w 180061"/>
                <a:gd name="connsiteY20" fmla="*/ 242692 h 884650"/>
                <a:gd name="connsiteX21" fmla="*/ 31315 w 180061"/>
                <a:gd name="connsiteY21" fmla="*/ 242692 h 884650"/>
                <a:gd name="connsiteX22" fmla="*/ 39144 w 180061"/>
                <a:gd name="connsiteY22" fmla="*/ 281836 h 884650"/>
                <a:gd name="connsiteX23" fmla="*/ 74373 w 180061"/>
                <a:gd name="connsiteY23" fmla="*/ 274007 h 884650"/>
                <a:gd name="connsiteX24" fmla="*/ 74373 w 180061"/>
                <a:gd name="connsiteY24" fmla="*/ 414925 h 884650"/>
                <a:gd name="connsiteX25" fmla="*/ 66545 w 180061"/>
                <a:gd name="connsiteY25" fmla="*/ 422753 h 884650"/>
                <a:gd name="connsiteX26" fmla="*/ 54801 w 180061"/>
                <a:gd name="connsiteY26" fmla="*/ 422753 h 884650"/>
                <a:gd name="connsiteX27" fmla="*/ 31315 w 180061"/>
                <a:gd name="connsiteY27" fmla="*/ 422753 h 884650"/>
                <a:gd name="connsiteX28" fmla="*/ 31315 w 180061"/>
                <a:gd name="connsiteY28" fmla="*/ 477555 h 884650"/>
                <a:gd name="connsiteX29" fmla="*/ 54801 w 180061"/>
                <a:gd name="connsiteY29" fmla="*/ 477555 h 884650"/>
                <a:gd name="connsiteX30" fmla="*/ 54801 w 180061"/>
                <a:gd name="connsiteY30" fmla="*/ 501041 h 884650"/>
                <a:gd name="connsiteX31" fmla="*/ 31315 w 180061"/>
                <a:gd name="connsiteY31" fmla="*/ 501041 h 884650"/>
                <a:gd name="connsiteX32" fmla="*/ 23486 w 180061"/>
                <a:gd name="connsiteY32" fmla="*/ 700675 h 884650"/>
                <a:gd name="connsiteX33" fmla="*/ 66545 w 180061"/>
                <a:gd name="connsiteY33" fmla="*/ 782877 h 884650"/>
                <a:gd name="connsiteX34" fmla="*/ 97860 w 180061"/>
                <a:gd name="connsiteY34" fmla="*/ 767219 h 884650"/>
                <a:gd name="connsiteX35" fmla="*/ 90031 w 180061"/>
                <a:gd name="connsiteY35" fmla="*/ 798534 h 884650"/>
                <a:gd name="connsiteX36" fmla="*/ 54801 w 180061"/>
                <a:gd name="connsiteY36" fmla="*/ 794620 h 884650"/>
                <a:gd name="connsiteX37" fmla="*/ 156575 w 180061"/>
                <a:gd name="connsiteY37" fmla="*/ 853336 h 884650"/>
                <a:gd name="connsiteX38" fmla="*/ 160490 w 180061"/>
                <a:gd name="connsiteY38" fmla="*/ 829849 h 884650"/>
                <a:gd name="connsiteX39" fmla="*/ 180062 w 180061"/>
                <a:gd name="connsiteY39" fmla="*/ 876822 h 884650"/>
                <a:gd name="connsiteX40" fmla="*/ 137003 w 180061"/>
                <a:gd name="connsiteY40" fmla="*/ 861164 h 884650"/>
                <a:gd name="connsiteX41" fmla="*/ 78288 w 180061"/>
                <a:gd name="connsiteY41" fmla="*/ 861164 h 884650"/>
                <a:gd name="connsiteX42" fmla="*/ 74373 w 180061"/>
                <a:gd name="connsiteY42" fmla="*/ 884651 h 884650"/>
                <a:gd name="connsiteX43" fmla="*/ 39144 w 180061"/>
                <a:gd name="connsiteY43" fmla="*/ 872908 h 884650"/>
                <a:gd name="connsiteX44" fmla="*/ 58716 w 180061"/>
                <a:gd name="connsiteY44" fmla="*/ 837678 h 884650"/>
                <a:gd name="connsiteX45" fmla="*/ 74373 w 180061"/>
                <a:gd name="connsiteY45" fmla="*/ 853336 h 884650"/>
                <a:gd name="connsiteX46" fmla="*/ 50887 w 180061"/>
                <a:gd name="connsiteY46" fmla="*/ 806363 h 884650"/>
                <a:gd name="connsiteX47" fmla="*/ 54801 w 180061"/>
                <a:gd name="connsiteY47" fmla="*/ 825935 h 884650"/>
                <a:gd name="connsiteX48" fmla="*/ 31315 w 180061"/>
                <a:gd name="connsiteY48" fmla="*/ 829849 h 884650"/>
                <a:gd name="connsiteX49" fmla="*/ 0 w 180061"/>
                <a:gd name="connsiteY49" fmla="*/ 782877 h 88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80061" h="884650">
                  <a:moveTo>
                    <a:pt x="0" y="782877"/>
                  </a:moveTo>
                  <a:cubicBezTo>
                    <a:pt x="11571" y="784928"/>
                    <a:pt x="22007" y="782321"/>
                    <a:pt x="31315" y="775048"/>
                  </a:cubicBezTo>
                  <a:cubicBezTo>
                    <a:pt x="21803" y="761621"/>
                    <a:pt x="13974" y="747264"/>
                    <a:pt x="7829" y="731990"/>
                  </a:cubicBezTo>
                  <a:cubicBezTo>
                    <a:pt x="13912" y="710030"/>
                    <a:pt x="11305" y="687844"/>
                    <a:pt x="0" y="665445"/>
                  </a:cubicBezTo>
                  <a:cubicBezTo>
                    <a:pt x="243" y="481790"/>
                    <a:pt x="243" y="300421"/>
                    <a:pt x="0" y="121346"/>
                  </a:cubicBezTo>
                  <a:cubicBezTo>
                    <a:pt x="6380" y="83940"/>
                    <a:pt x="11594" y="46104"/>
                    <a:pt x="15658" y="7829"/>
                  </a:cubicBezTo>
                  <a:cubicBezTo>
                    <a:pt x="20488" y="6960"/>
                    <a:pt x="24402" y="4353"/>
                    <a:pt x="27401" y="0"/>
                  </a:cubicBezTo>
                  <a:cubicBezTo>
                    <a:pt x="46581" y="19963"/>
                    <a:pt x="67461" y="38228"/>
                    <a:pt x="90031" y="54801"/>
                  </a:cubicBezTo>
                  <a:cubicBezTo>
                    <a:pt x="92638" y="46973"/>
                    <a:pt x="95253" y="39144"/>
                    <a:pt x="97860" y="31315"/>
                  </a:cubicBezTo>
                  <a:cubicBezTo>
                    <a:pt x="114081" y="51623"/>
                    <a:pt x="131046" y="51623"/>
                    <a:pt x="148747" y="31315"/>
                  </a:cubicBezTo>
                  <a:cubicBezTo>
                    <a:pt x="154673" y="51920"/>
                    <a:pt x="157280" y="71492"/>
                    <a:pt x="156575" y="90031"/>
                  </a:cubicBezTo>
                  <a:cubicBezTo>
                    <a:pt x="137074" y="93233"/>
                    <a:pt x="121416" y="102369"/>
                    <a:pt x="109603" y="117432"/>
                  </a:cubicBezTo>
                  <a:cubicBezTo>
                    <a:pt x="87761" y="103081"/>
                    <a:pt x="90367" y="95253"/>
                    <a:pt x="117432" y="93945"/>
                  </a:cubicBezTo>
                  <a:cubicBezTo>
                    <a:pt x="117432" y="83509"/>
                    <a:pt x="117432" y="73066"/>
                    <a:pt x="117432" y="62630"/>
                  </a:cubicBezTo>
                  <a:cubicBezTo>
                    <a:pt x="104381" y="62630"/>
                    <a:pt x="91338" y="62630"/>
                    <a:pt x="78288" y="62630"/>
                  </a:cubicBezTo>
                  <a:cubicBezTo>
                    <a:pt x="79540" y="75931"/>
                    <a:pt x="78241" y="88982"/>
                    <a:pt x="74373" y="101774"/>
                  </a:cubicBezTo>
                  <a:cubicBezTo>
                    <a:pt x="57612" y="79665"/>
                    <a:pt x="43262" y="80965"/>
                    <a:pt x="31315" y="105688"/>
                  </a:cubicBezTo>
                  <a:cubicBezTo>
                    <a:pt x="38549" y="119866"/>
                    <a:pt x="45070" y="118567"/>
                    <a:pt x="50887" y="101774"/>
                  </a:cubicBezTo>
                  <a:cubicBezTo>
                    <a:pt x="66098" y="128321"/>
                    <a:pt x="60884" y="143979"/>
                    <a:pt x="35229" y="148747"/>
                  </a:cubicBezTo>
                  <a:cubicBezTo>
                    <a:pt x="33922" y="156575"/>
                    <a:pt x="32623" y="164404"/>
                    <a:pt x="31315" y="172233"/>
                  </a:cubicBezTo>
                  <a:cubicBezTo>
                    <a:pt x="45243" y="192823"/>
                    <a:pt x="53071" y="216309"/>
                    <a:pt x="54801" y="242692"/>
                  </a:cubicBezTo>
                  <a:cubicBezTo>
                    <a:pt x="46973" y="242692"/>
                    <a:pt x="39144" y="242692"/>
                    <a:pt x="31315" y="242692"/>
                  </a:cubicBezTo>
                  <a:cubicBezTo>
                    <a:pt x="29084" y="256690"/>
                    <a:pt x="31691" y="269740"/>
                    <a:pt x="39144" y="281836"/>
                  </a:cubicBezTo>
                  <a:cubicBezTo>
                    <a:pt x="57275" y="304750"/>
                    <a:pt x="69018" y="302136"/>
                    <a:pt x="74373" y="274007"/>
                  </a:cubicBezTo>
                  <a:cubicBezTo>
                    <a:pt x="79595" y="320979"/>
                    <a:pt x="79595" y="367952"/>
                    <a:pt x="74373" y="414925"/>
                  </a:cubicBezTo>
                  <a:cubicBezTo>
                    <a:pt x="71766" y="417532"/>
                    <a:pt x="69151" y="420146"/>
                    <a:pt x="66545" y="422753"/>
                  </a:cubicBezTo>
                  <a:cubicBezTo>
                    <a:pt x="60227" y="391838"/>
                    <a:pt x="56312" y="391838"/>
                    <a:pt x="54801" y="422753"/>
                  </a:cubicBezTo>
                  <a:cubicBezTo>
                    <a:pt x="46973" y="422753"/>
                    <a:pt x="39144" y="422753"/>
                    <a:pt x="31315" y="422753"/>
                  </a:cubicBezTo>
                  <a:cubicBezTo>
                    <a:pt x="31315" y="441018"/>
                    <a:pt x="31315" y="459290"/>
                    <a:pt x="31315" y="477555"/>
                  </a:cubicBezTo>
                  <a:cubicBezTo>
                    <a:pt x="39144" y="477555"/>
                    <a:pt x="46973" y="477555"/>
                    <a:pt x="54801" y="477555"/>
                  </a:cubicBezTo>
                  <a:cubicBezTo>
                    <a:pt x="54801" y="485384"/>
                    <a:pt x="54801" y="493212"/>
                    <a:pt x="54801" y="501041"/>
                  </a:cubicBezTo>
                  <a:cubicBezTo>
                    <a:pt x="46973" y="501041"/>
                    <a:pt x="39144" y="501041"/>
                    <a:pt x="31315" y="501041"/>
                  </a:cubicBezTo>
                  <a:cubicBezTo>
                    <a:pt x="28763" y="568823"/>
                    <a:pt x="26156" y="635367"/>
                    <a:pt x="23486" y="700675"/>
                  </a:cubicBezTo>
                  <a:cubicBezTo>
                    <a:pt x="41344" y="726329"/>
                    <a:pt x="55702" y="753730"/>
                    <a:pt x="66545" y="782877"/>
                  </a:cubicBezTo>
                  <a:cubicBezTo>
                    <a:pt x="75892" y="775596"/>
                    <a:pt x="86328" y="770374"/>
                    <a:pt x="97860" y="767219"/>
                  </a:cubicBezTo>
                  <a:cubicBezTo>
                    <a:pt x="110652" y="778884"/>
                    <a:pt x="108045" y="789327"/>
                    <a:pt x="90031" y="798534"/>
                  </a:cubicBezTo>
                  <a:cubicBezTo>
                    <a:pt x="78562" y="792036"/>
                    <a:pt x="66819" y="790737"/>
                    <a:pt x="54801" y="794620"/>
                  </a:cubicBezTo>
                  <a:cubicBezTo>
                    <a:pt x="84159" y="822788"/>
                    <a:pt x="118081" y="842360"/>
                    <a:pt x="156575" y="853336"/>
                  </a:cubicBezTo>
                  <a:cubicBezTo>
                    <a:pt x="155409" y="845100"/>
                    <a:pt x="156708" y="837271"/>
                    <a:pt x="160490" y="829849"/>
                  </a:cubicBezTo>
                  <a:cubicBezTo>
                    <a:pt x="172695" y="843291"/>
                    <a:pt x="179216" y="858949"/>
                    <a:pt x="180062" y="876822"/>
                  </a:cubicBezTo>
                  <a:cubicBezTo>
                    <a:pt x="163762" y="877041"/>
                    <a:pt x="149404" y="871820"/>
                    <a:pt x="137003" y="861164"/>
                  </a:cubicBezTo>
                  <a:cubicBezTo>
                    <a:pt x="119091" y="863020"/>
                    <a:pt x="99519" y="863020"/>
                    <a:pt x="78288" y="861164"/>
                  </a:cubicBezTo>
                  <a:cubicBezTo>
                    <a:pt x="79454" y="869400"/>
                    <a:pt x="78155" y="877229"/>
                    <a:pt x="74373" y="884651"/>
                  </a:cubicBezTo>
                  <a:cubicBezTo>
                    <a:pt x="63421" y="878959"/>
                    <a:pt x="51678" y="875045"/>
                    <a:pt x="39144" y="872908"/>
                  </a:cubicBezTo>
                  <a:cubicBezTo>
                    <a:pt x="50629" y="864311"/>
                    <a:pt x="57158" y="852568"/>
                    <a:pt x="58716" y="837678"/>
                  </a:cubicBezTo>
                  <a:cubicBezTo>
                    <a:pt x="63938" y="842900"/>
                    <a:pt x="69151" y="848114"/>
                    <a:pt x="74373" y="853336"/>
                  </a:cubicBezTo>
                  <a:cubicBezTo>
                    <a:pt x="79290" y="831853"/>
                    <a:pt x="71461" y="816196"/>
                    <a:pt x="50887" y="806363"/>
                  </a:cubicBezTo>
                  <a:cubicBezTo>
                    <a:pt x="46057" y="813792"/>
                    <a:pt x="47356" y="820314"/>
                    <a:pt x="54801" y="825935"/>
                  </a:cubicBezTo>
                  <a:cubicBezTo>
                    <a:pt x="47380" y="829716"/>
                    <a:pt x="39551" y="831016"/>
                    <a:pt x="31315" y="829849"/>
                  </a:cubicBezTo>
                  <a:cubicBezTo>
                    <a:pt x="30086" y="807788"/>
                    <a:pt x="19642" y="792130"/>
                    <a:pt x="0" y="782877"/>
                  </a:cubicBezTo>
                  <a:close/>
                </a:path>
              </a:pathLst>
            </a:custGeom>
            <a:solidFill>
              <a:srgbClr val="F6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26874057-C323-4826-A3D1-F135817D5477}"/>
                </a:ext>
              </a:extLst>
            </p:cNvPr>
            <p:cNvSpPr/>
            <p:nvPr/>
          </p:nvSpPr>
          <p:spPr>
            <a:xfrm>
              <a:off x="6089434" y="3229366"/>
              <a:ext cx="180061" cy="461897"/>
            </a:xfrm>
            <a:custGeom>
              <a:avLst/>
              <a:gdLst>
                <a:gd name="connsiteX0" fmla="*/ 23486 w 180061"/>
                <a:gd name="connsiteY0" fmla="*/ 0 h 461897"/>
                <a:gd name="connsiteX1" fmla="*/ 180062 w 180061"/>
                <a:gd name="connsiteY1" fmla="*/ 195719 h 461897"/>
                <a:gd name="connsiteX2" fmla="*/ 164404 w 180061"/>
                <a:gd name="connsiteY2" fmla="*/ 407096 h 461897"/>
                <a:gd name="connsiteX3" fmla="*/ 172233 w 180061"/>
                <a:gd name="connsiteY3" fmla="*/ 454069 h 461897"/>
                <a:gd name="connsiteX4" fmla="*/ 164404 w 180061"/>
                <a:gd name="connsiteY4" fmla="*/ 461897 h 461897"/>
                <a:gd name="connsiteX5" fmla="*/ 148747 w 180061"/>
                <a:gd name="connsiteY5" fmla="*/ 422753 h 461897"/>
                <a:gd name="connsiteX6" fmla="*/ 164404 w 180061"/>
                <a:gd name="connsiteY6" fmla="*/ 207462 h 461897"/>
                <a:gd name="connsiteX7" fmla="*/ 0 w 180061"/>
                <a:gd name="connsiteY7" fmla="*/ 7829 h 461897"/>
                <a:gd name="connsiteX8" fmla="*/ 23486 w 180061"/>
                <a:gd name="connsiteY8" fmla="*/ 0 h 46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61" h="461897">
                  <a:moveTo>
                    <a:pt x="23486" y="0"/>
                  </a:moveTo>
                  <a:cubicBezTo>
                    <a:pt x="125871" y="24551"/>
                    <a:pt x="178058" y="89788"/>
                    <a:pt x="180062" y="195719"/>
                  </a:cubicBezTo>
                  <a:cubicBezTo>
                    <a:pt x="174840" y="266178"/>
                    <a:pt x="169626" y="336637"/>
                    <a:pt x="164404" y="407096"/>
                  </a:cubicBezTo>
                  <a:cubicBezTo>
                    <a:pt x="164443" y="424288"/>
                    <a:pt x="167050" y="439946"/>
                    <a:pt x="172233" y="454069"/>
                  </a:cubicBezTo>
                  <a:cubicBezTo>
                    <a:pt x="171763" y="458320"/>
                    <a:pt x="169156" y="460927"/>
                    <a:pt x="164404" y="461897"/>
                  </a:cubicBezTo>
                  <a:cubicBezTo>
                    <a:pt x="159159" y="447876"/>
                    <a:pt x="153937" y="434825"/>
                    <a:pt x="148747" y="422753"/>
                  </a:cubicBezTo>
                  <a:cubicBezTo>
                    <a:pt x="151377" y="350823"/>
                    <a:pt x="156599" y="279056"/>
                    <a:pt x="164404" y="207462"/>
                  </a:cubicBezTo>
                  <a:cubicBezTo>
                    <a:pt x="167465" y="91824"/>
                    <a:pt x="112664" y="25279"/>
                    <a:pt x="0" y="7829"/>
                  </a:cubicBezTo>
                  <a:cubicBezTo>
                    <a:pt x="10107" y="9684"/>
                    <a:pt x="17936" y="7077"/>
                    <a:pt x="23486" y="0"/>
                  </a:cubicBezTo>
                  <a:close/>
                </a:path>
              </a:pathLst>
            </a:custGeom>
            <a:solidFill>
              <a:srgbClr val="4A7DC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C7C84138-EB7A-4CE9-A933-62A98F5FEF4D}"/>
                </a:ext>
              </a:extLst>
            </p:cNvPr>
            <p:cNvSpPr/>
            <p:nvPr/>
          </p:nvSpPr>
          <p:spPr>
            <a:xfrm>
              <a:off x="2840495" y="3417256"/>
              <a:ext cx="1041225" cy="877312"/>
            </a:xfrm>
            <a:custGeom>
              <a:avLst/>
              <a:gdLst>
                <a:gd name="connsiteX0" fmla="*/ 1041226 w 1041225"/>
                <a:gd name="connsiteY0" fmla="*/ 759390 h 877312"/>
                <a:gd name="connsiteX1" fmla="*/ 884651 w 1041225"/>
                <a:gd name="connsiteY1" fmla="*/ 872908 h 877312"/>
                <a:gd name="connsiteX2" fmla="*/ 219205 w 1041225"/>
                <a:gd name="connsiteY2" fmla="*/ 876822 h 877312"/>
                <a:gd name="connsiteX3" fmla="*/ 19572 w 1041225"/>
                <a:gd name="connsiteY3" fmla="*/ 657616 h 877312"/>
                <a:gd name="connsiteX4" fmla="*/ 0 w 1041225"/>
                <a:gd name="connsiteY4" fmla="*/ 399267 h 877312"/>
                <a:gd name="connsiteX5" fmla="*/ 15658 w 1041225"/>
                <a:gd name="connsiteY5" fmla="*/ 336637 h 877312"/>
                <a:gd name="connsiteX6" fmla="*/ 70459 w 1041225"/>
                <a:gd name="connsiteY6" fmla="*/ 281836 h 877312"/>
                <a:gd name="connsiteX7" fmla="*/ 74373 w 1041225"/>
                <a:gd name="connsiteY7" fmla="*/ 320979 h 877312"/>
                <a:gd name="connsiteX8" fmla="*/ 93945 w 1041225"/>
                <a:gd name="connsiteY8" fmla="*/ 301408 h 877312"/>
                <a:gd name="connsiteX9" fmla="*/ 93945 w 1041225"/>
                <a:gd name="connsiteY9" fmla="*/ 281836 h 877312"/>
                <a:gd name="connsiteX10" fmla="*/ 109603 w 1041225"/>
                <a:gd name="connsiteY10" fmla="*/ 297493 h 877312"/>
                <a:gd name="connsiteX11" fmla="*/ 133089 w 1041225"/>
                <a:gd name="connsiteY11" fmla="*/ 270092 h 877312"/>
                <a:gd name="connsiteX12" fmla="*/ 117432 w 1041225"/>
                <a:gd name="connsiteY12" fmla="*/ 262264 h 877312"/>
                <a:gd name="connsiteX13" fmla="*/ 172233 w 1041225"/>
                <a:gd name="connsiteY13" fmla="*/ 215291 h 877312"/>
                <a:gd name="connsiteX14" fmla="*/ 164404 w 1041225"/>
                <a:gd name="connsiteY14" fmla="*/ 207462 h 877312"/>
                <a:gd name="connsiteX15" fmla="*/ 187890 w 1041225"/>
                <a:gd name="connsiteY15" fmla="*/ 180062 h 877312"/>
                <a:gd name="connsiteX16" fmla="*/ 250521 w 1041225"/>
                <a:gd name="connsiteY16" fmla="*/ 180062 h 877312"/>
                <a:gd name="connsiteX17" fmla="*/ 250521 w 1041225"/>
                <a:gd name="connsiteY17" fmla="*/ 199634 h 877312"/>
                <a:gd name="connsiteX18" fmla="*/ 246606 w 1041225"/>
                <a:gd name="connsiteY18" fmla="*/ 211377 h 877312"/>
                <a:gd name="connsiteX19" fmla="*/ 230949 w 1041225"/>
                <a:gd name="connsiteY19" fmla="*/ 250521 h 877312"/>
                <a:gd name="connsiteX20" fmla="*/ 180062 w 1041225"/>
                <a:gd name="connsiteY20" fmla="*/ 238777 h 877312"/>
                <a:gd name="connsiteX21" fmla="*/ 227034 w 1041225"/>
                <a:gd name="connsiteY21" fmla="*/ 262264 h 877312"/>
                <a:gd name="connsiteX22" fmla="*/ 211377 w 1041225"/>
                <a:gd name="connsiteY22" fmla="*/ 270092 h 877312"/>
                <a:gd name="connsiteX23" fmla="*/ 262264 w 1041225"/>
                <a:gd name="connsiteY23" fmla="*/ 297493 h 877312"/>
                <a:gd name="connsiteX24" fmla="*/ 289664 w 1041225"/>
                <a:gd name="connsiteY24" fmla="*/ 277921 h 877312"/>
                <a:gd name="connsiteX25" fmla="*/ 281836 w 1041225"/>
                <a:gd name="connsiteY25" fmla="*/ 270092 h 877312"/>
                <a:gd name="connsiteX26" fmla="*/ 301408 w 1041225"/>
                <a:gd name="connsiteY26" fmla="*/ 281836 h 877312"/>
                <a:gd name="connsiteX27" fmla="*/ 320979 w 1041225"/>
                <a:gd name="connsiteY27" fmla="*/ 266178 h 877312"/>
                <a:gd name="connsiteX28" fmla="*/ 281836 w 1041225"/>
                <a:gd name="connsiteY28" fmla="*/ 238777 h 877312"/>
                <a:gd name="connsiteX29" fmla="*/ 301408 w 1041225"/>
                <a:gd name="connsiteY29" fmla="*/ 211377 h 877312"/>
                <a:gd name="connsiteX30" fmla="*/ 344466 w 1041225"/>
                <a:gd name="connsiteY30" fmla="*/ 246606 h 877312"/>
                <a:gd name="connsiteX31" fmla="*/ 344466 w 1041225"/>
                <a:gd name="connsiteY31" fmla="*/ 274007 h 877312"/>
                <a:gd name="connsiteX32" fmla="*/ 352295 w 1041225"/>
                <a:gd name="connsiteY32" fmla="*/ 258349 h 877312"/>
                <a:gd name="connsiteX33" fmla="*/ 391438 w 1041225"/>
                <a:gd name="connsiteY33" fmla="*/ 258349 h 877312"/>
                <a:gd name="connsiteX34" fmla="*/ 426668 w 1041225"/>
                <a:gd name="connsiteY34" fmla="*/ 234863 h 877312"/>
                <a:gd name="connsiteX35" fmla="*/ 411010 w 1041225"/>
                <a:gd name="connsiteY35" fmla="*/ 250521 h 877312"/>
                <a:gd name="connsiteX36" fmla="*/ 360123 w 1041225"/>
                <a:gd name="connsiteY36" fmla="*/ 250521 h 877312"/>
                <a:gd name="connsiteX37" fmla="*/ 352295 w 1041225"/>
                <a:gd name="connsiteY37" fmla="*/ 227034 h 877312"/>
                <a:gd name="connsiteX38" fmla="*/ 375781 w 1041225"/>
                <a:gd name="connsiteY38" fmla="*/ 223120 h 877312"/>
                <a:gd name="connsiteX39" fmla="*/ 320979 w 1041225"/>
                <a:gd name="connsiteY39" fmla="*/ 215291 h 877312"/>
                <a:gd name="connsiteX40" fmla="*/ 352295 w 1041225"/>
                <a:gd name="connsiteY40" fmla="*/ 211377 h 877312"/>
                <a:gd name="connsiteX41" fmla="*/ 352295 w 1041225"/>
                <a:gd name="connsiteY41" fmla="*/ 168319 h 877312"/>
                <a:gd name="connsiteX42" fmla="*/ 375781 w 1041225"/>
                <a:gd name="connsiteY42" fmla="*/ 195719 h 877312"/>
                <a:gd name="connsiteX43" fmla="*/ 446240 w 1041225"/>
                <a:gd name="connsiteY43" fmla="*/ 152661 h 877312"/>
                <a:gd name="connsiteX44" fmla="*/ 422753 w 1041225"/>
                <a:gd name="connsiteY44" fmla="*/ 137003 h 877312"/>
                <a:gd name="connsiteX45" fmla="*/ 465812 w 1041225"/>
                <a:gd name="connsiteY45" fmla="*/ 93945 h 877312"/>
                <a:gd name="connsiteX46" fmla="*/ 461897 w 1041225"/>
                <a:gd name="connsiteY46" fmla="*/ 113517 h 877312"/>
                <a:gd name="connsiteX47" fmla="*/ 477555 w 1041225"/>
                <a:gd name="connsiteY47" fmla="*/ 109603 h 877312"/>
                <a:gd name="connsiteX48" fmla="*/ 481469 w 1041225"/>
                <a:gd name="connsiteY48" fmla="*/ 78288 h 877312"/>
                <a:gd name="connsiteX49" fmla="*/ 501041 w 1041225"/>
                <a:gd name="connsiteY49" fmla="*/ 66545 h 877312"/>
                <a:gd name="connsiteX50" fmla="*/ 469726 w 1041225"/>
                <a:gd name="connsiteY50" fmla="*/ 58716 h 877312"/>
                <a:gd name="connsiteX51" fmla="*/ 501041 w 1041225"/>
                <a:gd name="connsiteY51" fmla="*/ 27401 h 877312"/>
                <a:gd name="connsiteX52" fmla="*/ 524527 w 1041225"/>
                <a:gd name="connsiteY52" fmla="*/ 35229 h 877312"/>
                <a:gd name="connsiteX53" fmla="*/ 544099 w 1041225"/>
                <a:gd name="connsiteY53" fmla="*/ 0 h 877312"/>
                <a:gd name="connsiteX54" fmla="*/ 563671 w 1041225"/>
                <a:gd name="connsiteY54" fmla="*/ 35229 h 877312"/>
                <a:gd name="connsiteX55" fmla="*/ 571500 w 1041225"/>
                <a:gd name="connsiteY55" fmla="*/ 54801 h 877312"/>
                <a:gd name="connsiteX56" fmla="*/ 575414 w 1041225"/>
                <a:gd name="connsiteY56" fmla="*/ 7829 h 877312"/>
                <a:gd name="connsiteX57" fmla="*/ 602815 w 1041225"/>
                <a:gd name="connsiteY57" fmla="*/ 23486 h 877312"/>
                <a:gd name="connsiteX58" fmla="*/ 641959 w 1041225"/>
                <a:gd name="connsiteY58" fmla="*/ 70459 h 877312"/>
                <a:gd name="connsiteX59" fmla="*/ 665445 w 1041225"/>
                <a:gd name="connsiteY59" fmla="*/ 58716 h 877312"/>
                <a:gd name="connsiteX60" fmla="*/ 657616 w 1041225"/>
                <a:gd name="connsiteY60" fmla="*/ 66545 h 877312"/>
                <a:gd name="connsiteX61" fmla="*/ 677188 w 1041225"/>
                <a:gd name="connsiteY61" fmla="*/ 86116 h 877312"/>
                <a:gd name="connsiteX62" fmla="*/ 681103 w 1041225"/>
                <a:gd name="connsiteY62" fmla="*/ 23486 h 877312"/>
                <a:gd name="connsiteX63" fmla="*/ 692846 w 1041225"/>
                <a:gd name="connsiteY63" fmla="*/ 62630 h 877312"/>
                <a:gd name="connsiteX64" fmla="*/ 696760 w 1041225"/>
                <a:gd name="connsiteY64" fmla="*/ 97860 h 877312"/>
                <a:gd name="connsiteX65" fmla="*/ 696760 w 1041225"/>
                <a:gd name="connsiteY65" fmla="*/ 125260 h 877312"/>
                <a:gd name="connsiteX66" fmla="*/ 716332 w 1041225"/>
                <a:gd name="connsiteY66" fmla="*/ 125260 h 877312"/>
                <a:gd name="connsiteX67" fmla="*/ 720247 w 1041225"/>
                <a:gd name="connsiteY67" fmla="*/ 148747 h 877312"/>
                <a:gd name="connsiteX68" fmla="*/ 735904 w 1041225"/>
                <a:gd name="connsiteY68" fmla="*/ 133089 h 877312"/>
                <a:gd name="connsiteX69" fmla="*/ 724161 w 1041225"/>
                <a:gd name="connsiteY69" fmla="*/ 101774 h 877312"/>
                <a:gd name="connsiteX70" fmla="*/ 759390 w 1041225"/>
                <a:gd name="connsiteY70" fmla="*/ 90031 h 877312"/>
                <a:gd name="connsiteX71" fmla="*/ 712418 w 1041225"/>
                <a:gd name="connsiteY71" fmla="*/ 58716 h 877312"/>
                <a:gd name="connsiteX72" fmla="*/ 731990 w 1041225"/>
                <a:gd name="connsiteY72" fmla="*/ 39144 h 877312"/>
                <a:gd name="connsiteX73" fmla="*/ 759390 w 1041225"/>
                <a:gd name="connsiteY73" fmla="*/ 46973 h 877312"/>
                <a:gd name="connsiteX74" fmla="*/ 763305 w 1041225"/>
                <a:gd name="connsiteY74" fmla="*/ 7829 h 877312"/>
                <a:gd name="connsiteX75" fmla="*/ 810277 w 1041225"/>
                <a:gd name="connsiteY75" fmla="*/ 39144 h 877312"/>
                <a:gd name="connsiteX76" fmla="*/ 845507 w 1041225"/>
                <a:gd name="connsiteY76" fmla="*/ 62630 h 877312"/>
                <a:gd name="connsiteX77" fmla="*/ 822021 w 1041225"/>
                <a:gd name="connsiteY77" fmla="*/ 66545 h 877312"/>
                <a:gd name="connsiteX78" fmla="*/ 845507 w 1041225"/>
                <a:gd name="connsiteY78" fmla="*/ 105688 h 877312"/>
                <a:gd name="connsiteX79" fmla="*/ 798534 w 1041225"/>
                <a:gd name="connsiteY79" fmla="*/ 152661 h 877312"/>
                <a:gd name="connsiteX80" fmla="*/ 814192 w 1041225"/>
                <a:gd name="connsiteY80" fmla="*/ 172233 h 877312"/>
                <a:gd name="connsiteX81" fmla="*/ 845507 w 1041225"/>
                <a:gd name="connsiteY81" fmla="*/ 180062 h 877312"/>
                <a:gd name="connsiteX82" fmla="*/ 872908 w 1041225"/>
                <a:gd name="connsiteY82" fmla="*/ 187890 h 877312"/>
                <a:gd name="connsiteX83" fmla="*/ 884651 w 1041225"/>
                <a:gd name="connsiteY83" fmla="*/ 250521 h 877312"/>
                <a:gd name="connsiteX84" fmla="*/ 872908 w 1041225"/>
                <a:gd name="connsiteY84" fmla="*/ 266178 h 877312"/>
                <a:gd name="connsiteX85" fmla="*/ 837678 w 1041225"/>
                <a:gd name="connsiteY85" fmla="*/ 234863 h 877312"/>
                <a:gd name="connsiteX86" fmla="*/ 837678 w 1041225"/>
                <a:gd name="connsiteY86" fmla="*/ 266178 h 877312"/>
                <a:gd name="connsiteX87" fmla="*/ 790705 w 1041225"/>
                <a:gd name="connsiteY87" fmla="*/ 285750 h 877312"/>
                <a:gd name="connsiteX88" fmla="*/ 814192 w 1041225"/>
                <a:gd name="connsiteY88" fmla="*/ 293579 h 877312"/>
                <a:gd name="connsiteX89" fmla="*/ 806363 w 1041225"/>
                <a:gd name="connsiteY89" fmla="*/ 301408 h 877312"/>
                <a:gd name="connsiteX90" fmla="*/ 822021 w 1041225"/>
                <a:gd name="connsiteY90" fmla="*/ 344466 h 877312"/>
                <a:gd name="connsiteX91" fmla="*/ 802449 w 1041225"/>
                <a:gd name="connsiteY91" fmla="*/ 344466 h 877312"/>
                <a:gd name="connsiteX92" fmla="*/ 814192 w 1041225"/>
                <a:gd name="connsiteY92" fmla="*/ 383610 h 877312"/>
                <a:gd name="connsiteX93" fmla="*/ 837678 w 1041225"/>
                <a:gd name="connsiteY93" fmla="*/ 422753 h 877312"/>
                <a:gd name="connsiteX94" fmla="*/ 822021 w 1041225"/>
                <a:gd name="connsiteY94" fmla="*/ 442325 h 877312"/>
                <a:gd name="connsiteX95" fmla="*/ 865079 w 1041225"/>
                <a:gd name="connsiteY95" fmla="*/ 493212 h 877312"/>
                <a:gd name="connsiteX96" fmla="*/ 868993 w 1041225"/>
                <a:gd name="connsiteY96" fmla="*/ 465812 h 877312"/>
                <a:gd name="connsiteX97" fmla="*/ 908137 w 1041225"/>
                <a:gd name="connsiteY97" fmla="*/ 469726 h 877312"/>
                <a:gd name="connsiteX98" fmla="*/ 915966 w 1041225"/>
                <a:gd name="connsiteY98" fmla="*/ 501041 h 877312"/>
                <a:gd name="connsiteX99" fmla="*/ 927709 w 1041225"/>
                <a:gd name="connsiteY99" fmla="*/ 516699 h 877312"/>
                <a:gd name="connsiteX100" fmla="*/ 931623 w 1041225"/>
                <a:gd name="connsiteY100" fmla="*/ 548014 h 877312"/>
                <a:gd name="connsiteX101" fmla="*/ 923795 w 1041225"/>
                <a:gd name="connsiteY101" fmla="*/ 567586 h 877312"/>
                <a:gd name="connsiteX102" fmla="*/ 892479 w 1041225"/>
                <a:gd name="connsiteY102" fmla="*/ 536271 h 877312"/>
                <a:gd name="connsiteX103" fmla="*/ 833764 w 1041225"/>
                <a:gd name="connsiteY103" fmla="*/ 508870 h 877312"/>
                <a:gd name="connsiteX104" fmla="*/ 782877 w 1041225"/>
                <a:gd name="connsiteY104" fmla="*/ 551928 h 877312"/>
                <a:gd name="connsiteX105" fmla="*/ 782877 w 1041225"/>
                <a:gd name="connsiteY105" fmla="*/ 571500 h 877312"/>
                <a:gd name="connsiteX106" fmla="*/ 747647 w 1041225"/>
                <a:gd name="connsiteY106" fmla="*/ 571500 h 877312"/>
                <a:gd name="connsiteX107" fmla="*/ 708503 w 1041225"/>
                <a:gd name="connsiteY107" fmla="*/ 540185 h 877312"/>
                <a:gd name="connsiteX108" fmla="*/ 692846 w 1041225"/>
                <a:gd name="connsiteY108" fmla="*/ 540185 h 877312"/>
                <a:gd name="connsiteX109" fmla="*/ 688932 w 1041225"/>
                <a:gd name="connsiteY109" fmla="*/ 555842 h 877312"/>
                <a:gd name="connsiteX110" fmla="*/ 716332 w 1041225"/>
                <a:gd name="connsiteY110" fmla="*/ 571500 h 877312"/>
                <a:gd name="connsiteX111" fmla="*/ 763305 w 1041225"/>
                <a:gd name="connsiteY111" fmla="*/ 602815 h 877312"/>
                <a:gd name="connsiteX112" fmla="*/ 794620 w 1041225"/>
                <a:gd name="connsiteY112" fmla="*/ 602815 h 877312"/>
                <a:gd name="connsiteX113" fmla="*/ 806363 w 1041225"/>
                <a:gd name="connsiteY113" fmla="*/ 618473 h 877312"/>
                <a:gd name="connsiteX114" fmla="*/ 806363 w 1041225"/>
                <a:gd name="connsiteY114" fmla="*/ 598901 h 877312"/>
                <a:gd name="connsiteX115" fmla="*/ 833764 w 1041225"/>
                <a:gd name="connsiteY115" fmla="*/ 579329 h 877312"/>
                <a:gd name="connsiteX116" fmla="*/ 841592 w 1041225"/>
                <a:gd name="connsiteY116" fmla="*/ 594986 h 877312"/>
                <a:gd name="connsiteX117" fmla="*/ 861164 w 1041225"/>
                <a:gd name="connsiteY117" fmla="*/ 594986 h 877312"/>
                <a:gd name="connsiteX118" fmla="*/ 829849 w 1041225"/>
                <a:gd name="connsiteY118" fmla="*/ 634130 h 877312"/>
                <a:gd name="connsiteX119" fmla="*/ 845507 w 1041225"/>
                <a:gd name="connsiteY119" fmla="*/ 645873 h 877312"/>
                <a:gd name="connsiteX120" fmla="*/ 837678 w 1041225"/>
                <a:gd name="connsiteY120" fmla="*/ 653702 h 877312"/>
                <a:gd name="connsiteX121" fmla="*/ 900308 w 1041225"/>
                <a:gd name="connsiteY121" fmla="*/ 641959 h 877312"/>
                <a:gd name="connsiteX122" fmla="*/ 923795 w 1041225"/>
                <a:gd name="connsiteY122" fmla="*/ 688932 h 877312"/>
                <a:gd name="connsiteX123" fmla="*/ 876822 w 1041225"/>
                <a:gd name="connsiteY123" fmla="*/ 696760 h 877312"/>
                <a:gd name="connsiteX124" fmla="*/ 872908 w 1041225"/>
                <a:gd name="connsiteY124" fmla="*/ 712418 h 877312"/>
                <a:gd name="connsiteX125" fmla="*/ 872908 w 1041225"/>
                <a:gd name="connsiteY125" fmla="*/ 735904 h 877312"/>
                <a:gd name="connsiteX126" fmla="*/ 818106 w 1041225"/>
                <a:gd name="connsiteY126" fmla="*/ 735904 h 877312"/>
                <a:gd name="connsiteX127" fmla="*/ 771134 w 1041225"/>
                <a:gd name="connsiteY127" fmla="*/ 673274 h 877312"/>
                <a:gd name="connsiteX128" fmla="*/ 767219 w 1041225"/>
                <a:gd name="connsiteY128" fmla="*/ 688932 h 877312"/>
                <a:gd name="connsiteX129" fmla="*/ 790705 w 1041225"/>
                <a:gd name="connsiteY129" fmla="*/ 728075 h 877312"/>
                <a:gd name="connsiteX130" fmla="*/ 775048 w 1041225"/>
                <a:gd name="connsiteY130" fmla="*/ 728075 h 877312"/>
                <a:gd name="connsiteX131" fmla="*/ 739819 w 1041225"/>
                <a:gd name="connsiteY131" fmla="*/ 657616 h 877312"/>
                <a:gd name="connsiteX132" fmla="*/ 681103 w 1041225"/>
                <a:gd name="connsiteY132" fmla="*/ 708503 h 877312"/>
                <a:gd name="connsiteX133" fmla="*/ 728075 w 1041225"/>
                <a:gd name="connsiteY133" fmla="*/ 767219 h 877312"/>
                <a:gd name="connsiteX134" fmla="*/ 731990 w 1041225"/>
                <a:gd name="connsiteY134" fmla="*/ 735904 h 877312"/>
                <a:gd name="connsiteX135" fmla="*/ 775048 w 1041225"/>
                <a:gd name="connsiteY135" fmla="*/ 786791 h 877312"/>
                <a:gd name="connsiteX136" fmla="*/ 810277 w 1041225"/>
                <a:gd name="connsiteY136" fmla="*/ 767219 h 877312"/>
                <a:gd name="connsiteX137" fmla="*/ 837678 w 1041225"/>
                <a:gd name="connsiteY137" fmla="*/ 794620 h 877312"/>
                <a:gd name="connsiteX138" fmla="*/ 810277 w 1041225"/>
                <a:gd name="connsiteY138" fmla="*/ 798534 h 877312"/>
                <a:gd name="connsiteX139" fmla="*/ 802449 w 1041225"/>
                <a:gd name="connsiteY139" fmla="*/ 837678 h 877312"/>
                <a:gd name="connsiteX140" fmla="*/ 868993 w 1041225"/>
                <a:gd name="connsiteY140" fmla="*/ 833764 h 877312"/>
                <a:gd name="connsiteX141" fmla="*/ 947281 w 1041225"/>
                <a:gd name="connsiteY141" fmla="*/ 743733 h 877312"/>
                <a:gd name="connsiteX142" fmla="*/ 970767 w 1041225"/>
                <a:gd name="connsiteY142" fmla="*/ 731990 h 877312"/>
                <a:gd name="connsiteX143" fmla="*/ 966853 w 1041225"/>
                <a:gd name="connsiteY143" fmla="*/ 696760 h 877312"/>
                <a:gd name="connsiteX144" fmla="*/ 990339 w 1041225"/>
                <a:gd name="connsiteY144" fmla="*/ 735904 h 877312"/>
                <a:gd name="connsiteX145" fmla="*/ 1033397 w 1041225"/>
                <a:gd name="connsiteY145" fmla="*/ 735904 h 877312"/>
                <a:gd name="connsiteX146" fmla="*/ 1041226 w 1041225"/>
                <a:gd name="connsiteY146" fmla="*/ 759390 h 87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041225" h="877312">
                  <a:moveTo>
                    <a:pt x="1041226" y="759390"/>
                  </a:moveTo>
                  <a:cubicBezTo>
                    <a:pt x="1010389" y="825778"/>
                    <a:pt x="958194" y="863623"/>
                    <a:pt x="884651" y="872908"/>
                  </a:cubicBezTo>
                  <a:cubicBezTo>
                    <a:pt x="662854" y="876822"/>
                    <a:pt x="441034" y="878129"/>
                    <a:pt x="219205" y="876822"/>
                  </a:cubicBezTo>
                  <a:cubicBezTo>
                    <a:pt x="105713" y="848082"/>
                    <a:pt x="39168" y="775009"/>
                    <a:pt x="19572" y="657616"/>
                  </a:cubicBezTo>
                  <a:cubicBezTo>
                    <a:pt x="11670" y="571555"/>
                    <a:pt x="5147" y="485438"/>
                    <a:pt x="0" y="399267"/>
                  </a:cubicBezTo>
                  <a:cubicBezTo>
                    <a:pt x="5212" y="379476"/>
                    <a:pt x="10431" y="358605"/>
                    <a:pt x="15658" y="336637"/>
                  </a:cubicBezTo>
                  <a:cubicBezTo>
                    <a:pt x="36535" y="320979"/>
                    <a:pt x="54801" y="302715"/>
                    <a:pt x="70459" y="281836"/>
                  </a:cubicBezTo>
                  <a:cubicBezTo>
                    <a:pt x="76064" y="292765"/>
                    <a:pt x="77369" y="305807"/>
                    <a:pt x="74373" y="320979"/>
                  </a:cubicBezTo>
                  <a:cubicBezTo>
                    <a:pt x="80897" y="314458"/>
                    <a:pt x="87422" y="307929"/>
                    <a:pt x="93945" y="301408"/>
                  </a:cubicBezTo>
                  <a:cubicBezTo>
                    <a:pt x="84463" y="294416"/>
                    <a:pt x="84463" y="287895"/>
                    <a:pt x="93945" y="281836"/>
                  </a:cubicBezTo>
                  <a:cubicBezTo>
                    <a:pt x="99165" y="287057"/>
                    <a:pt x="104383" y="292271"/>
                    <a:pt x="109603" y="297493"/>
                  </a:cubicBezTo>
                  <a:cubicBezTo>
                    <a:pt x="116505" y="287629"/>
                    <a:pt x="124333" y="278501"/>
                    <a:pt x="133089" y="270092"/>
                  </a:cubicBezTo>
                  <a:cubicBezTo>
                    <a:pt x="127870" y="267485"/>
                    <a:pt x="122651" y="264871"/>
                    <a:pt x="117432" y="262264"/>
                  </a:cubicBezTo>
                  <a:cubicBezTo>
                    <a:pt x="137754" y="249832"/>
                    <a:pt x="156021" y="234174"/>
                    <a:pt x="172233" y="215291"/>
                  </a:cubicBezTo>
                  <a:cubicBezTo>
                    <a:pt x="169626" y="212684"/>
                    <a:pt x="167011" y="210069"/>
                    <a:pt x="164404" y="207462"/>
                  </a:cubicBezTo>
                  <a:cubicBezTo>
                    <a:pt x="173157" y="199054"/>
                    <a:pt x="180985" y="189926"/>
                    <a:pt x="187890" y="180062"/>
                  </a:cubicBezTo>
                  <a:cubicBezTo>
                    <a:pt x="206366" y="218266"/>
                    <a:pt x="227238" y="218266"/>
                    <a:pt x="250521" y="180062"/>
                  </a:cubicBezTo>
                  <a:cubicBezTo>
                    <a:pt x="260001" y="186121"/>
                    <a:pt x="260001" y="192642"/>
                    <a:pt x="250521" y="199634"/>
                  </a:cubicBezTo>
                  <a:cubicBezTo>
                    <a:pt x="272261" y="216646"/>
                    <a:pt x="270954" y="220560"/>
                    <a:pt x="246606" y="211377"/>
                  </a:cubicBezTo>
                  <a:cubicBezTo>
                    <a:pt x="239858" y="223801"/>
                    <a:pt x="234636" y="236852"/>
                    <a:pt x="230949" y="250521"/>
                  </a:cubicBezTo>
                  <a:cubicBezTo>
                    <a:pt x="213428" y="251695"/>
                    <a:pt x="196463" y="247780"/>
                    <a:pt x="180062" y="238777"/>
                  </a:cubicBezTo>
                  <a:cubicBezTo>
                    <a:pt x="191781" y="253425"/>
                    <a:pt x="207439" y="261254"/>
                    <a:pt x="227034" y="262264"/>
                  </a:cubicBezTo>
                  <a:cubicBezTo>
                    <a:pt x="221812" y="264871"/>
                    <a:pt x="216598" y="267485"/>
                    <a:pt x="211377" y="270092"/>
                  </a:cubicBezTo>
                  <a:cubicBezTo>
                    <a:pt x="228960" y="278227"/>
                    <a:pt x="245925" y="287363"/>
                    <a:pt x="262264" y="297493"/>
                  </a:cubicBezTo>
                  <a:cubicBezTo>
                    <a:pt x="269333" y="288091"/>
                    <a:pt x="278461" y="281562"/>
                    <a:pt x="289664" y="277921"/>
                  </a:cubicBezTo>
                  <a:cubicBezTo>
                    <a:pt x="287057" y="275314"/>
                    <a:pt x="284443" y="272700"/>
                    <a:pt x="281836" y="270092"/>
                  </a:cubicBezTo>
                  <a:cubicBezTo>
                    <a:pt x="291575" y="266523"/>
                    <a:pt x="298096" y="270437"/>
                    <a:pt x="301408" y="281836"/>
                  </a:cubicBezTo>
                  <a:cubicBezTo>
                    <a:pt x="308649" y="277553"/>
                    <a:pt x="315171" y="272339"/>
                    <a:pt x="320979" y="266178"/>
                  </a:cubicBezTo>
                  <a:cubicBezTo>
                    <a:pt x="307929" y="257042"/>
                    <a:pt x="294886" y="247914"/>
                    <a:pt x="281836" y="238777"/>
                  </a:cubicBezTo>
                  <a:cubicBezTo>
                    <a:pt x="291238" y="231708"/>
                    <a:pt x="297767" y="222580"/>
                    <a:pt x="301408" y="211377"/>
                  </a:cubicBezTo>
                  <a:cubicBezTo>
                    <a:pt x="313605" y="225930"/>
                    <a:pt x="327955" y="237674"/>
                    <a:pt x="344466" y="246606"/>
                  </a:cubicBezTo>
                  <a:cubicBezTo>
                    <a:pt x="327235" y="252689"/>
                    <a:pt x="327235" y="261825"/>
                    <a:pt x="344466" y="274007"/>
                  </a:cubicBezTo>
                  <a:cubicBezTo>
                    <a:pt x="347073" y="268785"/>
                    <a:pt x="349688" y="263571"/>
                    <a:pt x="352295" y="258349"/>
                  </a:cubicBezTo>
                  <a:cubicBezTo>
                    <a:pt x="366277" y="277311"/>
                    <a:pt x="379319" y="277311"/>
                    <a:pt x="391438" y="258349"/>
                  </a:cubicBezTo>
                  <a:cubicBezTo>
                    <a:pt x="416146" y="268871"/>
                    <a:pt x="427889" y="261042"/>
                    <a:pt x="426668" y="234863"/>
                  </a:cubicBezTo>
                  <a:cubicBezTo>
                    <a:pt x="423630" y="242128"/>
                    <a:pt x="418409" y="247350"/>
                    <a:pt x="411010" y="250521"/>
                  </a:cubicBezTo>
                  <a:cubicBezTo>
                    <a:pt x="394695" y="249197"/>
                    <a:pt x="377730" y="249197"/>
                    <a:pt x="360123" y="250521"/>
                  </a:cubicBezTo>
                  <a:cubicBezTo>
                    <a:pt x="353187" y="244062"/>
                    <a:pt x="350580" y="236233"/>
                    <a:pt x="352295" y="227034"/>
                  </a:cubicBezTo>
                  <a:cubicBezTo>
                    <a:pt x="360530" y="228201"/>
                    <a:pt x="368359" y="226901"/>
                    <a:pt x="375781" y="223120"/>
                  </a:cubicBezTo>
                  <a:cubicBezTo>
                    <a:pt x="357516" y="220513"/>
                    <a:pt x="339244" y="217898"/>
                    <a:pt x="320979" y="215291"/>
                  </a:cubicBezTo>
                  <a:cubicBezTo>
                    <a:pt x="331102" y="211455"/>
                    <a:pt x="341546" y="210148"/>
                    <a:pt x="352295" y="211377"/>
                  </a:cubicBezTo>
                  <a:cubicBezTo>
                    <a:pt x="357289" y="196032"/>
                    <a:pt x="357289" y="181682"/>
                    <a:pt x="352295" y="168319"/>
                  </a:cubicBezTo>
                  <a:cubicBezTo>
                    <a:pt x="371350" y="165711"/>
                    <a:pt x="379178" y="174848"/>
                    <a:pt x="375781" y="195719"/>
                  </a:cubicBezTo>
                  <a:cubicBezTo>
                    <a:pt x="399925" y="183498"/>
                    <a:pt x="423411" y="169148"/>
                    <a:pt x="446240" y="152661"/>
                  </a:cubicBezTo>
                  <a:cubicBezTo>
                    <a:pt x="439757" y="145498"/>
                    <a:pt x="431929" y="140284"/>
                    <a:pt x="422753" y="137003"/>
                  </a:cubicBezTo>
                  <a:cubicBezTo>
                    <a:pt x="436015" y="121823"/>
                    <a:pt x="450365" y="107473"/>
                    <a:pt x="465812" y="93945"/>
                  </a:cubicBezTo>
                  <a:cubicBezTo>
                    <a:pt x="470642" y="101375"/>
                    <a:pt x="469342" y="107896"/>
                    <a:pt x="461897" y="113517"/>
                  </a:cubicBezTo>
                  <a:cubicBezTo>
                    <a:pt x="468411" y="118903"/>
                    <a:pt x="473625" y="117596"/>
                    <a:pt x="477555" y="109603"/>
                  </a:cubicBezTo>
                  <a:cubicBezTo>
                    <a:pt x="482604" y="99958"/>
                    <a:pt x="483904" y="89522"/>
                    <a:pt x="481469" y="78288"/>
                  </a:cubicBezTo>
                  <a:cubicBezTo>
                    <a:pt x="487341" y="73387"/>
                    <a:pt x="493870" y="69472"/>
                    <a:pt x="501041" y="66545"/>
                  </a:cubicBezTo>
                  <a:cubicBezTo>
                    <a:pt x="492649" y="56492"/>
                    <a:pt x="482213" y="53885"/>
                    <a:pt x="469726" y="58716"/>
                  </a:cubicBezTo>
                  <a:cubicBezTo>
                    <a:pt x="482777" y="50887"/>
                    <a:pt x="493212" y="40451"/>
                    <a:pt x="501041" y="27401"/>
                  </a:cubicBezTo>
                  <a:cubicBezTo>
                    <a:pt x="508870" y="30008"/>
                    <a:pt x="516699" y="32622"/>
                    <a:pt x="524527" y="35229"/>
                  </a:cubicBezTo>
                  <a:cubicBezTo>
                    <a:pt x="535433" y="26062"/>
                    <a:pt x="541962" y="14319"/>
                    <a:pt x="544099" y="0"/>
                  </a:cubicBezTo>
                  <a:cubicBezTo>
                    <a:pt x="549634" y="12377"/>
                    <a:pt x="556156" y="24120"/>
                    <a:pt x="563671" y="35229"/>
                  </a:cubicBezTo>
                  <a:cubicBezTo>
                    <a:pt x="555028" y="44084"/>
                    <a:pt x="557635" y="50613"/>
                    <a:pt x="571500" y="54801"/>
                  </a:cubicBezTo>
                  <a:cubicBezTo>
                    <a:pt x="580581" y="42385"/>
                    <a:pt x="581889" y="26727"/>
                    <a:pt x="575414" y="7829"/>
                  </a:cubicBezTo>
                  <a:cubicBezTo>
                    <a:pt x="580973" y="19360"/>
                    <a:pt x="590101" y="24582"/>
                    <a:pt x="602815" y="23486"/>
                  </a:cubicBezTo>
                  <a:cubicBezTo>
                    <a:pt x="605164" y="47114"/>
                    <a:pt x="618214" y="62771"/>
                    <a:pt x="641959" y="70459"/>
                  </a:cubicBezTo>
                  <a:cubicBezTo>
                    <a:pt x="647893" y="60195"/>
                    <a:pt x="655722" y="56281"/>
                    <a:pt x="665445" y="58716"/>
                  </a:cubicBezTo>
                  <a:cubicBezTo>
                    <a:pt x="662838" y="61323"/>
                    <a:pt x="660223" y="63937"/>
                    <a:pt x="657616" y="66545"/>
                  </a:cubicBezTo>
                  <a:cubicBezTo>
                    <a:pt x="666753" y="70459"/>
                    <a:pt x="673274" y="76980"/>
                    <a:pt x="677188" y="86116"/>
                  </a:cubicBezTo>
                  <a:cubicBezTo>
                    <a:pt x="678848" y="63945"/>
                    <a:pt x="680155" y="43074"/>
                    <a:pt x="681103" y="23486"/>
                  </a:cubicBezTo>
                  <a:cubicBezTo>
                    <a:pt x="687350" y="35840"/>
                    <a:pt x="691265" y="48883"/>
                    <a:pt x="692846" y="62630"/>
                  </a:cubicBezTo>
                  <a:cubicBezTo>
                    <a:pt x="717640" y="71766"/>
                    <a:pt x="718939" y="83509"/>
                    <a:pt x="696760" y="97860"/>
                  </a:cubicBezTo>
                  <a:cubicBezTo>
                    <a:pt x="706241" y="106573"/>
                    <a:pt x="706241" y="115709"/>
                    <a:pt x="696760" y="125260"/>
                  </a:cubicBezTo>
                  <a:cubicBezTo>
                    <a:pt x="702820" y="134741"/>
                    <a:pt x="709341" y="134741"/>
                    <a:pt x="716332" y="125260"/>
                  </a:cubicBezTo>
                  <a:cubicBezTo>
                    <a:pt x="715729" y="134952"/>
                    <a:pt x="717029" y="142781"/>
                    <a:pt x="720247" y="148747"/>
                  </a:cubicBezTo>
                  <a:cubicBezTo>
                    <a:pt x="728075" y="146140"/>
                    <a:pt x="733297" y="140918"/>
                    <a:pt x="735904" y="133089"/>
                  </a:cubicBezTo>
                  <a:cubicBezTo>
                    <a:pt x="725468" y="124321"/>
                    <a:pt x="721554" y="113885"/>
                    <a:pt x="724161" y="101774"/>
                  </a:cubicBezTo>
                  <a:cubicBezTo>
                    <a:pt x="735693" y="104655"/>
                    <a:pt x="747436" y="100741"/>
                    <a:pt x="759390" y="90031"/>
                  </a:cubicBezTo>
                  <a:cubicBezTo>
                    <a:pt x="743733" y="79595"/>
                    <a:pt x="728075" y="69152"/>
                    <a:pt x="712418" y="58716"/>
                  </a:cubicBezTo>
                  <a:cubicBezTo>
                    <a:pt x="721554" y="54801"/>
                    <a:pt x="728075" y="48280"/>
                    <a:pt x="731990" y="39144"/>
                  </a:cubicBezTo>
                  <a:cubicBezTo>
                    <a:pt x="738456" y="54058"/>
                    <a:pt x="747592" y="56673"/>
                    <a:pt x="759390" y="46973"/>
                  </a:cubicBezTo>
                  <a:cubicBezTo>
                    <a:pt x="750301" y="33476"/>
                    <a:pt x="751601" y="20433"/>
                    <a:pt x="763305" y="7829"/>
                  </a:cubicBezTo>
                  <a:cubicBezTo>
                    <a:pt x="780309" y="16323"/>
                    <a:pt x="795966" y="26767"/>
                    <a:pt x="810277" y="39144"/>
                  </a:cubicBezTo>
                  <a:cubicBezTo>
                    <a:pt x="844442" y="23142"/>
                    <a:pt x="856185" y="30971"/>
                    <a:pt x="845507" y="62630"/>
                  </a:cubicBezTo>
                  <a:cubicBezTo>
                    <a:pt x="837271" y="61464"/>
                    <a:pt x="829442" y="62763"/>
                    <a:pt x="822021" y="66545"/>
                  </a:cubicBezTo>
                  <a:cubicBezTo>
                    <a:pt x="829849" y="79595"/>
                    <a:pt x="837678" y="92638"/>
                    <a:pt x="845507" y="105688"/>
                  </a:cubicBezTo>
                  <a:cubicBezTo>
                    <a:pt x="824627" y="116124"/>
                    <a:pt x="808970" y="131782"/>
                    <a:pt x="798534" y="152661"/>
                  </a:cubicBezTo>
                  <a:cubicBezTo>
                    <a:pt x="805243" y="158055"/>
                    <a:pt x="810457" y="164576"/>
                    <a:pt x="814192" y="172233"/>
                  </a:cubicBezTo>
                  <a:cubicBezTo>
                    <a:pt x="800319" y="219981"/>
                    <a:pt x="810763" y="222588"/>
                    <a:pt x="845507" y="180062"/>
                  </a:cubicBezTo>
                  <a:cubicBezTo>
                    <a:pt x="852772" y="194427"/>
                    <a:pt x="861900" y="197034"/>
                    <a:pt x="872908" y="187890"/>
                  </a:cubicBezTo>
                  <a:cubicBezTo>
                    <a:pt x="884009" y="208590"/>
                    <a:pt x="887923" y="229469"/>
                    <a:pt x="884651" y="250521"/>
                  </a:cubicBezTo>
                  <a:cubicBezTo>
                    <a:pt x="882239" y="256846"/>
                    <a:pt x="878325" y="262068"/>
                    <a:pt x="872908" y="266178"/>
                  </a:cubicBezTo>
                  <a:cubicBezTo>
                    <a:pt x="862331" y="254740"/>
                    <a:pt x="850588" y="244304"/>
                    <a:pt x="837678" y="234863"/>
                  </a:cubicBezTo>
                  <a:cubicBezTo>
                    <a:pt x="828714" y="244853"/>
                    <a:pt x="828714" y="255288"/>
                    <a:pt x="837678" y="266178"/>
                  </a:cubicBezTo>
                  <a:cubicBezTo>
                    <a:pt x="821159" y="264565"/>
                    <a:pt x="805502" y="271087"/>
                    <a:pt x="790705" y="285750"/>
                  </a:cubicBezTo>
                  <a:cubicBezTo>
                    <a:pt x="798534" y="288357"/>
                    <a:pt x="806363" y="290972"/>
                    <a:pt x="814192" y="293579"/>
                  </a:cubicBezTo>
                  <a:cubicBezTo>
                    <a:pt x="811585" y="296186"/>
                    <a:pt x="808970" y="298801"/>
                    <a:pt x="806363" y="301408"/>
                  </a:cubicBezTo>
                  <a:cubicBezTo>
                    <a:pt x="812156" y="315382"/>
                    <a:pt x="817378" y="329732"/>
                    <a:pt x="822021" y="344466"/>
                  </a:cubicBezTo>
                  <a:cubicBezTo>
                    <a:pt x="815961" y="353946"/>
                    <a:pt x="809440" y="353946"/>
                    <a:pt x="802449" y="344466"/>
                  </a:cubicBezTo>
                  <a:cubicBezTo>
                    <a:pt x="797564" y="359841"/>
                    <a:pt x="801478" y="372892"/>
                    <a:pt x="814192" y="383610"/>
                  </a:cubicBezTo>
                  <a:cubicBezTo>
                    <a:pt x="804312" y="405374"/>
                    <a:pt x="812141" y="418416"/>
                    <a:pt x="837678" y="422753"/>
                  </a:cubicBezTo>
                  <a:cubicBezTo>
                    <a:pt x="833944" y="430410"/>
                    <a:pt x="828730" y="436931"/>
                    <a:pt x="822021" y="442325"/>
                  </a:cubicBezTo>
                  <a:cubicBezTo>
                    <a:pt x="844943" y="452190"/>
                    <a:pt x="859293" y="469155"/>
                    <a:pt x="865079" y="493212"/>
                  </a:cubicBezTo>
                  <a:cubicBezTo>
                    <a:pt x="873792" y="483348"/>
                    <a:pt x="875100" y="474212"/>
                    <a:pt x="868993" y="465812"/>
                  </a:cubicBezTo>
                  <a:cubicBezTo>
                    <a:pt x="883351" y="449966"/>
                    <a:pt x="896402" y="451266"/>
                    <a:pt x="908137" y="469726"/>
                  </a:cubicBezTo>
                  <a:cubicBezTo>
                    <a:pt x="897372" y="482745"/>
                    <a:pt x="899979" y="493189"/>
                    <a:pt x="915966" y="501041"/>
                  </a:cubicBezTo>
                  <a:cubicBezTo>
                    <a:pt x="892386" y="532849"/>
                    <a:pt x="896300" y="538063"/>
                    <a:pt x="927709" y="516699"/>
                  </a:cubicBezTo>
                  <a:cubicBezTo>
                    <a:pt x="950952" y="525334"/>
                    <a:pt x="952260" y="535770"/>
                    <a:pt x="931623" y="548014"/>
                  </a:cubicBezTo>
                  <a:cubicBezTo>
                    <a:pt x="952698" y="563977"/>
                    <a:pt x="950084" y="570506"/>
                    <a:pt x="923795" y="567586"/>
                  </a:cubicBezTo>
                  <a:cubicBezTo>
                    <a:pt x="915966" y="554535"/>
                    <a:pt x="905530" y="544099"/>
                    <a:pt x="892479" y="536271"/>
                  </a:cubicBezTo>
                  <a:cubicBezTo>
                    <a:pt x="871373" y="530281"/>
                    <a:pt x="851801" y="521145"/>
                    <a:pt x="833764" y="508870"/>
                  </a:cubicBezTo>
                  <a:cubicBezTo>
                    <a:pt x="824166" y="531487"/>
                    <a:pt x="807201" y="545837"/>
                    <a:pt x="782877" y="551928"/>
                  </a:cubicBezTo>
                  <a:cubicBezTo>
                    <a:pt x="792357" y="558919"/>
                    <a:pt x="792357" y="565441"/>
                    <a:pt x="782877" y="571500"/>
                  </a:cubicBezTo>
                  <a:cubicBezTo>
                    <a:pt x="771627" y="551584"/>
                    <a:pt x="759884" y="551584"/>
                    <a:pt x="747647" y="571500"/>
                  </a:cubicBezTo>
                  <a:cubicBezTo>
                    <a:pt x="734479" y="555067"/>
                    <a:pt x="721437" y="544632"/>
                    <a:pt x="708503" y="540185"/>
                  </a:cubicBezTo>
                  <a:cubicBezTo>
                    <a:pt x="703282" y="550621"/>
                    <a:pt x="698068" y="550621"/>
                    <a:pt x="692846" y="540185"/>
                  </a:cubicBezTo>
                  <a:cubicBezTo>
                    <a:pt x="691538" y="545407"/>
                    <a:pt x="690239" y="550621"/>
                    <a:pt x="688932" y="555842"/>
                  </a:cubicBezTo>
                  <a:cubicBezTo>
                    <a:pt x="690560" y="576863"/>
                    <a:pt x="699696" y="582077"/>
                    <a:pt x="716332" y="571500"/>
                  </a:cubicBezTo>
                  <a:cubicBezTo>
                    <a:pt x="730424" y="584378"/>
                    <a:pt x="746082" y="594814"/>
                    <a:pt x="763305" y="602815"/>
                  </a:cubicBezTo>
                  <a:cubicBezTo>
                    <a:pt x="775071" y="600192"/>
                    <a:pt x="785507" y="600192"/>
                    <a:pt x="794620" y="602815"/>
                  </a:cubicBezTo>
                  <a:cubicBezTo>
                    <a:pt x="797031" y="609141"/>
                    <a:pt x="800946" y="614362"/>
                    <a:pt x="806363" y="618473"/>
                  </a:cubicBezTo>
                  <a:cubicBezTo>
                    <a:pt x="826154" y="610660"/>
                    <a:pt x="826154" y="604138"/>
                    <a:pt x="806363" y="598901"/>
                  </a:cubicBezTo>
                  <a:cubicBezTo>
                    <a:pt x="817566" y="595260"/>
                    <a:pt x="826694" y="588731"/>
                    <a:pt x="833764" y="579329"/>
                  </a:cubicBezTo>
                  <a:cubicBezTo>
                    <a:pt x="836371" y="584551"/>
                    <a:pt x="838986" y="589765"/>
                    <a:pt x="841592" y="594986"/>
                  </a:cubicBezTo>
                  <a:cubicBezTo>
                    <a:pt x="848584" y="585506"/>
                    <a:pt x="855105" y="585506"/>
                    <a:pt x="861164" y="594986"/>
                  </a:cubicBezTo>
                  <a:cubicBezTo>
                    <a:pt x="848842" y="606604"/>
                    <a:pt x="838406" y="619655"/>
                    <a:pt x="829849" y="634130"/>
                  </a:cubicBezTo>
                  <a:cubicBezTo>
                    <a:pt x="833959" y="639548"/>
                    <a:pt x="839181" y="643462"/>
                    <a:pt x="845507" y="645873"/>
                  </a:cubicBezTo>
                  <a:cubicBezTo>
                    <a:pt x="842900" y="648480"/>
                    <a:pt x="840285" y="651095"/>
                    <a:pt x="837678" y="653702"/>
                  </a:cubicBezTo>
                  <a:cubicBezTo>
                    <a:pt x="859583" y="664443"/>
                    <a:pt x="880462" y="660529"/>
                    <a:pt x="900308" y="641959"/>
                  </a:cubicBezTo>
                  <a:cubicBezTo>
                    <a:pt x="902563" y="656975"/>
                    <a:pt x="910392" y="672632"/>
                    <a:pt x="923795" y="688932"/>
                  </a:cubicBezTo>
                  <a:cubicBezTo>
                    <a:pt x="911229" y="714931"/>
                    <a:pt x="895572" y="717538"/>
                    <a:pt x="876822" y="696760"/>
                  </a:cubicBezTo>
                  <a:cubicBezTo>
                    <a:pt x="868829" y="700690"/>
                    <a:pt x="867521" y="705905"/>
                    <a:pt x="872908" y="712418"/>
                  </a:cubicBezTo>
                  <a:cubicBezTo>
                    <a:pt x="899001" y="720247"/>
                    <a:pt x="899001" y="728075"/>
                    <a:pt x="872908" y="735904"/>
                  </a:cubicBezTo>
                  <a:cubicBezTo>
                    <a:pt x="854643" y="725468"/>
                    <a:pt x="836371" y="725468"/>
                    <a:pt x="818106" y="735904"/>
                  </a:cubicBezTo>
                  <a:cubicBezTo>
                    <a:pt x="802449" y="715025"/>
                    <a:pt x="786791" y="694153"/>
                    <a:pt x="771134" y="673274"/>
                  </a:cubicBezTo>
                  <a:cubicBezTo>
                    <a:pt x="769826" y="678496"/>
                    <a:pt x="768527" y="683710"/>
                    <a:pt x="767219" y="688932"/>
                  </a:cubicBezTo>
                  <a:cubicBezTo>
                    <a:pt x="775048" y="701982"/>
                    <a:pt x="782877" y="715025"/>
                    <a:pt x="790705" y="728075"/>
                  </a:cubicBezTo>
                  <a:cubicBezTo>
                    <a:pt x="772621" y="757324"/>
                    <a:pt x="767399" y="757324"/>
                    <a:pt x="775048" y="728075"/>
                  </a:cubicBezTo>
                  <a:cubicBezTo>
                    <a:pt x="755014" y="708879"/>
                    <a:pt x="743271" y="685393"/>
                    <a:pt x="739819" y="657616"/>
                  </a:cubicBezTo>
                  <a:cubicBezTo>
                    <a:pt x="716043" y="669571"/>
                    <a:pt x="696471" y="686528"/>
                    <a:pt x="681103" y="708503"/>
                  </a:cubicBezTo>
                  <a:cubicBezTo>
                    <a:pt x="703728" y="726682"/>
                    <a:pt x="719385" y="746254"/>
                    <a:pt x="728075" y="767219"/>
                  </a:cubicBezTo>
                  <a:cubicBezTo>
                    <a:pt x="730025" y="758749"/>
                    <a:pt x="731324" y="748313"/>
                    <a:pt x="731990" y="735904"/>
                  </a:cubicBezTo>
                  <a:cubicBezTo>
                    <a:pt x="747976" y="746121"/>
                    <a:pt x="762334" y="763078"/>
                    <a:pt x="775048" y="786791"/>
                  </a:cubicBezTo>
                  <a:cubicBezTo>
                    <a:pt x="787871" y="784897"/>
                    <a:pt x="799615" y="778375"/>
                    <a:pt x="810277" y="767219"/>
                  </a:cubicBezTo>
                  <a:cubicBezTo>
                    <a:pt x="814192" y="781569"/>
                    <a:pt x="823328" y="790706"/>
                    <a:pt x="837678" y="794620"/>
                  </a:cubicBezTo>
                  <a:cubicBezTo>
                    <a:pt x="829568" y="807279"/>
                    <a:pt x="820431" y="808586"/>
                    <a:pt x="810277" y="798534"/>
                  </a:cubicBezTo>
                  <a:cubicBezTo>
                    <a:pt x="814826" y="813135"/>
                    <a:pt x="812219" y="826178"/>
                    <a:pt x="802449" y="837678"/>
                  </a:cubicBezTo>
                  <a:cubicBezTo>
                    <a:pt x="823085" y="837326"/>
                    <a:pt x="845272" y="836019"/>
                    <a:pt x="868993" y="833764"/>
                  </a:cubicBezTo>
                  <a:cubicBezTo>
                    <a:pt x="896323" y="805111"/>
                    <a:pt x="922417" y="775095"/>
                    <a:pt x="947281" y="743733"/>
                  </a:cubicBezTo>
                  <a:cubicBezTo>
                    <a:pt x="954139" y="737854"/>
                    <a:pt x="961968" y="733939"/>
                    <a:pt x="970767" y="731990"/>
                  </a:cubicBezTo>
                  <a:cubicBezTo>
                    <a:pt x="952886" y="721319"/>
                    <a:pt x="951579" y="709576"/>
                    <a:pt x="966853" y="696760"/>
                  </a:cubicBezTo>
                  <a:cubicBezTo>
                    <a:pt x="968927" y="713600"/>
                    <a:pt x="976756" y="726650"/>
                    <a:pt x="990339" y="735904"/>
                  </a:cubicBezTo>
                  <a:cubicBezTo>
                    <a:pt x="1003570" y="730823"/>
                    <a:pt x="1017920" y="730823"/>
                    <a:pt x="1033397" y="735904"/>
                  </a:cubicBezTo>
                  <a:cubicBezTo>
                    <a:pt x="1031542" y="746011"/>
                    <a:pt x="1034149" y="753840"/>
                    <a:pt x="1041226" y="759390"/>
                  </a:cubicBezTo>
                  <a:close/>
                </a:path>
              </a:pathLst>
            </a:custGeom>
            <a:solidFill>
              <a:srgbClr val="E2EC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5DEBFE5-F227-431B-BC9C-F2AC6CAEA7BA}"/>
                </a:ext>
              </a:extLst>
            </p:cNvPr>
            <p:cNvSpPr/>
            <p:nvPr/>
          </p:nvSpPr>
          <p:spPr>
            <a:xfrm>
              <a:off x="3897379" y="3409428"/>
              <a:ext cx="16424" cy="728075"/>
            </a:xfrm>
            <a:custGeom>
              <a:avLst/>
              <a:gdLst>
                <a:gd name="connsiteX0" fmla="*/ 0 w 16424"/>
                <a:gd name="connsiteY0" fmla="*/ 0 h 728075"/>
                <a:gd name="connsiteX1" fmla="*/ 15658 w 16424"/>
                <a:gd name="connsiteY1" fmla="*/ 688932 h 728075"/>
                <a:gd name="connsiteX2" fmla="*/ 7829 w 16424"/>
                <a:gd name="connsiteY2" fmla="*/ 728075 h 728075"/>
                <a:gd name="connsiteX3" fmla="*/ 0 w 16424"/>
                <a:gd name="connsiteY3" fmla="*/ 704589 h 728075"/>
                <a:gd name="connsiteX4" fmla="*/ 0 w 16424"/>
                <a:gd name="connsiteY4" fmla="*/ 0 h 7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4" h="728075">
                  <a:moveTo>
                    <a:pt x="0" y="0"/>
                  </a:moveTo>
                  <a:cubicBezTo>
                    <a:pt x="5222" y="229641"/>
                    <a:pt x="10436" y="459290"/>
                    <a:pt x="15658" y="688932"/>
                  </a:cubicBezTo>
                  <a:cubicBezTo>
                    <a:pt x="17881" y="703923"/>
                    <a:pt x="15274" y="716966"/>
                    <a:pt x="7829" y="728075"/>
                  </a:cubicBezTo>
                  <a:cubicBezTo>
                    <a:pt x="9684" y="717968"/>
                    <a:pt x="7077" y="710140"/>
                    <a:pt x="0" y="704589"/>
                  </a:cubicBezTo>
                  <a:cubicBezTo>
                    <a:pt x="0" y="469726"/>
                    <a:pt x="0" y="234863"/>
                    <a:pt x="0" y="0"/>
                  </a:cubicBezTo>
                  <a:close/>
                </a:path>
              </a:pathLst>
            </a:custGeom>
            <a:solidFill>
              <a:srgbClr val="7BBA8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50E91BCE-DFC9-4C9D-8E60-A270CD827D9B}"/>
                </a:ext>
              </a:extLst>
            </p:cNvPr>
            <p:cNvSpPr/>
            <p:nvPr/>
          </p:nvSpPr>
          <p:spPr>
            <a:xfrm>
              <a:off x="4914207" y="3542517"/>
              <a:ext cx="17498" cy="195719"/>
            </a:xfrm>
            <a:custGeom>
              <a:avLst/>
              <a:gdLst>
                <a:gd name="connsiteX0" fmla="*/ 8741 w 17498"/>
                <a:gd name="connsiteY0" fmla="*/ 0 h 195719"/>
                <a:gd name="connsiteX1" fmla="*/ 16569 w 17498"/>
                <a:gd name="connsiteY1" fmla="*/ 133089 h 195719"/>
                <a:gd name="connsiteX2" fmla="*/ 8741 w 17498"/>
                <a:gd name="connsiteY2" fmla="*/ 195719 h 195719"/>
                <a:gd name="connsiteX3" fmla="*/ 912 w 17498"/>
                <a:gd name="connsiteY3" fmla="*/ 93945 h 195719"/>
                <a:gd name="connsiteX4" fmla="*/ 8741 w 17498"/>
                <a:gd name="connsiteY4" fmla="*/ 0 h 19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98" h="195719">
                  <a:moveTo>
                    <a:pt x="8741" y="0"/>
                  </a:moveTo>
                  <a:cubicBezTo>
                    <a:pt x="16483" y="42863"/>
                    <a:pt x="19090" y="87228"/>
                    <a:pt x="16569" y="133089"/>
                  </a:cubicBezTo>
                  <a:cubicBezTo>
                    <a:pt x="8952" y="152254"/>
                    <a:pt x="6345" y="173133"/>
                    <a:pt x="8741" y="195719"/>
                  </a:cubicBezTo>
                  <a:cubicBezTo>
                    <a:pt x="1029" y="163355"/>
                    <a:pt x="-1578" y="129425"/>
                    <a:pt x="912" y="93945"/>
                  </a:cubicBezTo>
                  <a:cubicBezTo>
                    <a:pt x="8608" y="64212"/>
                    <a:pt x="11222" y="32896"/>
                    <a:pt x="8741" y="0"/>
                  </a:cubicBezTo>
                  <a:close/>
                </a:path>
              </a:pathLst>
            </a:custGeom>
            <a:solidFill>
              <a:srgbClr val="DEB25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911836F0-29D4-4A46-8B8A-7AE752166EFE}"/>
                </a:ext>
              </a:extLst>
            </p:cNvPr>
            <p:cNvSpPr/>
            <p:nvPr/>
          </p:nvSpPr>
          <p:spPr>
            <a:xfrm>
              <a:off x="2214194" y="3675608"/>
              <a:ext cx="508869" cy="31313"/>
            </a:xfrm>
            <a:custGeom>
              <a:avLst/>
              <a:gdLst>
                <a:gd name="connsiteX0" fmla="*/ 461897 w 508869"/>
                <a:gd name="connsiteY0" fmla="*/ 7827 h 31313"/>
                <a:gd name="connsiteX1" fmla="*/ 508870 w 508869"/>
                <a:gd name="connsiteY1" fmla="*/ 7827 h 31313"/>
                <a:gd name="connsiteX2" fmla="*/ 501041 w 508869"/>
                <a:gd name="connsiteY2" fmla="*/ 23484 h 31313"/>
                <a:gd name="connsiteX3" fmla="*/ 469726 w 508869"/>
                <a:gd name="connsiteY3" fmla="*/ 23484 h 31313"/>
                <a:gd name="connsiteX4" fmla="*/ 446240 w 508869"/>
                <a:gd name="connsiteY4" fmla="*/ 23484 h 31313"/>
                <a:gd name="connsiteX5" fmla="*/ 227034 w 508869"/>
                <a:gd name="connsiteY5" fmla="*/ 31313 h 31313"/>
                <a:gd name="connsiteX6" fmla="*/ 203548 w 508869"/>
                <a:gd name="connsiteY6" fmla="*/ 31313 h 31313"/>
                <a:gd name="connsiteX7" fmla="*/ 0 w 508869"/>
                <a:gd name="connsiteY7" fmla="*/ 23484 h 31313"/>
                <a:gd name="connsiteX8" fmla="*/ 0 w 508869"/>
                <a:gd name="connsiteY8" fmla="*/ 7827 h 31313"/>
                <a:gd name="connsiteX9" fmla="*/ 195719 w 508869"/>
                <a:gd name="connsiteY9" fmla="*/ 7827 h 31313"/>
                <a:gd name="connsiteX10" fmla="*/ 219205 w 508869"/>
                <a:gd name="connsiteY10" fmla="*/ 7827 h 31313"/>
                <a:gd name="connsiteX11" fmla="*/ 430582 w 508869"/>
                <a:gd name="connsiteY11" fmla="*/ 7827 h 31313"/>
                <a:gd name="connsiteX12" fmla="*/ 461897 w 508869"/>
                <a:gd name="connsiteY12" fmla="*/ 7827 h 3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8869" h="31313">
                  <a:moveTo>
                    <a:pt x="461897" y="7827"/>
                  </a:moveTo>
                  <a:cubicBezTo>
                    <a:pt x="477555" y="7827"/>
                    <a:pt x="493212" y="7827"/>
                    <a:pt x="508870" y="7827"/>
                  </a:cubicBezTo>
                  <a:cubicBezTo>
                    <a:pt x="506261" y="13049"/>
                    <a:pt x="503650" y="18263"/>
                    <a:pt x="501041" y="23484"/>
                  </a:cubicBezTo>
                  <a:cubicBezTo>
                    <a:pt x="490603" y="23484"/>
                    <a:pt x="480164" y="23484"/>
                    <a:pt x="469726" y="23484"/>
                  </a:cubicBezTo>
                  <a:cubicBezTo>
                    <a:pt x="461897" y="23484"/>
                    <a:pt x="454068" y="23484"/>
                    <a:pt x="446240" y="23484"/>
                  </a:cubicBezTo>
                  <a:cubicBezTo>
                    <a:pt x="371749" y="20924"/>
                    <a:pt x="298681" y="23531"/>
                    <a:pt x="227034" y="31313"/>
                  </a:cubicBezTo>
                  <a:cubicBezTo>
                    <a:pt x="219205" y="31313"/>
                    <a:pt x="211377" y="31313"/>
                    <a:pt x="203548" y="31313"/>
                  </a:cubicBezTo>
                  <a:cubicBezTo>
                    <a:pt x="137129" y="23539"/>
                    <a:pt x="69280" y="20932"/>
                    <a:pt x="0" y="23484"/>
                  </a:cubicBezTo>
                  <a:cubicBezTo>
                    <a:pt x="0" y="18263"/>
                    <a:pt x="0" y="13049"/>
                    <a:pt x="0" y="7827"/>
                  </a:cubicBezTo>
                  <a:cubicBezTo>
                    <a:pt x="65240" y="7827"/>
                    <a:pt x="130480" y="7827"/>
                    <a:pt x="195719" y="7827"/>
                  </a:cubicBezTo>
                  <a:cubicBezTo>
                    <a:pt x="203548" y="7827"/>
                    <a:pt x="211377" y="7827"/>
                    <a:pt x="219205" y="7827"/>
                  </a:cubicBezTo>
                  <a:cubicBezTo>
                    <a:pt x="289664" y="7827"/>
                    <a:pt x="360123" y="7827"/>
                    <a:pt x="430582" y="7827"/>
                  </a:cubicBezTo>
                  <a:cubicBezTo>
                    <a:pt x="441020" y="-2609"/>
                    <a:pt x="451459" y="-2609"/>
                    <a:pt x="461897" y="7827"/>
                  </a:cubicBezTo>
                  <a:close/>
                </a:path>
              </a:pathLst>
            </a:custGeom>
            <a:solidFill>
              <a:srgbClr val="5DA66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1E9195E6-494A-4735-A0B7-53F83D8DCFCA}"/>
                </a:ext>
              </a:extLst>
            </p:cNvPr>
            <p:cNvSpPr/>
            <p:nvPr/>
          </p:nvSpPr>
          <p:spPr>
            <a:xfrm>
              <a:off x="6237291" y="3652119"/>
              <a:ext cx="110492" cy="86116"/>
            </a:xfrm>
            <a:custGeom>
              <a:avLst/>
              <a:gdLst>
                <a:gd name="connsiteX0" fmla="*/ 889 w 110492"/>
                <a:gd name="connsiteY0" fmla="*/ 0 h 86116"/>
                <a:gd name="connsiteX1" fmla="*/ 16547 w 110492"/>
                <a:gd name="connsiteY1" fmla="*/ 39144 h 86116"/>
                <a:gd name="connsiteX2" fmla="*/ 24376 w 110492"/>
                <a:gd name="connsiteY2" fmla="*/ 31315 h 86116"/>
                <a:gd name="connsiteX3" fmla="*/ 32204 w 110492"/>
                <a:gd name="connsiteY3" fmla="*/ 11743 h 86116"/>
                <a:gd name="connsiteX4" fmla="*/ 102663 w 110492"/>
                <a:gd name="connsiteY4" fmla="*/ 23486 h 86116"/>
                <a:gd name="connsiteX5" fmla="*/ 110492 w 110492"/>
                <a:gd name="connsiteY5" fmla="*/ 46973 h 86116"/>
                <a:gd name="connsiteX6" fmla="*/ 16547 w 110492"/>
                <a:gd name="connsiteY6" fmla="*/ 46973 h 86116"/>
                <a:gd name="connsiteX7" fmla="*/ 8718 w 110492"/>
                <a:gd name="connsiteY7" fmla="*/ 86116 h 86116"/>
                <a:gd name="connsiteX8" fmla="*/ 889 w 110492"/>
                <a:gd name="connsiteY8" fmla="*/ 7829 h 86116"/>
                <a:gd name="connsiteX9" fmla="*/ 889 w 110492"/>
                <a:gd name="connsiteY9" fmla="*/ 0 h 8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492" h="86116">
                  <a:moveTo>
                    <a:pt x="889" y="0"/>
                  </a:moveTo>
                  <a:cubicBezTo>
                    <a:pt x="6080" y="12072"/>
                    <a:pt x="11302" y="25123"/>
                    <a:pt x="16547" y="39144"/>
                  </a:cubicBezTo>
                  <a:cubicBezTo>
                    <a:pt x="21299" y="38173"/>
                    <a:pt x="23906" y="35566"/>
                    <a:pt x="24376" y="31315"/>
                  </a:cubicBezTo>
                  <a:cubicBezTo>
                    <a:pt x="23702" y="23518"/>
                    <a:pt x="26317" y="16996"/>
                    <a:pt x="32204" y="11743"/>
                  </a:cubicBezTo>
                  <a:cubicBezTo>
                    <a:pt x="60544" y="-6842"/>
                    <a:pt x="84031" y="-2928"/>
                    <a:pt x="102663" y="23486"/>
                  </a:cubicBezTo>
                  <a:cubicBezTo>
                    <a:pt x="103110" y="32168"/>
                    <a:pt x="105717" y="39997"/>
                    <a:pt x="110492" y="46973"/>
                  </a:cubicBezTo>
                  <a:cubicBezTo>
                    <a:pt x="79475" y="88653"/>
                    <a:pt x="48160" y="88653"/>
                    <a:pt x="16547" y="46973"/>
                  </a:cubicBezTo>
                  <a:cubicBezTo>
                    <a:pt x="9094" y="59068"/>
                    <a:pt x="6487" y="72119"/>
                    <a:pt x="8718" y="86116"/>
                  </a:cubicBezTo>
                  <a:cubicBezTo>
                    <a:pt x="1054" y="61652"/>
                    <a:pt x="-1561" y="35558"/>
                    <a:pt x="889" y="7829"/>
                  </a:cubicBezTo>
                  <a:cubicBezTo>
                    <a:pt x="889" y="5222"/>
                    <a:pt x="889" y="2607"/>
                    <a:pt x="889" y="0"/>
                  </a:cubicBezTo>
                  <a:close/>
                </a:path>
              </a:pathLst>
            </a:custGeom>
            <a:solidFill>
              <a:srgbClr val="2565C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508750A1-A9A0-4D5B-8C04-257487FEAA9F}"/>
                </a:ext>
              </a:extLst>
            </p:cNvPr>
            <p:cNvSpPr/>
            <p:nvPr/>
          </p:nvSpPr>
          <p:spPr>
            <a:xfrm>
              <a:off x="6339954" y="3675606"/>
              <a:ext cx="454068" cy="24449"/>
            </a:xfrm>
            <a:custGeom>
              <a:avLst/>
              <a:gdLst>
                <a:gd name="connsiteX0" fmla="*/ 0 w 454068"/>
                <a:gd name="connsiteY0" fmla="*/ 0 h 24449"/>
                <a:gd name="connsiteX1" fmla="*/ 46973 w 454068"/>
                <a:gd name="connsiteY1" fmla="*/ 7829 h 24449"/>
                <a:gd name="connsiteX2" fmla="*/ 70459 w 454068"/>
                <a:gd name="connsiteY2" fmla="*/ 7829 h 24449"/>
                <a:gd name="connsiteX3" fmla="*/ 289664 w 454068"/>
                <a:gd name="connsiteY3" fmla="*/ 7829 h 24449"/>
                <a:gd name="connsiteX4" fmla="*/ 313151 w 454068"/>
                <a:gd name="connsiteY4" fmla="*/ 7829 h 24449"/>
                <a:gd name="connsiteX5" fmla="*/ 454068 w 454068"/>
                <a:gd name="connsiteY5" fmla="*/ 15658 h 24449"/>
                <a:gd name="connsiteX6" fmla="*/ 305322 w 454068"/>
                <a:gd name="connsiteY6" fmla="*/ 23486 h 24449"/>
                <a:gd name="connsiteX7" fmla="*/ 281836 w 454068"/>
                <a:gd name="connsiteY7" fmla="*/ 23486 h 24449"/>
                <a:gd name="connsiteX8" fmla="*/ 62630 w 454068"/>
                <a:gd name="connsiteY8" fmla="*/ 23486 h 24449"/>
                <a:gd name="connsiteX9" fmla="*/ 39144 w 454068"/>
                <a:gd name="connsiteY9" fmla="*/ 23486 h 24449"/>
                <a:gd name="connsiteX10" fmla="*/ 7829 w 454068"/>
                <a:gd name="connsiteY10" fmla="*/ 23486 h 24449"/>
                <a:gd name="connsiteX11" fmla="*/ 0 w 454068"/>
                <a:gd name="connsiteY11" fmla="*/ 0 h 24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4068" h="24449">
                  <a:moveTo>
                    <a:pt x="0" y="0"/>
                  </a:moveTo>
                  <a:cubicBezTo>
                    <a:pt x="14710" y="6584"/>
                    <a:pt x="30368" y="9199"/>
                    <a:pt x="46973" y="7829"/>
                  </a:cubicBezTo>
                  <a:cubicBezTo>
                    <a:pt x="54801" y="7829"/>
                    <a:pt x="62630" y="7829"/>
                    <a:pt x="70459" y="7829"/>
                  </a:cubicBezTo>
                  <a:cubicBezTo>
                    <a:pt x="143525" y="7829"/>
                    <a:pt x="216598" y="7829"/>
                    <a:pt x="289664" y="7829"/>
                  </a:cubicBezTo>
                  <a:cubicBezTo>
                    <a:pt x="297493" y="7829"/>
                    <a:pt x="305322" y="7829"/>
                    <a:pt x="313151" y="7829"/>
                  </a:cubicBezTo>
                  <a:cubicBezTo>
                    <a:pt x="360413" y="5253"/>
                    <a:pt x="407385" y="7860"/>
                    <a:pt x="454068" y="15658"/>
                  </a:cubicBezTo>
                  <a:cubicBezTo>
                    <a:pt x="404763" y="23455"/>
                    <a:pt x="355175" y="26070"/>
                    <a:pt x="305322" y="23486"/>
                  </a:cubicBezTo>
                  <a:cubicBezTo>
                    <a:pt x="297493" y="23486"/>
                    <a:pt x="289664" y="23486"/>
                    <a:pt x="281836" y="23486"/>
                  </a:cubicBezTo>
                  <a:cubicBezTo>
                    <a:pt x="208770" y="23486"/>
                    <a:pt x="135696" y="23486"/>
                    <a:pt x="62630" y="23486"/>
                  </a:cubicBezTo>
                  <a:cubicBezTo>
                    <a:pt x="54801" y="23486"/>
                    <a:pt x="46973" y="23486"/>
                    <a:pt x="39144" y="23486"/>
                  </a:cubicBezTo>
                  <a:cubicBezTo>
                    <a:pt x="28708" y="23486"/>
                    <a:pt x="18265" y="23486"/>
                    <a:pt x="7829" y="23486"/>
                  </a:cubicBezTo>
                  <a:cubicBezTo>
                    <a:pt x="3053" y="16511"/>
                    <a:pt x="446" y="8682"/>
                    <a:pt x="0" y="0"/>
                  </a:cubicBezTo>
                  <a:close/>
                </a:path>
              </a:pathLst>
            </a:custGeom>
            <a:solidFill>
              <a:srgbClr val="487EC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D2069EAD-BC97-4B39-B633-4948F82A021A}"/>
                </a:ext>
              </a:extLst>
            </p:cNvPr>
            <p:cNvSpPr/>
            <p:nvPr/>
          </p:nvSpPr>
          <p:spPr>
            <a:xfrm>
              <a:off x="4115903" y="2994013"/>
              <a:ext cx="830530" cy="1503708"/>
            </a:xfrm>
            <a:custGeom>
              <a:avLst/>
              <a:gdLst>
                <a:gd name="connsiteX0" fmla="*/ 650469 w 830530"/>
                <a:gd name="connsiteY0" fmla="*/ 490 h 1503708"/>
                <a:gd name="connsiteX1" fmla="*/ 787472 w 830530"/>
                <a:gd name="connsiteY1" fmla="*/ 133579 h 1503708"/>
                <a:gd name="connsiteX2" fmla="*/ 807044 w 830530"/>
                <a:gd name="connsiteY2" fmla="*/ 548504 h 1503708"/>
                <a:gd name="connsiteX3" fmla="*/ 799216 w 830530"/>
                <a:gd name="connsiteY3" fmla="*/ 642449 h 1503708"/>
                <a:gd name="connsiteX4" fmla="*/ 779644 w 830530"/>
                <a:gd name="connsiteY4" fmla="*/ 188381 h 1503708"/>
                <a:gd name="connsiteX5" fmla="*/ 658298 w 830530"/>
                <a:gd name="connsiteY5" fmla="*/ 20062 h 1503708"/>
                <a:gd name="connsiteX6" fmla="*/ 165085 w 830530"/>
                <a:gd name="connsiteY6" fmla="*/ 20062 h 1503708"/>
                <a:gd name="connsiteX7" fmla="*/ 118113 w 830530"/>
                <a:gd name="connsiteY7" fmla="*/ 43549 h 1503708"/>
                <a:gd name="connsiteX8" fmla="*/ 51568 w 830530"/>
                <a:gd name="connsiteY8" fmla="*/ 235353 h 1503708"/>
                <a:gd name="connsiteX9" fmla="*/ 20253 w 830530"/>
                <a:gd name="connsiteY9" fmla="*/ 838168 h 1503708"/>
                <a:gd name="connsiteX10" fmla="*/ 35911 w 830530"/>
                <a:gd name="connsiteY10" fmla="*/ 1307895 h 1503708"/>
                <a:gd name="connsiteX11" fmla="*/ 149428 w 830530"/>
                <a:gd name="connsiteY11" fmla="*/ 1476213 h 1503708"/>
                <a:gd name="connsiteX12" fmla="*/ 407777 w 830530"/>
                <a:gd name="connsiteY12" fmla="*/ 1487956 h 1503708"/>
                <a:gd name="connsiteX13" fmla="*/ 681784 w 830530"/>
                <a:gd name="connsiteY13" fmla="*/ 1476213 h 1503708"/>
                <a:gd name="connsiteX14" fmla="*/ 795301 w 830530"/>
                <a:gd name="connsiteY14" fmla="*/ 1315723 h 1503708"/>
                <a:gd name="connsiteX15" fmla="*/ 814873 w 830530"/>
                <a:gd name="connsiteY15" fmla="*/ 963429 h 1503708"/>
                <a:gd name="connsiteX16" fmla="*/ 830531 w 830530"/>
                <a:gd name="connsiteY16" fmla="*/ 1104347 h 1503708"/>
                <a:gd name="connsiteX17" fmla="*/ 822702 w 830530"/>
                <a:gd name="connsiteY17" fmla="*/ 1213949 h 1503708"/>
                <a:gd name="connsiteX18" fmla="*/ 822702 w 830530"/>
                <a:gd name="connsiteY18" fmla="*/ 1221778 h 1503708"/>
                <a:gd name="connsiteX19" fmla="*/ 799216 w 830530"/>
                <a:gd name="connsiteY19" fmla="*/ 1362696 h 1503708"/>
                <a:gd name="connsiteX20" fmla="*/ 791387 w 830530"/>
                <a:gd name="connsiteY20" fmla="*/ 1386182 h 1503708"/>
                <a:gd name="connsiteX21" fmla="*/ 673955 w 830530"/>
                <a:gd name="connsiteY21" fmla="*/ 1491871 h 1503708"/>
                <a:gd name="connsiteX22" fmla="*/ 188572 w 830530"/>
                <a:gd name="connsiteY22" fmla="*/ 1499699 h 1503708"/>
                <a:gd name="connsiteX23" fmla="*/ 28082 w 830530"/>
                <a:gd name="connsiteY23" fmla="*/ 1347038 h 1503708"/>
                <a:gd name="connsiteX24" fmla="*/ 8510 w 830530"/>
                <a:gd name="connsiteY24" fmla="*/ 1245264 h 1503708"/>
                <a:gd name="connsiteX25" fmla="*/ 8510 w 830530"/>
                <a:gd name="connsiteY25" fmla="*/ 1221778 h 1503708"/>
                <a:gd name="connsiteX26" fmla="*/ 8510 w 830530"/>
                <a:gd name="connsiteY26" fmla="*/ 1206121 h 1503708"/>
                <a:gd name="connsiteX27" fmla="*/ 681 w 830530"/>
                <a:gd name="connsiteY27" fmla="*/ 955600 h 1503708"/>
                <a:gd name="connsiteX28" fmla="*/ 681 w 830530"/>
                <a:gd name="connsiteY28" fmla="*/ 932114 h 1503708"/>
                <a:gd name="connsiteX29" fmla="*/ 681 w 830530"/>
                <a:gd name="connsiteY29" fmla="*/ 885141 h 1503708"/>
                <a:gd name="connsiteX30" fmla="*/ 43740 w 830530"/>
                <a:gd name="connsiteY30" fmla="*/ 149237 h 1503708"/>
                <a:gd name="connsiteX31" fmla="*/ 172914 w 830530"/>
                <a:gd name="connsiteY31" fmla="*/ 4405 h 1503708"/>
                <a:gd name="connsiteX32" fmla="*/ 650469 w 830530"/>
                <a:gd name="connsiteY32" fmla="*/ 490 h 150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0530" h="1503708">
                  <a:moveTo>
                    <a:pt x="650469" y="490"/>
                  </a:moveTo>
                  <a:cubicBezTo>
                    <a:pt x="722564" y="16461"/>
                    <a:pt x="768229" y="60827"/>
                    <a:pt x="787472" y="133579"/>
                  </a:cubicBezTo>
                  <a:cubicBezTo>
                    <a:pt x="798143" y="271671"/>
                    <a:pt x="804672" y="409974"/>
                    <a:pt x="807044" y="548504"/>
                  </a:cubicBezTo>
                  <a:cubicBezTo>
                    <a:pt x="809526" y="581401"/>
                    <a:pt x="806911" y="612716"/>
                    <a:pt x="799216" y="642449"/>
                  </a:cubicBezTo>
                  <a:cubicBezTo>
                    <a:pt x="788553" y="491315"/>
                    <a:pt x="782031" y="339961"/>
                    <a:pt x="779644" y="188381"/>
                  </a:cubicBezTo>
                  <a:cubicBezTo>
                    <a:pt x="780215" y="101928"/>
                    <a:pt x="739764" y="45819"/>
                    <a:pt x="658298" y="20062"/>
                  </a:cubicBezTo>
                  <a:cubicBezTo>
                    <a:pt x="493894" y="14841"/>
                    <a:pt x="329490" y="14841"/>
                    <a:pt x="165085" y="20062"/>
                  </a:cubicBezTo>
                  <a:cubicBezTo>
                    <a:pt x="149428" y="27891"/>
                    <a:pt x="133770" y="35720"/>
                    <a:pt x="118113" y="43549"/>
                  </a:cubicBezTo>
                  <a:cubicBezTo>
                    <a:pt x="67821" y="97082"/>
                    <a:pt x="45634" y="161019"/>
                    <a:pt x="51568" y="235353"/>
                  </a:cubicBezTo>
                  <a:cubicBezTo>
                    <a:pt x="43473" y="436412"/>
                    <a:pt x="33038" y="637353"/>
                    <a:pt x="20253" y="838168"/>
                  </a:cubicBezTo>
                  <a:cubicBezTo>
                    <a:pt x="12064" y="995245"/>
                    <a:pt x="17286" y="1151820"/>
                    <a:pt x="35911" y="1307895"/>
                  </a:cubicBezTo>
                  <a:cubicBezTo>
                    <a:pt x="43724" y="1385008"/>
                    <a:pt x="81568" y="1441117"/>
                    <a:pt x="149428" y="1476213"/>
                  </a:cubicBezTo>
                  <a:cubicBezTo>
                    <a:pt x="235114" y="1484981"/>
                    <a:pt x="321230" y="1488896"/>
                    <a:pt x="407777" y="1487956"/>
                  </a:cubicBezTo>
                  <a:cubicBezTo>
                    <a:pt x="499429" y="1488715"/>
                    <a:pt x="590759" y="1484801"/>
                    <a:pt x="681784" y="1476213"/>
                  </a:cubicBezTo>
                  <a:cubicBezTo>
                    <a:pt x="749495" y="1444866"/>
                    <a:pt x="787331" y="1391373"/>
                    <a:pt x="795301" y="1315723"/>
                  </a:cubicBezTo>
                  <a:cubicBezTo>
                    <a:pt x="811037" y="1198816"/>
                    <a:pt x="817566" y="1081385"/>
                    <a:pt x="814873" y="963429"/>
                  </a:cubicBezTo>
                  <a:cubicBezTo>
                    <a:pt x="820095" y="1010401"/>
                    <a:pt x="825309" y="1057374"/>
                    <a:pt x="830531" y="1104347"/>
                  </a:cubicBezTo>
                  <a:cubicBezTo>
                    <a:pt x="830217" y="1141087"/>
                    <a:pt x="827611" y="1177616"/>
                    <a:pt x="822702" y="1213949"/>
                  </a:cubicBezTo>
                  <a:cubicBezTo>
                    <a:pt x="822702" y="1216556"/>
                    <a:pt x="822702" y="1219171"/>
                    <a:pt x="822702" y="1221778"/>
                  </a:cubicBezTo>
                  <a:cubicBezTo>
                    <a:pt x="818905" y="1269456"/>
                    <a:pt x="811076" y="1316428"/>
                    <a:pt x="799216" y="1362696"/>
                  </a:cubicBezTo>
                  <a:cubicBezTo>
                    <a:pt x="794440" y="1369671"/>
                    <a:pt x="791833" y="1377500"/>
                    <a:pt x="791387" y="1386182"/>
                  </a:cubicBezTo>
                  <a:cubicBezTo>
                    <a:pt x="768817" y="1438713"/>
                    <a:pt x="729673" y="1473943"/>
                    <a:pt x="673955" y="1491871"/>
                  </a:cubicBezTo>
                  <a:cubicBezTo>
                    <a:pt x="512456" y="1504357"/>
                    <a:pt x="350659" y="1506964"/>
                    <a:pt x="188572" y="1499699"/>
                  </a:cubicBezTo>
                  <a:cubicBezTo>
                    <a:pt x="102557" y="1484167"/>
                    <a:pt x="49063" y="1433280"/>
                    <a:pt x="28082" y="1347038"/>
                  </a:cubicBezTo>
                  <a:cubicBezTo>
                    <a:pt x="23275" y="1311691"/>
                    <a:pt x="16746" y="1277769"/>
                    <a:pt x="8510" y="1245264"/>
                  </a:cubicBezTo>
                  <a:cubicBezTo>
                    <a:pt x="8510" y="1237436"/>
                    <a:pt x="8510" y="1229607"/>
                    <a:pt x="8510" y="1221778"/>
                  </a:cubicBezTo>
                  <a:cubicBezTo>
                    <a:pt x="8510" y="1216556"/>
                    <a:pt x="8510" y="1211342"/>
                    <a:pt x="8510" y="1206121"/>
                  </a:cubicBezTo>
                  <a:cubicBezTo>
                    <a:pt x="1229" y="1122917"/>
                    <a:pt x="-1378" y="1039407"/>
                    <a:pt x="681" y="955600"/>
                  </a:cubicBezTo>
                  <a:cubicBezTo>
                    <a:pt x="681" y="947771"/>
                    <a:pt x="681" y="939942"/>
                    <a:pt x="681" y="932114"/>
                  </a:cubicBezTo>
                  <a:cubicBezTo>
                    <a:pt x="681" y="916456"/>
                    <a:pt x="681" y="900799"/>
                    <a:pt x="681" y="885141"/>
                  </a:cubicBezTo>
                  <a:cubicBezTo>
                    <a:pt x="15564" y="641103"/>
                    <a:pt x="29914" y="395804"/>
                    <a:pt x="43740" y="149237"/>
                  </a:cubicBezTo>
                  <a:cubicBezTo>
                    <a:pt x="59287" y="76289"/>
                    <a:pt x="102346" y="28009"/>
                    <a:pt x="172914" y="4405"/>
                  </a:cubicBezTo>
                  <a:cubicBezTo>
                    <a:pt x="332081" y="490"/>
                    <a:pt x="491263" y="-817"/>
                    <a:pt x="650469" y="490"/>
                  </a:cubicBezTo>
                  <a:close/>
                </a:path>
              </a:pathLst>
            </a:custGeom>
            <a:solidFill>
              <a:srgbClr val="D29F4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B01FF34B-C4B2-4FE9-8718-9E3CC76B141E}"/>
                </a:ext>
              </a:extLst>
            </p:cNvPr>
            <p:cNvSpPr/>
            <p:nvPr/>
          </p:nvSpPr>
          <p:spPr>
            <a:xfrm>
              <a:off x="2441228" y="3698141"/>
              <a:ext cx="250520" cy="274960"/>
            </a:xfrm>
            <a:custGeom>
              <a:avLst/>
              <a:gdLst>
                <a:gd name="connsiteX0" fmla="*/ 219205 w 250520"/>
                <a:gd name="connsiteY0" fmla="*/ 951 h 274960"/>
                <a:gd name="connsiteX1" fmla="*/ 250521 w 250520"/>
                <a:gd name="connsiteY1" fmla="*/ 274958 h 274960"/>
                <a:gd name="connsiteX2" fmla="*/ 97860 w 250520"/>
                <a:gd name="connsiteY2" fmla="*/ 196670 h 274960"/>
                <a:gd name="connsiteX3" fmla="*/ 0 w 250520"/>
                <a:gd name="connsiteY3" fmla="*/ 8780 h 274960"/>
                <a:gd name="connsiteX4" fmla="*/ 219205 w 250520"/>
                <a:gd name="connsiteY4" fmla="*/ 951 h 27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20" h="274960">
                  <a:moveTo>
                    <a:pt x="219205" y="951"/>
                  </a:moveTo>
                  <a:cubicBezTo>
                    <a:pt x="228497" y="92399"/>
                    <a:pt x="238935" y="183737"/>
                    <a:pt x="250521" y="274958"/>
                  </a:cubicBezTo>
                  <a:cubicBezTo>
                    <a:pt x="186671" y="275240"/>
                    <a:pt x="135784" y="249139"/>
                    <a:pt x="97860" y="196670"/>
                  </a:cubicBezTo>
                  <a:cubicBezTo>
                    <a:pt x="59031" y="137281"/>
                    <a:pt x="26411" y="74651"/>
                    <a:pt x="0" y="8780"/>
                  </a:cubicBezTo>
                  <a:cubicBezTo>
                    <a:pt x="71647" y="998"/>
                    <a:pt x="144715" y="-1609"/>
                    <a:pt x="219205" y="951"/>
                  </a:cubicBezTo>
                  <a:close/>
                </a:path>
              </a:pathLst>
            </a:custGeom>
            <a:solidFill>
              <a:srgbClr val="F5F5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77CF533C-E708-4B16-BCB6-83261512B958}"/>
                </a:ext>
              </a:extLst>
            </p:cNvPr>
            <p:cNvSpPr/>
            <p:nvPr/>
          </p:nvSpPr>
          <p:spPr>
            <a:xfrm>
              <a:off x="6222523" y="3659948"/>
              <a:ext cx="23486" cy="258349"/>
            </a:xfrm>
            <a:custGeom>
              <a:avLst/>
              <a:gdLst>
                <a:gd name="connsiteX0" fmla="*/ 15658 w 23486"/>
                <a:gd name="connsiteY0" fmla="*/ 0 h 258349"/>
                <a:gd name="connsiteX1" fmla="*/ 23486 w 23486"/>
                <a:gd name="connsiteY1" fmla="*/ 78288 h 258349"/>
                <a:gd name="connsiteX2" fmla="*/ 7829 w 23486"/>
                <a:gd name="connsiteY2" fmla="*/ 258349 h 258349"/>
                <a:gd name="connsiteX3" fmla="*/ 0 w 23486"/>
                <a:gd name="connsiteY3" fmla="*/ 195719 h 258349"/>
                <a:gd name="connsiteX4" fmla="*/ 15658 w 23486"/>
                <a:gd name="connsiteY4" fmla="*/ 0 h 25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86" h="258349">
                  <a:moveTo>
                    <a:pt x="15658" y="0"/>
                  </a:moveTo>
                  <a:cubicBezTo>
                    <a:pt x="13207" y="27729"/>
                    <a:pt x="15822" y="53823"/>
                    <a:pt x="23486" y="78288"/>
                  </a:cubicBezTo>
                  <a:cubicBezTo>
                    <a:pt x="19337" y="139517"/>
                    <a:pt x="14123" y="199540"/>
                    <a:pt x="7829" y="258349"/>
                  </a:cubicBezTo>
                  <a:cubicBezTo>
                    <a:pt x="10225" y="235763"/>
                    <a:pt x="7618" y="214884"/>
                    <a:pt x="0" y="195719"/>
                  </a:cubicBezTo>
                  <a:cubicBezTo>
                    <a:pt x="2349" y="129081"/>
                    <a:pt x="7570" y="63844"/>
                    <a:pt x="15658" y="0"/>
                  </a:cubicBezTo>
                  <a:close/>
                </a:path>
              </a:pathLst>
            </a:custGeom>
            <a:solidFill>
              <a:srgbClr val="5787D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CEAF301E-2F9D-4639-AE11-AAF6043BAC08}"/>
                </a:ext>
              </a:extLst>
            </p:cNvPr>
            <p:cNvSpPr/>
            <p:nvPr/>
          </p:nvSpPr>
          <p:spPr>
            <a:xfrm>
              <a:off x="6253838" y="3699092"/>
              <a:ext cx="391438" cy="728075"/>
            </a:xfrm>
            <a:custGeom>
              <a:avLst/>
              <a:gdLst>
                <a:gd name="connsiteX0" fmla="*/ 125260 w 391438"/>
                <a:gd name="connsiteY0" fmla="*/ 0 h 728075"/>
                <a:gd name="connsiteX1" fmla="*/ 148747 w 391438"/>
                <a:gd name="connsiteY1" fmla="*/ 0 h 728075"/>
                <a:gd name="connsiteX2" fmla="*/ 117432 w 391438"/>
                <a:gd name="connsiteY2" fmla="*/ 274007 h 728075"/>
                <a:gd name="connsiteX3" fmla="*/ 293579 w 391438"/>
                <a:gd name="connsiteY3" fmla="*/ 156575 h 728075"/>
                <a:gd name="connsiteX4" fmla="*/ 367952 w 391438"/>
                <a:gd name="connsiteY4" fmla="*/ 0 h 728075"/>
                <a:gd name="connsiteX5" fmla="*/ 391438 w 391438"/>
                <a:gd name="connsiteY5" fmla="*/ 0 h 728075"/>
                <a:gd name="connsiteX6" fmla="*/ 262264 w 391438"/>
                <a:gd name="connsiteY6" fmla="*/ 234863 h 728075"/>
                <a:gd name="connsiteX7" fmla="*/ 101774 w 391438"/>
                <a:gd name="connsiteY7" fmla="*/ 297493 h 728075"/>
                <a:gd name="connsiteX8" fmla="*/ 23486 w 391438"/>
                <a:gd name="connsiteY8" fmla="*/ 728075 h 728075"/>
                <a:gd name="connsiteX9" fmla="*/ 0 w 391438"/>
                <a:gd name="connsiteY9" fmla="*/ 728075 h 728075"/>
                <a:gd name="connsiteX10" fmla="*/ 125260 w 391438"/>
                <a:gd name="connsiteY10" fmla="*/ 0 h 7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1438" h="728075">
                  <a:moveTo>
                    <a:pt x="125260" y="0"/>
                  </a:moveTo>
                  <a:cubicBezTo>
                    <a:pt x="133089" y="0"/>
                    <a:pt x="140918" y="0"/>
                    <a:pt x="148747" y="0"/>
                  </a:cubicBezTo>
                  <a:cubicBezTo>
                    <a:pt x="139579" y="91471"/>
                    <a:pt x="129143" y="182810"/>
                    <a:pt x="117432" y="274007"/>
                  </a:cubicBezTo>
                  <a:cubicBezTo>
                    <a:pt x="196119" y="265293"/>
                    <a:pt x="254834" y="226150"/>
                    <a:pt x="293579" y="156575"/>
                  </a:cubicBezTo>
                  <a:cubicBezTo>
                    <a:pt x="320612" y="105125"/>
                    <a:pt x="345405" y="52938"/>
                    <a:pt x="367952" y="0"/>
                  </a:cubicBezTo>
                  <a:cubicBezTo>
                    <a:pt x="375781" y="0"/>
                    <a:pt x="383610" y="0"/>
                    <a:pt x="391438" y="0"/>
                  </a:cubicBezTo>
                  <a:cubicBezTo>
                    <a:pt x="362613" y="86375"/>
                    <a:pt x="319555" y="164662"/>
                    <a:pt x="262264" y="234863"/>
                  </a:cubicBezTo>
                  <a:cubicBezTo>
                    <a:pt x="218462" y="279824"/>
                    <a:pt x="164968" y="300703"/>
                    <a:pt x="101774" y="297493"/>
                  </a:cubicBezTo>
                  <a:cubicBezTo>
                    <a:pt x="82711" y="442114"/>
                    <a:pt x="56610" y="585639"/>
                    <a:pt x="23486" y="728075"/>
                  </a:cubicBezTo>
                  <a:cubicBezTo>
                    <a:pt x="15658" y="728075"/>
                    <a:pt x="7829" y="728075"/>
                    <a:pt x="0" y="728075"/>
                  </a:cubicBezTo>
                  <a:cubicBezTo>
                    <a:pt x="51936" y="487200"/>
                    <a:pt x="93687" y="244508"/>
                    <a:pt x="125260" y="0"/>
                  </a:cubicBezTo>
                  <a:close/>
                </a:path>
              </a:pathLst>
            </a:custGeom>
            <a:solidFill>
              <a:srgbClr val="70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A560C19A-6323-4456-9649-D4D7517F2C73}"/>
                </a:ext>
              </a:extLst>
            </p:cNvPr>
            <p:cNvSpPr/>
            <p:nvPr/>
          </p:nvSpPr>
          <p:spPr>
            <a:xfrm>
              <a:off x="6371269" y="3699092"/>
              <a:ext cx="250520" cy="274006"/>
            </a:xfrm>
            <a:custGeom>
              <a:avLst/>
              <a:gdLst>
                <a:gd name="connsiteX0" fmla="*/ 31315 w 250520"/>
                <a:gd name="connsiteY0" fmla="*/ 0 h 274006"/>
                <a:gd name="connsiteX1" fmla="*/ 250521 w 250520"/>
                <a:gd name="connsiteY1" fmla="*/ 0 h 274006"/>
                <a:gd name="connsiteX2" fmla="*/ 176147 w 250520"/>
                <a:gd name="connsiteY2" fmla="*/ 156575 h 274006"/>
                <a:gd name="connsiteX3" fmla="*/ 0 w 250520"/>
                <a:gd name="connsiteY3" fmla="*/ 274007 h 274006"/>
                <a:gd name="connsiteX4" fmla="*/ 31315 w 250520"/>
                <a:gd name="connsiteY4" fmla="*/ 0 h 27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20" h="274006">
                  <a:moveTo>
                    <a:pt x="31315" y="0"/>
                  </a:moveTo>
                  <a:cubicBezTo>
                    <a:pt x="104381" y="0"/>
                    <a:pt x="177455" y="0"/>
                    <a:pt x="250521" y="0"/>
                  </a:cubicBezTo>
                  <a:cubicBezTo>
                    <a:pt x="227974" y="52938"/>
                    <a:pt x="203180" y="105125"/>
                    <a:pt x="176147" y="156575"/>
                  </a:cubicBezTo>
                  <a:cubicBezTo>
                    <a:pt x="137403" y="226150"/>
                    <a:pt x="78687" y="265293"/>
                    <a:pt x="0" y="274007"/>
                  </a:cubicBezTo>
                  <a:cubicBezTo>
                    <a:pt x="11712" y="182810"/>
                    <a:pt x="22147" y="91471"/>
                    <a:pt x="31315" y="0"/>
                  </a:cubicBezTo>
                  <a:close/>
                </a:path>
              </a:pathLst>
            </a:custGeom>
            <a:solidFill>
              <a:srgbClr val="F4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6666BCBC-7A6E-468A-B401-13F7EA0E4AC9}"/>
                </a:ext>
              </a:extLst>
            </p:cNvPr>
            <p:cNvSpPr/>
            <p:nvPr/>
          </p:nvSpPr>
          <p:spPr>
            <a:xfrm>
              <a:off x="4922009" y="3675606"/>
              <a:ext cx="16595" cy="219205"/>
            </a:xfrm>
            <a:custGeom>
              <a:avLst/>
              <a:gdLst>
                <a:gd name="connsiteX0" fmla="*/ 8767 w 16595"/>
                <a:gd name="connsiteY0" fmla="*/ 0 h 219205"/>
                <a:gd name="connsiteX1" fmla="*/ 16596 w 16595"/>
                <a:gd name="connsiteY1" fmla="*/ 133089 h 219205"/>
                <a:gd name="connsiteX2" fmla="*/ 8767 w 16595"/>
                <a:gd name="connsiteY2" fmla="*/ 219205 h 219205"/>
                <a:gd name="connsiteX3" fmla="*/ 938 w 16595"/>
                <a:gd name="connsiteY3" fmla="*/ 62630 h 219205"/>
                <a:gd name="connsiteX4" fmla="*/ 8767 w 16595"/>
                <a:gd name="connsiteY4" fmla="*/ 0 h 21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5" h="219205">
                  <a:moveTo>
                    <a:pt x="8767" y="0"/>
                  </a:moveTo>
                  <a:cubicBezTo>
                    <a:pt x="13730" y="44193"/>
                    <a:pt x="16345" y="88551"/>
                    <a:pt x="16596" y="133089"/>
                  </a:cubicBezTo>
                  <a:cubicBezTo>
                    <a:pt x="8908" y="160192"/>
                    <a:pt x="6301" y="188900"/>
                    <a:pt x="8767" y="219205"/>
                  </a:cubicBezTo>
                  <a:cubicBezTo>
                    <a:pt x="1009" y="168483"/>
                    <a:pt x="-1598" y="116289"/>
                    <a:pt x="938" y="62630"/>
                  </a:cubicBezTo>
                  <a:cubicBezTo>
                    <a:pt x="-1458" y="40044"/>
                    <a:pt x="1150" y="19165"/>
                    <a:pt x="8767" y="0"/>
                  </a:cubicBezTo>
                  <a:close/>
                </a:path>
              </a:pathLst>
            </a:custGeom>
            <a:solidFill>
              <a:srgbClr val="D4A14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3F3945B0-6C7D-48A1-8A0D-256687D8992F}"/>
                </a:ext>
              </a:extLst>
            </p:cNvPr>
            <p:cNvSpPr/>
            <p:nvPr/>
          </p:nvSpPr>
          <p:spPr>
            <a:xfrm>
              <a:off x="4929877" y="3808695"/>
              <a:ext cx="16556" cy="289664"/>
            </a:xfrm>
            <a:custGeom>
              <a:avLst/>
              <a:gdLst>
                <a:gd name="connsiteX0" fmla="*/ 8728 w 16556"/>
                <a:gd name="connsiteY0" fmla="*/ 0 h 289664"/>
                <a:gd name="connsiteX1" fmla="*/ 16557 w 16556"/>
                <a:gd name="connsiteY1" fmla="*/ 109603 h 289664"/>
                <a:gd name="connsiteX2" fmla="*/ 16557 w 16556"/>
                <a:gd name="connsiteY2" fmla="*/ 133089 h 289664"/>
                <a:gd name="connsiteX3" fmla="*/ 16557 w 16556"/>
                <a:gd name="connsiteY3" fmla="*/ 289664 h 289664"/>
                <a:gd name="connsiteX4" fmla="*/ 899 w 16556"/>
                <a:gd name="connsiteY4" fmla="*/ 148747 h 289664"/>
                <a:gd name="connsiteX5" fmla="*/ 899 w 16556"/>
                <a:gd name="connsiteY5" fmla="*/ 86116 h 289664"/>
                <a:gd name="connsiteX6" fmla="*/ 8728 w 16556"/>
                <a:gd name="connsiteY6" fmla="*/ 0 h 28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56" h="289664">
                  <a:moveTo>
                    <a:pt x="8728" y="0"/>
                  </a:moveTo>
                  <a:cubicBezTo>
                    <a:pt x="6583" y="37288"/>
                    <a:pt x="9190" y="73825"/>
                    <a:pt x="16557" y="109603"/>
                  </a:cubicBezTo>
                  <a:cubicBezTo>
                    <a:pt x="16557" y="117432"/>
                    <a:pt x="16557" y="125260"/>
                    <a:pt x="16557" y="133089"/>
                  </a:cubicBezTo>
                  <a:cubicBezTo>
                    <a:pt x="16557" y="185283"/>
                    <a:pt x="16557" y="237470"/>
                    <a:pt x="16557" y="289664"/>
                  </a:cubicBezTo>
                  <a:cubicBezTo>
                    <a:pt x="11335" y="242692"/>
                    <a:pt x="6121" y="195719"/>
                    <a:pt x="899" y="148747"/>
                  </a:cubicBezTo>
                  <a:cubicBezTo>
                    <a:pt x="899" y="127867"/>
                    <a:pt x="899" y="106996"/>
                    <a:pt x="899" y="86116"/>
                  </a:cubicBezTo>
                  <a:cubicBezTo>
                    <a:pt x="-1567" y="55811"/>
                    <a:pt x="1040" y="27103"/>
                    <a:pt x="8728" y="0"/>
                  </a:cubicBezTo>
                  <a:close/>
                </a:path>
              </a:pathLst>
            </a:custGeom>
            <a:solidFill>
              <a:srgbClr val="C9892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C47EE106-BE17-43C3-92ED-C709CFD5CE6C}"/>
                </a:ext>
              </a:extLst>
            </p:cNvPr>
            <p:cNvSpPr/>
            <p:nvPr/>
          </p:nvSpPr>
          <p:spPr>
            <a:xfrm>
              <a:off x="4085559" y="3949613"/>
              <a:ext cx="38854" cy="250520"/>
            </a:xfrm>
            <a:custGeom>
              <a:avLst/>
              <a:gdLst>
                <a:gd name="connsiteX0" fmla="*/ 31026 w 38854"/>
                <a:gd name="connsiteY0" fmla="*/ 0 h 250520"/>
                <a:gd name="connsiteX1" fmla="*/ 38855 w 38854"/>
                <a:gd name="connsiteY1" fmla="*/ 250521 h 250520"/>
                <a:gd name="connsiteX2" fmla="*/ 31026 w 38854"/>
                <a:gd name="connsiteY2" fmla="*/ 0 h 25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54" h="250520">
                  <a:moveTo>
                    <a:pt x="31026" y="0"/>
                  </a:moveTo>
                  <a:cubicBezTo>
                    <a:pt x="28967" y="83807"/>
                    <a:pt x="31574" y="167316"/>
                    <a:pt x="38855" y="250521"/>
                  </a:cubicBezTo>
                  <a:cubicBezTo>
                    <a:pt x="-10193" y="168640"/>
                    <a:pt x="-12807" y="85130"/>
                    <a:pt x="31026" y="0"/>
                  </a:cubicBezTo>
                  <a:close/>
                </a:path>
              </a:pathLst>
            </a:custGeom>
            <a:solidFill>
              <a:srgbClr val="F2F2E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0C184AD-8BA5-415B-B988-1DB38DFBB63E}"/>
                </a:ext>
              </a:extLst>
            </p:cNvPr>
            <p:cNvSpPr/>
            <p:nvPr/>
          </p:nvSpPr>
          <p:spPr>
            <a:xfrm>
              <a:off x="4063370" y="3926126"/>
              <a:ext cx="61043" cy="289664"/>
            </a:xfrm>
            <a:custGeom>
              <a:avLst/>
              <a:gdLst>
                <a:gd name="connsiteX0" fmla="*/ 53215 w 61043"/>
                <a:gd name="connsiteY0" fmla="*/ 0 h 289664"/>
                <a:gd name="connsiteX1" fmla="*/ 53215 w 61043"/>
                <a:gd name="connsiteY1" fmla="*/ 23486 h 289664"/>
                <a:gd name="connsiteX2" fmla="*/ 61044 w 61043"/>
                <a:gd name="connsiteY2" fmla="*/ 274007 h 289664"/>
                <a:gd name="connsiteX3" fmla="*/ 61044 w 61043"/>
                <a:gd name="connsiteY3" fmla="*/ 289664 h 289664"/>
                <a:gd name="connsiteX4" fmla="*/ 41472 w 61043"/>
                <a:gd name="connsiteY4" fmla="*/ 274007 h 289664"/>
                <a:gd name="connsiteX5" fmla="*/ 53215 w 61043"/>
                <a:gd name="connsiteY5" fmla="*/ 0 h 28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043" h="289664">
                  <a:moveTo>
                    <a:pt x="53215" y="0"/>
                  </a:moveTo>
                  <a:cubicBezTo>
                    <a:pt x="53215" y="7829"/>
                    <a:pt x="53215" y="15658"/>
                    <a:pt x="53215" y="23486"/>
                  </a:cubicBezTo>
                  <a:cubicBezTo>
                    <a:pt x="9382" y="108617"/>
                    <a:pt x="11996" y="192126"/>
                    <a:pt x="61044" y="274007"/>
                  </a:cubicBezTo>
                  <a:cubicBezTo>
                    <a:pt x="61044" y="279229"/>
                    <a:pt x="61044" y="284443"/>
                    <a:pt x="61044" y="289664"/>
                  </a:cubicBezTo>
                  <a:cubicBezTo>
                    <a:pt x="53544" y="286118"/>
                    <a:pt x="47014" y="280904"/>
                    <a:pt x="41472" y="274007"/>
                  </a:cubicBezTo>
                  <a:cubicBezTo>
                    <a:pt x="-17495" y="179639"/>
                    <a:pt x="-13580" y="88301"/>
                    <a:pt x="53215" y="0"/>
                  </a:cubicBezTo>
                  <a:close/>
                </a:path>
              </a:pathLst>
            </a:custGeom>
            <a:solidFill>
              <a:srgbClr val="70706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34E89061-191C-41F1-8A06-B5A1CD16DC89}"/>
                </a:ext>
              </a:extLst>
            </p:cNvPr>
            <p:cNvSpPr/>
            <p:nvPr/>
          </p:nvSpPr>
          <p:spPr>
            <a:xfrm>
              <a:off x="4651956" y="4099589"/>
              <a:ext cx="192703" cy="92715"/>
            </a:xfrm>
            <a:custGeom>
              <a:avLst/>
              <a:gdLst>
                <a:gd name="connsiteX0" fmla="*/ 192704 w 192703"/>
                <a:gd name="connsiteY0" fmla="*/ 22257 h 92715"/>
                <a:gd name="connsiteX1" fmla="*/ 177046 w 192703"/>
                <a:gd name="connsiteY1" fmla="*/ 26171 h 92715"/>
                <a:gd name="connsiteX2" fmla="*/ 36128 w 192703"/>
                <a:gd name="connsiteY2" fmla="*/ 69229 h 92715"/>
                <a:gd name="connsiteX3" fmla="*/ 899 w 192703"/>
                <a:gd name="connsiteY3" fmla="*/ 92716 h 92715"/>
                <a:gd name="connsiteX4" fmla="*/ 8728 w 192703"/>
                <a:gd name="connsiteY4" fmla="*/ 61401 h 92715"/>
                <a:gd name="connsiteX5" fmla="*/ 192704 w 192703"/>
                <a:gd name="connsiteY5" fmla="*/ 22257 h 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703" h="92715">
                  <a:moveTo>
                    <a:pt x="192704" y="22257"/>
                  </a:moveTo>
                  <a:cubicBezTo>
                    <a:pt x="192618" y="41836"/>
                    <a:pt x="187396" y="43144"/>
                    <a:pt x="177046" y="26171"/>
                  </a:cubicBezTo>
                  <a:cubicBezTo>
                    <a:pt x="120084" y="11688"/>
                    <a:pt x="73112" y="26046"/>
                    <a:pt x="36128" y="69229"/>
                  </a:cubicBezTo>
                  <a:cubicBezTo>
                    <a:pt x="22592" y="74060"/>
                    <a:pt x="10849" y="81888"/>
                    <a:pt x="899" y="92716"/>
                  </a:cubicBezTo>
                  <a:cubicBezTo>
                    <a:pt x="-1567" y="81693"/>
                    <a:pt x="1040" y="71257"/>
                    <a:pt x="8728" y="61401"/>
                  </a:cubicBezTo>
                  <a:cubicBezTo>
                    <a:pt x="60476" y="-4181"/>
                    <a:pt x="121806" y="-17224"/>
                    <a:pt x="192704" y="22257"/>
                  </a:cubicBezTo>
                  <a:close/>
                </a:path>
              </a:pathLst>
            </a:custGeom>
            <a:solidFill>
              <a:srgbClr val="86807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6EE2057C-A3BF-4738-839C-BD7147A29DB4}"/>
                </a:ext>
              </a:extLst>
            </p:cNvPr>
            <p:cNvSpPr/>
            <p:nvPr/>
          </p:nvSpPr>
          <p:spPr>
            <a:xfrm>
              <a:off x="4938605" y="3941784"/>
              <a:ext cx="46892" cy="266178"/>
            </a:xfrm>
            <a:custGeom>
              <a:avLst/>
              <a:gdLst>
                <a:gd name="connsiteX0" fmla="*/ 7829 w 46892"/>
                <a:gd name="connsiteY0" fmla="*/ 0 h 266178"/>
                <a:gd name="connsiteX1" fmla="*/ 0 w 46892"/>
                <a:gd name="connsiteY1" fmla="*/ 266178 h 266178"/>
                <a:gd name="connsiteX2" fmla="*/ 7829 w 46892"/>
                <a:gd name="connsiteY2" fmla="*/ 156575 h 266178"/>
                <a:gd name="connsiteX3" fmla="*/ 7829 w 46892"/>
                <a:gd name="connsiteY3" fmla="*/ 0 h 26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92" h="266178">
                  <a:moveTo>
                    <a:pt x="7829" y="0"/>
                  </a:moveTo>
                  <a:cubicBezTo>
                    <a:pt x="62403" y="90774"/>
                    <a:pt x="59796" y="179506"/>
                    <a:pt x="0" y="266178"/>
                  </a:cubicBezTo>
                  <a:cubicBezTo>
                    <a:pt x="4909" y="229845"/>
                    <a:pt x="7516" y="193316"/>
                    <a:pt x="7829" y="156575"/>
                  </a:cubicBezTo>
                  <a:cubicBezTo>
                    <a:pt x="7829" y="104381"/>
                    <a:pt x="7829" y="52194"/>
                    <a:pt x="7829" y="0"/>
                  </a:cubicBezTo>
                  <a:close/>
                </a:path>
              </a:pathLst>
            </a:custGeom>
            <a:solidFill>
              <a:srgbClr val="F1EEE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71879E6E-1F23-4CF5-82B2-DE9635149E8C}"/>
                </a:ext>
              </a:extLst>
            </p:cNvPr>
            <p:cNvSpPr/>
            <p:nvPr/>
          </p:nvSpPr>
          <p:spPr>
            <a:xfrm>
              <a:off x="4219577" y="4106188"/>
              <a:ext cx="155356" cy="62630"/>
            </a:xfrm>
            <a:custGeom>
              <a:avLst/>
              <a:gdLst>
                <a:gd name="connsiteX0" fmla="*/ 30097 w 155356"/>
                <a:gd name="connsiteY0" fmla="*/ 0 h 62630"/>
                <a:gd name="connsiteX1" fmla="*/ 92727 w 155356"/>
                <a:gd name="connsiteY1" fmla="*/ 11743 h 62630"/>
                <a:gd name="connsiteX2" fmla="*/ 155357 w 155356"/>
                <a:gd name="connsiteY2" fmla="*/ 62630 h 62630"/>
                <a:gd name="connsiteX3" fmla="*/ 6610 w 155356"/>
                <a:gd name="connsiteY3" fmla="*/ 50887 h 62630"/>
                <a:gd name="connsiteX4" fmla="*/ 30097 w 155356"/>
                <a:gd name="connsiteY4" fmla="*/ 0 h 62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56" h="62630">
                  <a:moveTo>
                    <a:pt x="30097" y="0"/>
                  </a:moveTo>
                  <a:cubicBezTo>
                    <a:pt x="49426" y="6396"/>
                    <a:pt x="70297" y="10311"/>
                    <a:pt x="92727" y="11743"/>
                  </a:cubicBezTo>
                  <a:cubicBezTo>
                    <a:pt x="119446" y="21498"/>
                    <a:pt x="140318" y="38463"/>
                    <a:pt x="155357" y="62630"/>
                  </a:cubicBezTo>
                  <a:cubicBezTo>
                    <a:pt x="106153" y="56735"/>
                    <a:pt x="56573" y="52821"/>
                    <a:pt x="6610" y="50887"/>
                  </a:cubicBezTo>
                  <a:cubicBezTo>
                    <a:pt x="-7200" y="23893"/>
                    <a:pt x="629" y="6929"/>
                    <a:pt x="30097" y="0"/>
                  </a:cubicBezTo>
                  <a:close/>
                </a:path>
              </a:pathLst>
            </a:custGeom>
            <a:solidFill>
              <a:srgbClr val="ADA69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4BF505DC-431E-4148-A688-315183DCA617}"/>
                </a:ext>
              </a:extLst>
            </p:cNvPr>
            <p:cNvSpPr/>
            <p:nvPr/>
          </p:nvSpPr>
          <p:spPr>
            <a:xfrm>
              <a:off x="4249674" y="4103827"/>
              <a:ext cx="172234" cy="88477"/>
            </a:xfrm>
            <a:custGeom>
              <a:avLst/>
              <a:gdLst>
                <a:gd name="connsiteX0" fmla="*/ 125260 w 172234"/>
                <a:gd name="connsiteY0" fmla="*/ 64991 h 88477"/>
                <a:gd name="connsiteX1" fmla="*/ 62630 w 172234"/>
                <a:gd name="connsiteY1" fmla="*/ 14104 h 88477"/>
                <a:gd name="connsiteX2" fmla="*/ 0 w 172234"/>
                <a:gd name="connsiteY2" fmla="*/ 2361 h 88477"/>
                <a:gd name="connsiteX3" fmla="*/ 168318 w 172234"/>
                <a:gd name="connsiteY3" fmla="*/ 64991 h 88477"/>
                <a:gd name="connsiteX4" fmla="*/ 168318 w 172234"/>
                <a:gd name="connsiteY4" fmla="*/ 88478 h 88477"/>
                <a:gd name="connsiteX5" fmla="*/ 125260 w 172234"/>
                <a:gd name="connsiteY5" fmla="*/ 64991 h 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234" h="88477">
                  <a:moveTo>
                    <a:pt x="125260" y="64991"/>
                  </a:moveTo>
                  <a:cubicBezTo>
                    <a:pt x="110221" y="40824"/>
                    <a:pt x="89350" y="23859"/>
                    <a:pt x="62630" y="14104"/>
                  </a:cubicBezTo>
                  <a:cubicBezTo>
                    <a:pt x="40201" y="12672"/>
                    <a:pt x="19329" y="8757"/>
                    <a:pt x="0" y="2361"/>
                  </a:cubicBezTo>
                  <a:cubicBezTo>
                    <a:pt x="65605" y="-7472"/>
                    <a:pt x="121714" y="13408"/>
                    <a:pt x="168318" y="64991"/>
                  </a:cubicBezTo>
                  <a:cubicBezTo>
                    <a:pt x="173540" y="72820"/>
                    <a:pt x="173540" y="80649"/>
                    <a:pt x="168318" y="88478"/>
                  </a:cubicBezTo>
                  <a:cubicBezTo>
                    <a:pt x="156669" y="75482"/>
                    <a:pt x="142319" y="67653"/>
                    <a:pt x="125260" y="64991"/>
                  </a:cubicBezTo>
                  <a:close/>
                </a:path>
              </a:pathLst>
            </a:custGeom>
            <a:solidFill>
              <a:srgbClr val="88827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3C5988F1-3D27-41CA-AAE0-16EC920D1EBF}"/>
                </a:ext>
              </a:extLst>
            </p:cNvPr>
            <p:cNvSpPr/>
            <p:nvPr/>
          </p:nvSpPr>
          <p:spPr>
            <a:xfrm>
              <a:off x="4688084" y="4120305"/>
              <a:ext cx="164214" cy="48513"/>
            </a:xfrm>
            <a:custGeom>
              <a:avLst/>
              <a:gdLst>
                <a:gd name="connsiteX0" fmla="*/ 156575 w 164214"/>
                <a:gd name="connsiteY0" fmla="*/ 1541 h 48513"/>
                <a:gd name="connsiteX1" fmla="*/ 156575 w 164214"/>
                <a:gd name="connsiteY1" fmla="*/ 36770 h 48513"/>
                <a:gd name="connsiteX2" fmla="*/ 0 w 164214"/>
                <a:gd name="connsiteY2" fmla="*/ 48513 h 48513"/>
                <a:gd name="connsiteX3" fmla="*/ 140918 w 164214"/>
                <a:gd name="connsiteY3" fmla="*/ 5455 h 48513"/>
                <a:gd name="connsiteX4" fmla="*/ 156575 w 164214"/>
                <a:gd name="connsiteY4" fmla="*/ 1541 h 48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14" h="48513">
                  <a:moveTo>
                    <a:pt x="156575" y="1541"/>
                  </a:moveTo>
                  <a:cubicBezTo>
                    <a:pt x="166761" y="12375"/>
                    <a:pt x="166761" y="24119"/>
                    <a:pt x="156575" y="36770"/>
                  </a:cubicBezTo>
                  <a:cubicBezTo>
                    <a:pt x="104005" y="38672"/>
                    <a:pt x="51819" y="42587"/>
                    <a:pt x="0" y="48513"/>
                  </a:cubicBezTo>
                  <a:cubicBezTo>
                    <a:pt x="36983" y="5330"/>
                    <a:pt x="83956" y="-9028"/>
                    <a:pt x="140918" y="5455"/>
                  </a:cubicBezTo>
                  <a:cubicBezTo>
                    <a:pt x="151267" y="22428"/>
                    <a:pt x="156489" y="21120"/>
                    <a:pt x="156575" y="1541"/>
                  </a:cubicBezTo>
                  <a:close/>
                </a:path>
              </a:pathLst>
            </a:custGeom>
            <a:solidFill>
              <a:srgbClr val="ACA49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063193D2-BDA6-45CB-9AD2-ACCDA90DEBE6}"/>
                </a:ext>
              </a:extLst>
            </p:cNvPr>
            <p:cNvSpPr/>
            <p:nvPr/>
          </p:nvSpPr>
          <p:spPr>
            <a:xfrm>
              <a:off x="4938605" y="3918297"/>
              <a:ext cx="62376" cy="297493"/>
            </a:xfrm>
            <a:custGeom>
              <a:avLst/>
              <a:gdLst>
                <a:gd name="connsiteX0" fmla="*/ 7829 w 62376"/>
                <a:gd name="connsiteY0" fmla="*/ 0 h 297493"/>
                <a:gd name="connsiteX1" fmla="*/ 31315 w 62376"/>
                <a:gd name="connsiteY1" fmla="*/ 31315 h 297493"/>
                <a:gd name="connsiteX2" fmla="*/ 23486 w 62376"/>
                <a:gd name="connsiteY2" fmla="*/ 289664 h 297493"/>
                <a:gd name="connsiteX3" fmla="*/ 0 w 62376"/>
                <a:gd name="connsiteY3" fmla="*/ 297493 h 297493"/>
                <a:gd name="connsiteX4" fmla="*/ 0 w 62376"/>
                <a:gd name="connsiteY4" fmla="*/ 289664 h 297493"/>
                <a:gd name="connsiteX5" fmla="*/ 7829 w 62376"/>
                <a:gd name="connsiteY5" fmla="*/ 23486 h 297493"/>
                <a:gd name="connsiteX6" fmla="*/ 7829 w 62376"/>
                <a:gd name="connsiteY6" fmla="*/ 0 h 29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376" h="297493">
                  <a:moveTo>
                    <a:pt x="7829" y="0"/>
                  </a:moveTo>
                  <a:cubicBezTo>
                    <a:pt x="15658" y="10436"/>
                    <a:pt x="23486" y="20879"/>
                    <a:pt x="31315" y="31315"/>
                  </a:cubicBezTo>
                  <a:cubicBezTo>
                    <a:pt x="75195" y="118942"/>
                    <a:pt x="72580" y="205059"/>
                    <a:pt x="23486" y="289664"/>
                  </a:cubicBezTo>
                  <a:cubicBezTo>
                    <a:pt x="16511" y="294440"/>
                    <a:pt x="8682" y="297047"/>
                    <a:pt x="0" y="297493"/>
                  </a:cubicBezTo>
                  <a:cubicBezTo>
                    <a:pt x="0" y="294886"/>
                    <a:pt x="0" y="292271"/>
                    <a:pt x="0" y="289664"/>
                  </a:cubicBezTo>
                  <a:cubicBezTo>
                    <a:pt x="59796" y="202992"/>
                    <a:pt x="62403" y="114261"/>
                    <a:pt x="7829" y="23486"/>
                  </a:cubicBezTo>
                  <a:cubicBezTo>
                    <a:pt x="7829" y="15658"/>
                    <a:pt x="7829" y="7829"/>
                    <a:pt x="7829" y="0"/>
                  </a:cubicBezTo>
                  <a:close/>
                </a:path>
              </a:pathLst>
            </a:custGeom>
            <a:solidFill>
              <a:srgbClr val="6C6D6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43DE15EE-76E4-4254-AA1D-DAD656487CA0}"/>
                </a:ext>
              </a:extLst>
            </p:cNvPr>
            <p:cNvSpPr/>
            <p:nvPr/>
          </p:nvSpPr>
          <p:spPr>
            <a:xfrm>
              <a:off x="2683920" y="3362455"/>
              <a:ext cx="1409178" cy="1377863"/>
            </a:xfrm>
            <a:custGeom>
              <a:avLst/>
              <a:gdLst>
                <a:gd name="connsiteX0" fmla="*/ 1260432 w 1409178"/>
                <a:gd name="connsiteY0" fmla="*/ 15658 h 1377863"/>
                <a:gd name="connsiteX1" fmla="*/ 1244774 w 1409178"/>
                <a:gd name="connsiteY1" fmla="*/ 129175 h 1377863"/>
                <a:gd name="connsiteX2" fmla="*/ 1244774 w 1409178"/>
                <a:gd name="connsiteY2" fmla="*/ 673274 h 1377863"/>
                <a:gd name="connsiteX3" fmla="*/ 1252603 w 1409178"/>
                <a:gd name="connsiteY3" fmla="*/ 739819 h 1377863"/>
                <a:gd name="connsiteX4" fmla="*/ 1276089 w 1409178"/>
                <a:gd name="connsiteY4" fmla="*/ 782877 h 1377863"/>
                <a:gd name="connsiteX5" fmla="*/ 1244774 w 1409178"/>
                <a:gd name="connsiteY5" fmla="*/ 790706 h 1377863"/>
                <a:gd name="connsiteX6" fmla="*/ 1213459 w 1409178"/>
                <a:gd name="connsiteY6" fmla="*/ 833764 h 1377863"/>
                <a:gd name="connsiteX7" fmla="*/ 1236945 w 1409178"/>
                <a:gd name="connsiteY7" fmla="*/ 849421 h 1377863"/>
                <a:gd name="connsiteX8" fmla="*/ 1189973 w 1409178"/>
                <a:gd name="connsiteY8" fmla="*/ 872908 h 1377863"/>
                <a:gd name="connsiteX9" fmla="*/ 1272175 w 1409178"/>
                <a:gd name="connsiteY9" fmla="*/ 892479 h 1377863"/>
                <a:gd name="connsiteX10" fmla="*/ 1283918 w 1409178"/>
                <a:gd name="connsiteY10" fmla="*/ 912051 h 1377863"/>
                <a:gd name="connsiteX11" fmla="*/ 1252603 w 1409178"/>
                <a:gd name="connsiteY11" fmla="*/ 919880 h 1377863"/>
                <a:gd name="connsiteX12" fmla="*/ 1268260 w 1409178"/>
                <a:gd name="connsiteY12" fmla="*/ 951195 h 1377863"/>
                <a:gd name="connsiteX13" fmla="*/ 1229116 w 1409178"/>
                <a:gd name="connsiteY13" fmla="*/ 998168 h 1377863"/>
                <a:gd name="connsiteX14" fmla="*/ 1236945 w 1409178"/>
                <a:gd name="connsiteY14" fmla="*/ 1009911 h 1377863"/>
                <a:gd name="connsiteX15" fmla="*/ 1315233 w 1409178"/>
                <a:gd name="connsiteY15" fmla="*/ 994253 h 1377863"/>
                <a:gd name="connsiteX16" fmla="*/ 1323062 w 1409178"/>
                <a:gd name="connsiteY16" fmla="*/ 1017740 h 1377863"/>
                <a:gd name="connsiteX17" fmla="*/ 1354377 w 1409178"/>
                <a:gd name="connsiteY17" fmla="*/ 1025569 h 1377863"/>
                <a:gd name="connsiteX18" fmla="*/ 1326976 w 1409178"/>
                <a:gd name="connsiteY18" fmla="*/ 1025569 h 1377863"/>
                <a:gd name="connsiteX19" fmla="*/ 1276089 w 1409178"/>
                <a:gd name="connsiteY19" fmla="*/ 1045140 h 1377863"/>
                <a:gd name="connsiteX20" fmla="*/ 1323062 w 1409178"/>
                <a:gd name="connsiteY20" fmla="*/ 1064712 h 1377863"/>
                <a:gd name="connsiteX21" fmla="*/ 1323062 w 1409178"/>
                <a:gd name="connsiteY21" fmla="*/ 1041226 h 1377863"/>
                <a:gd name="connsiteX22" fmla="*/ 1346548 w 1409178"/>
                <a:gd name="connsiteY22" fmla="*/ 1041226 h 1377863"/>
                <a:gd name="connsiteX23" fmla="*/ 1409178 w 1409178"/>
                <a:gd name="connsiteY23" fmla="*/ 1096027 h 1377863"/>
                <a:gd name="connsiteX24" fmla="*/ 1409178 w 1409178"/>
                <a:gd name="connsiteY24" fmla="*/ 1127343 h 1377863"/>
                <a:gd name="connsiteX25" fmla="*/ 1373949 w 1409178"/>
                <a:gd name="connsiteY25" fmla="*/ 1135171 h 1377863"/>
                <a:gd name="connsiteX26" fmla="*/ 1338719 w 1409178"/>
                <a:gd name="connsiteY26" fmla="*/ 1119514 h 1377863"/>
                <a:gd name="connsiteX27" fmla="*/ 1338719 w 1409178"/>
                <a:gd name="connsiteY27" fmla="*/ 1143000 h 1377863"/>
                <a:gd name="connsiteX28" fmla="*/ 1338719 w 1409178"/>
                <a:gd name="connsiteY28" fmla="*/ 1166486 h 1377863"/>
                <a:gd name="connsiteX29" fmla="*/ 1409178 w 1409178"/>
                <a:gd name="connsiteY29" fmla="*/ 1229117 h 1377863"/>
                <a:gd name="connsiteX30" fmla="*/ 1385692 w 1409178"/>
                <a:gd name="connsiteY30" fmla="*/ 1236945 h 1377863"/>
                <a:gd name="connsiteX31" fmla="*/ 1377863 w 1409178"/>
                <a:gd name="connsiteY31" fmla="*/ 1205630 h 1377863"/>
                <a:gd name="connsiteX32" fmla="*/ 1315233 w 1409178"/>
                <a:gd name="connsiteY32" fmla="*/ 1154743 h 1377863"/>
                <a:gd name="connsiteX33" fmla="*/ 1201716 w 1409178"/>
                <a:gd name="connsiteY33" fmla="*/ 1158658 h 1377863"/>
                <a:gd name="connsiteX34" fmla="*/ 1158658 w 1409178"/>
                <a:gd name="connsiteY34" fmla="*/ 1139086 h 1377863"/>
                <a:gd name="connsiteX35" fmla="*/ 1166486 w 1409178"/>
                <a:gd name="connsiteY35" fmla="*/ 1131257 h 1377863"/>
                <a:gd name="connsiteX36" fmla="*/ 1127342 w 1409178"/>
                <a:gd name="connsiteY36" fmla="*/ 1123428 h 1377863"/>
                <a:gd name="connsiteX37" fmla="*/ 1103856 w 1409178"/>
                <a:gd name="connsiteY37" fmla="*/ 1088199 h 1377863"/>
                <a:gd name="connsiteX38" fmla="*/ 1119514 w 1409178"/>
                <a:gd name="connsiteY38" fmla="*/ 1072541 h 1377863"/>
                <a:gd name="connsiteX39" fmla="*/ 1107771 w 1409178"/>
                <a:gd name="connsiteY39" fmla="*/ 1064712 h 1377863"/>
                <a:gd name="connsiteX40" fmla="*/ 1056884 w 1409178"/>
                <a:gd name="connsiteY40" fmla="*/ 1080370 h 1377863"/>
                <a:gd name="connsiteX41" fmla="*/ 1056884 w 1409178"/>
                <a:gd name="connsiteY41" fmla="*/ 1049055 h 1377863"/>
                <a:gd name="connsiteX42" fmla="*/ 1080370 w 1409178"/>
                <a:gd name="connsiteY42" fmla="*/ 1041226 h 1377863"/>
                <a:gd name="connsiteX43" fmla="*/ 1033397 w 1409178"/>
                <a:gd name="connsiteY43" fmla="*/ 1033397 h 1377863"/>
                <a:gd name="connsiteX44" fmla="*/ 1033397 w 1409178"/>
                <a:gd name="connsiteY44" fmla="*/ 1056884 h 1377863"/>
                <a:gd name="connsiteX45" fmla="*/ 939452 w 1409178"/>
                <a:gd name="connsiteY45" fmla="*/ 1103856 h 1377863"/>
                <a:gd name="connsiteX46" fmla="*/ 829849 w 1409178"/>
                <a:gd name="connsiteY46" fmla="*/ 1076456 h 1377863"/>
                <a:gd name="connsiteX47" fmla="*/ 908137 w 1409178"/>
                <a:gd name="connsiteY47" fmla="*/ 1041226 h 1377863"/>
                <a:gd name="connsiteX48" fmla="*/ 876822 w 1409178"/>
                <a:gd name="connsiteY48" fmla="*/ 1013825 h 1377863"/>
                <a:gd name="connsiteX49" fmla="*/ 884651 w 1409178"/>
                <a:gd name="connsiteY49" fmla="*/ 990339 h 1377863"/>
                <a:gd name="connsiteX50" fmla="*/ 861164 w 1409178"/>
                <a:gd name="connsiteY50" fmla="*/ 994253 h 1377863"/>
                <a:gd name="connsiteX51" fmla="*/ 861164 w 1409178"/>
                <a:gd name="connsiteY51" fmla="*/ 966853 h 1377863"/>
                <a:gd name="connsiteX52" fmla="*/ 782877 w 1409178"/>
                <a:gd name="connsiteY52" fmla="*/ 974682 h 1377863"/>
                <a:gd name="connsiteX53" fmla="*/ 782877 w 1409178"/>
                <a:gd name="connsiteY53" fmla="*/ 998168 h 1377863"/>
                <a:gd name="connsiteX54" fmla="*/ 861164 w 1409178"/>
                <a:gd name="connsiteY54" fmla="*/ 1002082 h 1377863"/>
                <a:gd name="connsiteX55" fmla="*/ 833764 w 1409178"/>
                <a:gd name="connsiteY55" fmla="*/ 1033397 h 1377863"/>
                <a:gd name="connsiteX56" fmla="*/ 782877 w 1409178"/>
                <a:gd name="connsiteY56" fmla="*/ 1029483 h 1377863"/>
                <a:gd name="connsiteX57" fmla="*/ 739819 w 1409178"/>
                <a:gd name="connsiteY57" fmla="*/ 1017740 h 1377863"/>
                <a:gd name="connsiteX58" fmla="*/ 532356 w 1409178"/>
                <a:gd name="connsiteY58" fmla="*/ 1013825 h 1377863"/>
                <a:gd name="connsiteX59" fmla="*/ 532356 w 1409178"/>
                <a:gd name="connsiteY59" fmla="*/ 966853 h 1377863"/>
                <a:gd name="connsiteX60" fmla="*/ 399267 w 1409178"/>
                <a:gd name="connsiteY60" fmla="*/ 974682 h 1377863"/>
                <a:gd name="connsiteX61" fmla="*/ 422753 w 1409178"/>
                <a:gd name="connsiteY61" fmla="*/ 982510 h 1377863"/>
                <a:gd name="connsiteX62" fmla="*/ 414925 w 1409178"/>
                <a:gd name="connsiteY62" fmla="*/ 1017740 h 1377863"/>
                <a:gd name="connsiteX63" fmla="*/ 360123 w 1409178"/>
                <a:gd name="connsiteY63" fmla="*/ 1005997 h 1377863"/>
                <a:gd name="connsiteX64" fmla="*/ 387524 w 1409178"/>
                <a:gd name="connsiteY64" fmla="*/ 986425 h 1377863"/>
                <a:gd name="connsiteX65" fmla="*/ 383610 w 1409178"/>
                <a:gd name="connsiteY65" fmla="*/ 959024 h 1377863"/>
                <a:gd name="connsiteX66" fmla="*/ 313151 w 1409178"/>
                <a:gd name="connsiteY66" fmla="*/ 939452 h 1377863"/>
                <a:gd name="connsiteX67" fmla="*/ 289664 w 1409178"/>
                <a:gd name="connsiteY67" fmla="*/ 966853 h 1377863"/>
                <a:gd name="connsiteX68" fmla="*/ 293579 w 1409178"/>
                <a:gd name="connsiteY68" fmla="*/ 1002082 h 1377863"/>
                <a:gd name="connsiteX69" fmla="*/ 274007 w 1409178"/>
                <a:gd name="connsiteY69" fmla="*/ 1009911 h 1377863"/>
                <a:gd name="connsiteX70" fmla="*/ 309236 w 1409178"/>
                <a:gd name="connsiteY70" fmla="*/ 986425 h 1377863"/>
                <a:gd name="connsiteX71" fmla="*/ 352295 w 1409178"/>
                <a:gd name="connsiteY71" fmla="*/ 1021654 h 1377863"/>
                <a:gd name="connsiteX72" fmla="*/ 352295 w 1409178"/>
                <a:gd name="connsiteY72" fmla="*/ 1045140 h 1377863"/>
                <a:gd name="connsiteX73" fmla="*/ 340551 w 1409178"/>
                <a:gd name="connsiteY73" fmla="*/ 1049055 h 1377863"/>
                <a:gd name="connsiteX74" fmla="*/ 320979 w 1409178"/>
                <a:gd name="connsiteY74" fmla="*/ 1060798 h 1377863"/>
                <a:gd name="connsiteX75" fmla="*/ 289664 w 1409178"/>
                <a:gd name="connsiteY75" fmla="*/ 1084284 h 1377863"/>
                <a:gd name="connsiteX76" fmla="*/ 285750 w 1409178"/>
                <a:gd name="connsiteY76" fmla="*/ 1096027 h 1377863"/>
                <a:gd name="connsiteX77" fmla="*/ 297493 w 1409178"/>
                <a:gd name="connsiteY77" fmla="*/ 1064712 h 1377863"/>
                <a:gd name="connsiteX78" fmla="*/ 289664 w 1409178"/>
                <a:gd name="connsiteY78" fmla="*/ 1025569 h 1377863"/>
                <a:gd name="connsiteX79" fmla="*/ 274007 w 1409178"/>
                <a:gd name="connsiteY79" fmla="*/ 1033397 h 1377863"/>
                <a:gd name="connsiteX80" fmla="*/ 238777 w 1409178"/>
                <a:gd name="connsiteY80" fmla="*/ 1002082 h 1377863"/>
                <a:gd name="connsiteX81" fmla="*/ 242692 w 1409178"/>
                <a:gd name="connsiteY81" fmla="*/ 966853 h 1377863"/>
                <a:gd name="connsiteX82" fmla="*/ 215291 w 1409178"/>
                <a:gd name="connsiteY82" fmla="*/ 986425 h 1377863"/>
                <a:gd name="connsiteX83" fmla="*/ 187890 w 1409178"/>
                <a:gd name="connsiteY83" fmla="*/ 931623 h 1377863"/>
                <a:gd name="connsiteX84" fmla="*/ 140918 w 1409178"/>
                <a:gd name="connsiteY84" fmla="*/ 935538 h 1377863"/>
                <a:gd name="connsiteX85" fmla="*/ 148747 w 1409178"/>
                <a:gd name="connsiteY85" fmla="*/ 943366 h 1377863"/>
                <a:gd name="connsiteX86" fmla="*/ 137003 w 1409178"/>
                <a:gd name="connsiteY86" fmla="*/ 978596 h 1377863"/>
                <a:gd name="connsiteX87" fmla="*/ 160490 w 1409178"/>
                <a:gd name="connsiteY87" fmla="*/ 978596 h 1377863"/>
                <a:gd name="connsiteX88" fmla="*/ 191805 w 1409178"/>
                <a:gd name="connsiteY88" fmla="*/ 1017740 h 1377863"/>
                <a:gd name="connsiteX89" fmla="*/ 203548 w 1409178"/>
                <a:gd name="connsiteY89" fmla="*/ 1009911 h 1377863"/>
                <a:gd name="connsiteX90" fmla="*/ 277921 w 1409178"/>
                <a:gd name="connsiteY90" fmla="*/ 1135171 h 1377863"/>
                <a:gd name="connsiteX91" fmla="*/ 281836 w 1409178"/>
                <a:gd name="connsiteY91" fmla="*/ 1111685 h 1377863"/>
                <a:gd name="connsiteX92" fmla="*/ 320979 w 1409178"/>
                <a:gd name="connsiteY92" fmla="*/ 1111685 h 1377863"/>
                <a:gd name="connsiteX93" fmla="*/ 320979 w 1409178"/>
                <a:gd name="connsiteY93" fmla="*/ 1143000 h 1377863"/>
                <a:gd name="connsiteX94" fmla="*/ 375781 w 1409178"/>
                <a:gd name="connsiteY94" fmla="*/ 1197801 h 1377863"/>
                <a:gd name="connsiteX95" fmla="*/ 414925 w 1409178"/>
                <a:gd name="connsiteY95" fmla="*/ 1197801 h 1377863"/>
                <a:gd name="connsiteX96" fmla="*/ 414925 w 1409178"/>
                <a:gd name="connsiteY96" fmla="*/ 1236945 h 1377863"/>
                <a:gd name="connsiteX97" fmla="*/ 364038 w 1409178"/>
                <a:gd name="connsiteY97" fmla="*/ 1252603 h 1377863"/>
                <a:gd name="connsiteX98" fmla="*/ 352295 w 1409178"/>
                <a:gd name="connsiteY98" fmla="*/ 1244774 h 1377863"/>
                <a:gd name="connsiteX99" fmla="*/ 367952 w 1409178"/>
                <a:gd name="connsiteY99" fmla="*/ 1197801 h 1377863"/>
                <a:gd name="connsiteX100" fmla="*/ 344466 w 1409178"/>
                <a:gd name="connsiteY100" fmla="*/ 1197801 h 1377863"/>
                <a:gd name="connsiteX101" fmla="*/ 344466 w 1409178"/>
                <a:gd name="connsiteY101" fmla="*/ 1158658 h 1377863"/>
                <a:gd name="connsiteX102" fmla="*/ 320979 w 1409178"/>
                <a:gd name="connsiteY102" fmla="*/ 1158658 h 1377863"/>
                <a:gd name="connsiteX103" fmla="*/ 242692 w 1409178"/>
                <a:gd name="connsiteY103" fmla="*/ 1236945 h 1377863"/>
                <a:gd name="connsiteX104" fmla="*/ 219205 w 1409178"/>
                <a:gd name="connsiteY104" fmla="*/ 1268260 h 1377863"/>
                <a:gd name="connsiteX105" fmla="*/ 242692 w 1409178"/>
                <a:gd name="connsiteY105" fmla="*/ 1291747 h 1377863"/>
                <a:gd name="connsiteX106" fmla="*/ 234863 w 1409178"/>
                <a:gd name="connsiteY106" fmla="*/ 1276089 h 1377863"/>
                <a:gd name="connsiteX107" fmla="*/ 219205 w 1409178"/>
                <a:gd name="connsiteY107" fmla="*/ 1287832 h 1377863"/>
                <a:gd name="connsiteX108" fmla="*/ 234863 w 1409178"/>
                <a:gd name="connsiteY108" fmla="*/ 1323062 h 1377863"/>
                <a:gd name="connsiteX109" fmla="*/ 250521 w 1409178"/>
                <a:gd name="connsiteY109" fmla="*/ 1346548 h 1377863"/>
                <a:gd name="connsiteX110" fmla="*/ 234863 w 1409178"/>
                <a:gd name="connsiteY110" fmla="*/ 1377863 h 1377863"/>
                <a:gd name="connsiteX111" fmla="*/ 168318 w 1409178"/>
                <a:gd name="connsiteY111" fmla="*/ 1205630 h 1377863"/>
                <a:gd name="connsiteX112" fmla="*/ 0 w 1409178"/>
                <a:gd name="connsiteY112" fmla="*/ 336637 h 1377863"/>
                <a:gd name="connsiteX113" fmla="*/ 31315 w 1409178"/>
                <a:gd name="connsiteY113" fmla="*/ 336637 h 1377863"/>
                <a:gd name="connsiteX114" fmla="*/ 125260 w 1409178"/>
                <a:gd name="connsiteY114" fmla="*/ 336637 h 1377863"/>
                <a:gd name="connsiteX115" fmla="*/ 168318 w 1409178"/>
                <a:gd name="connsiteY115" fmla="*/ 751562 h 1377863"/>
                <a:gd name="connsiteX116" fmla="*/ 375781 w 1409178"/>
                <a:gd name="connsiteY116" fmla="*/ 939452 h 1377863"/>
                <a:gd name="connsiteX117" fmla="*/ 1072541 w 1409178"/>
                <a:gd name="connsiteY117" fmla="*/ 935538 h 1377863"/>
                <a:gd name="connsiteX118" fmla="*/ 1221288 w 1409178"/>
                <a:gd name="connsiteY118" fmla="*/ 775048 h 1377863"/>
                <a:gd name="connsiteX119" fmla="*/ 1229116 w 1409178"/>
                <a:gd name="connsiteY119" fmla="*/ 735904 h 1377863"/>
                <a:gd name="connsiteX120" fmla="*/ 1229116 w 1409178"/>
                <a:gd name="connsiteY120" fmla="*/ 15658 h 1377863"/>
                <a:gd name="connsiteX121" fmla="*/ 1233031 w 1409178"/>
                <a:gd name="connsiteY121" fmla="*/ 0 h 1377863"/>
                <a:gd name="connsiteX122" fmla="*/ 1260432 w 1409178"/>
                <a:gd name="connsiteY122" fmla="*/ 15658 h 1377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1409178" h="1377863">
                  <a:moveTo>
                    <a:pt x="1260432" y="15658"/>
                  </a:moveTo>
                  <a:cubicBezTo>
                    <a:pt x="1256368" y="53932"/>
                    <a:pt x="1251154" y="91769"/>
                    <a:pt x="1244774" y="129175"/>
                  </a:cubicBezTo>
                  <a:cubicBezTo>
                    <a:pt x="1245017" y="308250"/>
                    <a:pt x="1245017" y="489619"/>
                    <a:pt x="1244774" y="673274"/>
                  </a:cubicBezTo>
                  <a:cubicBezTo>
                    <a:pt x="1256079" y="695672"/>
                    <a:pt x="1258686" y="717859"/>
                    <a:pt x="1252603" y="739819"/>
                  </a:cubicBezTo>
                  <a:cubicBezTo>
                    <a:pt x="1258748" y="755092"/>
                    <a:pt x="1266577" y="769450"/>
                    <a:pt x="1276089" y="782877"/>
                  </a:cubicBezTo>
                  <a:cubicBezTo>
                    <a:pt x="1266781" y="790150"/>
                    <a:pt x="1256345" y="792757"/>
                    <a:pt x="1244774" y="790706"/>
                  </a:cubicBezTo>
                  <a:cubicBezTo>
                    <a:pt x="1230917" y="801321"/>
                    <a:pt x="1220481" y="815672"/>
                    <a:pt x="1213459" y="833764"/>
                  </a:cubicBezTo>
                  <a:cubicBezTo>
                    <a:pt x="1219941" y="840927"/>
                    <a:pt x="1227770" y="846141"/>
                    <a:pt x="1236945" y="849421"/>
                  </a:cubicBezTo>
                  <a:cubicBezTo>
                    <a:pt x="1219103" y="853124"/>
                    <a:pt x="1203446" y="860953"/>
                    <a:pt x="1189973" y="872908"/>
                  </a:cubicBezTo>
                  <a:cubicBezTo>
                    <a:pt x="1213827" y="897380"/>
                    <a:pt x="1241228" y="903902"/>
                    <a:pt x="1272175" y="892479"/>
                  </a:cubicBezTo>
                  <a:cubicBezTo>
                    <a:pt x="1275103" y="899651"/>
                    <a:pt x="1279017" y="906180"/>
                    <a:pt x="1283918" y="912051"/>
                  </a:cubicBezTo>
                  <a:cubicBezTo>
                    <a:pt x="1271431" y="907221"/>
                    <a:pt x="1260995" y="909828"/>
                    <a:pt x="1252603" y="919880"/>
                  </a:cubicBezTo>
                  <a:cubicBezTo>
                    <a:pt x="1259883" y="929227"/>
                    <a:pt x="1265105" y="939663"/>
                    <a:pt x="1268260" y="951195"/>
                  </a:cubicBezTo>
                  <a:cubicBezTo>
                    <a:pt x="1249628" y="962015"/>
                    <a:pt x="1236585" y="977672"/>
                    <a:pt x="1229116" y="998168"/>
                  </a:cubicBezTo>
                  <a:cubicBezTo>
                    <a:pt x="1231723" y="1002082"/>
                    <a:pt x="1234338" y="1005997"/>
                    <a:pt x="1236945" y="1009911"/>
                  </a:cubicBezTo>
                  <a:cubicBezTo>
                    <a:pt x="1264949" y="1002709"/>
                    <a:pt x="1291042" y="997487"/>
                    <a:pt x="1315233" y="994253"/>
                  </a:cubicBezTo>
                  <a:cubicBezTo>
                    <a:pt x="1322169" y="1000712"/>
                    <a:pt x="1324776" y="1008541"/>
                    <a:pt x="1323062" y="1017740"/>
                  </a:cubicBezTo>
                  <a:cubicBezTo>
                    <a:pt x="1334633" y="1015688"/>
                    <a:pt x="1345068" y="1018295"/>
                    <a:pt x="1354377" y="1025569"/>
                  </a:cubicBezTo>
                  <a:cubicBezTo>
                    <a:pt x="1345366" y="1035206"/>
                    <a:pt x="1336237" y="1035206"/>
                    <a:pt x="1326976" y="1025569"/>
                  </a:cubicBezTo>
                  <a:cubicBezTo>
                    <a:pt x="1312681" y="1037891"/>
                    <a:pt x="1295716" y="1044412"/>
                    <a:pt x="1276089" y="1045140"/>
                  </a:cubicBezTo>
                  <a:cubicBezTo>
                    <a:pt x="1291120" y="1053924"/>
                    <a:pt x="1306778" y="1060453"/>
                    <a:pt x="1323062" y="1064712"/>
                  </a:cubicBezTo>
                  <a:cubicBezTo>
                    <a:pt x="1323062" y="1056884"/>
                    <a:pt x="1323062" y="1049055"/>
                    <a:pt x="1323062" y="1041226"/>
                  </a:cubicBezTo>
                  <a:cubicBezTo>
                    <a:pt x="1330890" y="1041226"/>
                    <a:pt x="1338719" y="1041226"/>
                    <a:pt x="1346548" y="1041226"/>
                  </a:cubicBezTo>
                  <a:cubicBezTo>
                    <a:pt x="1352615" y="1077136"/>
                    <a:pt x="1373487" y="1095409"/>
                    <a:pt x="1409178" y="1096027"/>
                  </a:cubicBezTo>
                  <a:cubicBezTo>
                    <a:pt x="1409178" y="1106463"/>
                    <a:pt x="1409178" y="1116907"/>
                    <a:pt x="1409178" y="1127343"/>
                  </a:cubicBezTo>
                  <a:cubicBezTo>
                    <a:pt x="1396965" y="1127491"/>
                    <a:pt x="1385222" y="1130098"/>
                    <a:pt x="1373949" y="1135171"/>
                  </a:cubicBezTo>
                  <a:cubicBezTo>
                    <a:pt x="1363771" y="1125722"/>
                    <a:pt x="1352028" y="1120500"/>
                    <a:pt x="1338719" y="1119514"/>
                  </a:cubicBezTo>
                  <a:cubicBezTo>
                    <a:pt x="1338719" y="1127343"/>
                    <a:pt x="1338719" y="1135171"/>
                    <a:pt x="1338719" y="1143000"/>
                  </a:cubicBezTo>
                  <a:cubicBezTo>
                    <a:pt x="1338719" y="1150829"/>
                    <a:pt x="1338719" y="1158658"/>
                    <a:pt x="1338719" y="1166486"/>
                  </a:cubicBezTo>
                  <a:cubicBezTo>
                    <a:pt x="1374058" y="1173070"/>
                    <a:pt x="1397545" y="1193950"/>
                    <a:pt x="1409178" y="1229117"/>
                  </a:cubicBezTo>
                  <a:cubicBezTo>
                    <a:pt x="1402719" y="1236053"/>
                    <a:pt x="1394891" y="1238660"/>
                    <a:pt x="1385692" y="1236945"/>
                  </a:cubicBezTo>
                  <a:cubicBezTo>
                    <a:pt x="1386310" y="1225750"/>
                    <a:pt x="1383703" y="1215307"/>
                    <a:pt x="1377863" y="1205630"/>
                  </a:cubicBezTo>
                  <a:cubicBezTo>
                    <a:pt x="1355997" y="1189339"/>
                    <a:pt x="1335126" y="1172374"/>
                    <a:pt x="1315233" y="1154743"/>
                  </a:cubicBezTo>
                  <a:cubicBezTo>
                    <a:pt x="1276567" y="1157867"/>
                    <a:pt x="1238722" y="1159166"/>
                    <a:pt x="1201716" y="1158658"/>
                  </a:cubicBezTo>
                  <a:cubicBezTo>
                    <a:pt x="1189057" y="1149725"/>
                    <a:pt x="1174707" y="1143204"/>
                    <a:pt x="1158658" y="1139086"/>
                  </a:cubicBezTo>
                  <a:cubicBezTo>
                    <a:pt x="1161264" y="1136479"/>
                    <a:pt x="1163879" y="1133864"/>
                    <a:pt x="1166486" y="1131257"/>
                  </a:cubicBezTo>
                  <a:cubicBezTo>
                    <a:pt x="1153436" y="1128650"/>
                    <a:pt x="1140393" y="1126035"/>
                    <a:pt x="1127342" y="1123428"/>
                  </a:cubicBezTo>
                  <a:cubicBezTo>
                    <a:pt x="1121988" y="1110174"/>
                    <a:pt x="1114159" y="1098431"/>
                    <a:pt x="1103856" y="1088199"/>
                  </a:cubicBezTo>
                  <a:cubicBezTo>
                    <a:pt x="1109078" y="1082977"/>
                    <a:pt x="1114292" y="1077763"/>
                    <a:pt x="1119514" y="1072541"/>
                  </a:cubicBezTo>
                  <a:cubicBezTo>
                    <a:pt x="1115599" y="1069934"/>
                    <a:pt x="1111685" y="1067319"/>
                    <a:pt x="1107771" y="1064712"/>
                  </a:cubicBezTo>
                  <a:cubicBezTo>
                    <a:pt x="1092731" y="1076479"/>
                    <a:pt x="1075767" y="1081693"/>
                    <a:pt x="1056884" y="1080370"/>
                  </a:cubicBezTo>
                  <a:cubicBezTo>
                    <a:pt x="1056884" y="1069934"/>
                    <a:pt x="1056884" y="1059491"/>
                    <a:pt x="1056884" y="1049055"/>
                  </a:cubicBezTo>
                  <a:cubicBezTo>
                    <a:pt x="1066082" y="1050769"/>
                    <a:pt x="1073911" y="1048162"/>
                    <a:pt x="1080370" y="1041226"/>
                  </a:cubicBezTo>
                  <a:cubicBezTo>
                    <a:pt x="1065527" y="1033663"/>
                    <a:pt x="1049869" y="1031056"/>
                    <a:pt x="1033397" y="1033397"/>
                  </a:cubicBezTo>
                  <a:cubicBezTo>
                    <a:pt x="1033397" y="1041226"/>
                    <a:pt x="1033397" y="1049055"/>
                    <a:pt x="1033397" y="1056884"/>
                  </a:cubicBezTo>
                  <a:cubicBezTo>
                    <a:pt x="1006153" y="1078483"/>
                    <a:pt x="974838" y="1094141"/>
                    <a:pt x="939452" y="1103856"/>
                  </a:cubicBezTo>
                  <a:cubicBezTo>
                    <a:pt x="897858" y="1114331"/>
                    <a:pt x="861321" y="1105203"/>
                    <a:pt x="829849" y="1076456"/>
                  </a:cubicBezTo>
                  <a:cubicBezTo>
                    <a:pt x="857281" y="1068580"/>
                    <a:pt x="883382" y="1056837"/>
                    <a:pt x="908137" y="1041226"/>
                  </a:cubicBezTo>
                  <a:cubicBezTo>
                    <a:pt x="903087" y="1026101"/>
                    <a:pt x="892644" y="1016965"/>
                    <a:pt x="876822" y="1013825"/>
                  </a:cubicBezTo>
                  <a:cubicBezTo>
                    <a:pt x="879429" y="1005997"/>
                    <a:pt x="882044" y="998168"/>
                    <a:pt x="884651" y="990339"/>
                  </a:cubicBezTo>
                  <a:cubicBezTo>
                    <a:pt x="876438" y="986487"/>
                    <a:pt x="868610" y="987787"/>
                    <a:pt x="861164" y="994253"/>
                  </a:cubicBezTo>
                  <a:cubicBezTo>
                    <a:pt x="862260" y="985885"/>
                    <a:pt x="862260" y="976748"/>
                    <a:pt x="861164" y="966853"/>
                  </a:cubicBezTo>
                  <a:cubicBezTo>
                    <a:pt x="833505" y="959783"/>
                    <a:pt x="807404" y="962390"/>
                    <a:pt x="782877" y="974682"/>
                  </a:cubicBezTo>
                  <a:cubicBezTo>
                    <a:pt x="801595" y="980091"/>
                    <a:pt x="801595" y="987920"/>
                    <a:pt x="782877" y="998168"/>
                  </a:cubicBezTo>
                  <a:cubicBezTo>
                    <a:pt x="808845" y="1002066"/>
                    <a:pt x="834938" y="1003374"/>
                    <a:pt x="861164" y="1002082"/>
                  </a:cubicBezTo>
                  <a:cubicBezTo>
                    <a:pt x="864476" y="1023556"/>
                    <a:pt x="855340" y="1033992"/>
                    <a:pt x="833764" y="1033397"/>
                  </a:cubicBezTo>
                  <a:cubicBezTo>
                    <a:pt x="817190" y="1026531"/>
                    <a:pt x="800225" y="1025224"/>
                    <a:pt x="782877" y="1029483"/>
                  </a:cubicBezTo>
                  <a:cubicBezTo>
                    <a:pt x="776410" y="996986"/>
                    <a:pt x="762060" y="993071"/>
                    <a:pt x="739819" y="1017740"/>
                  </a:cubicBezTo>
                  <a:cubicBezTo>
                    <a:pt x="671207" y="1012815"/>
                    <a:pt x="602056" y="1011508"/>
                    <a:pt x="532356" y="1013825"/>
                  </a:cubicBezTo>
                  <a:cubicBezTo>
                    <a:pt x="527103" y="995482"/>
                    <a:pt x="527103" y="979825"/>
                    <a:pt x="532356" y="966853"/>
                  </a:cubicBezTo>
                  <a:cubicBezTo>
                    <a:pt x="487098" y="959783"/>
                    <a:pt x="442740" y="962390"/>
                    <a:pt x="399267" y="974682"/>
                  </a:cubicBezTo>
                  <a:cubicBezTo>
                    <a:pt x="407096" y="977289"/>
                    <a:pt x="414925" y="979903"/>
                    <a:pt x="422753" y="982510"/>
                  </a:cubicBezTo>
                  <a:cubicBezTo>
                    <a:pt x="415864" y="993126"/>
                    <a:pt x="413249" y="1004869"/>
                    <a:pt x="414925" y="1017740"/>
                  </a:cubicBezTo>
                  <a:cubicBezTo>
                    <a:pt x="394781" y="1020495"/>
                    <a:pt x="376517" y="1016581"/>
                    <a:pt x="360123" y="1005997"/>
                  </a:cubicBezTo>
                  <a:cubicBezTo>
                    <a:pt x="368571" y="998512"/>
                    <a:pt x="377699" y="991991"/>
                    <a:pt x="387524" y="986425"/>
                  </a:cubicBezTo>
                  <a:cubicBezTo>
                    <a:pt x="392879" y="976373"/>
                    <a:pt x="391571" y="967236"/>
                    <a:pt x="383610" y="959024"/>
                  </a:cubicBezTo>
                  <a:cubicBezTo>
                    <a:pt x="359865" y="958867"/>
                    <a:pt x="336379" y="952338"/>
                    <a:pt x="313151" y="939452"/>
                  </a:cubicBezTo>
                  <a:cubicBezTo>
                    <a:pt x="315198" y="952229"/>
                    <a:pt x="307369" y="961365"/>
                    <a:pt x="289664" y="966853"/>
                  </a:cubicBezTo>
                  <a:cubicBezTo>
                    <a:pt x="297913" y="977719"/>
                    <a:pt x="299218" y="989462"/>
                    <a:pt x="293579" y="1002082"/>
                  </a:cubicBezTo>
                  <a:cubicBezTo>
                    <a:pt x="284722" y="993439"/>
                    <a:pt x="278198" y="996046"/>
                    <a:pt x="274007" y="1009911"/>
                  </a:cubicBezTo>
                  <a:cubicBezTo>
                    <a:pt x="296065" y="1020722"/>
                    <a:pt x="307808" y="1012894"/>
                    <a:pt x="309236" y="986425"/>
                  </a:cubicBezTo>
                  <a:cubicBezTo>
                    <a:pt x="316556" y="1006795"/>
                    <a:pt x="330906" y="1018538"/>
                    <a:pt x="352295" y="1021654"/>
                  </a:cubicBezTo>
                  <a:cubicBezTo>
                    <a:pt x="341859" y="1029483"/>
                    <a:pt x="341859" y="1037312"/>
                    <a:pt x="352295" y="1045140"/>
                  </a:cubicBezTo>
                  <a:cubicBezTo>
                    <a:pt x="348380" y="1046448"/>
                    <a:pt x="344466" y="1047747"/>
                    <a:pt x="340551" y="1049055"/>
                  </a:cubicBezTo>
                  <a:cubicBezTo>
                    <a:pt x="306313" y="1015908"/>
                    <a:pt x="299789" y="1019822"/>
                    <a:pt x="320979" y="1060798"/>
                  </a:cubicBezTo>
                  <a:cubicBezTo>
                    <a:pt x="310541" y="1068627"/>
                    <a:pt x="300102" y="1076456"/>
                    <a:pt x="289664" y="1084284"/>
                  </a:cubicBezTo>
                  <a:cubicBezTo>
                    <a:pt x="300532" y="1091244"/>
                    <a:pt x="299227" y="1095158"/>
                    <a:pt x="285750" y="1096027"/>
                  </a:cubicBezTo>
                  <a:cubicBezTo>
                    <a:pt x="248150" y="1073684"/>
                    <a:pt x="252064" y="1063241"/>
                    <a:pt x="297493" y="1064712"/>
                  </a:cubicBezTo>
                  <a:cubicBezTo>
                    <a:pt x="299726" y="1050714"/>
                    <a:pt x="297117" y="1037664"/>
                    <a:pt x="289664" y="1025569"/>
                  </a:cubicBezTo>
                  <a:cubicBezTo>
                    <a:pt x="284445" y="1028176"/>
                    <a:pt x="279226" y="1030790"/>
                    <a:pt x="274007" y="1033397"/>
                  </a:cubicBezTo>
                  <a:cubicBezTo>
                    <a:pt x="263000" y="1022038"/>
                    <a:pt x="251256" y="1011602"/>
                    <a:pt x="238777" y="1002082"/>
                  </a:cubicBezTo>
                  <a:cubicBezTo>
                    <a:pt x="233138" y="989462"/>
                    <a:pt x="234443" y="977719"/>
                    <a:pt x="242692" y="966853"/>
                  </a:cubicBezTo>
                  <a:cubicBezTo>
                    <a:pt x="227747" y="963345"/>
                    <a:pt x="218614" y="969867"/>
                    <a:pt x="215291" y="986425"/>
                  </a:cubicBezTo>
                  <a:cubicBezTo>
                    <a:pt x="206447" y="967377"/>
                    <a:pt x="197313" y="949113"/>
                    <a:pt x="187890" y="931623"/>
                  </a:cubicBezTo>
                  <a:cubicBezTo>
                    <a:pt x="172019" y="930355"/>
                    <a:pt x="156362" y="931663"/>
                    <a:pt x="140918" y="935538"/>
                  </a:cubicBezTo>
                  <a:cubicBezTo>
                    <a:pt x="143527" y="938145"/>
                    <a:pt x="146137" y="940759"/>
                    <a:pt x="148747" y="943366"/>
                  </a:cubicBezTo>
                  <a:cubicBezTo>
                    <a:pt x="135350" y="952236"/>
                    <a:pt x="131436" y="963980"/>
                    <a:pt x="137003" y="978596"/>
                  </a:cubicBezTo>
                  <a:cubicBezTo>
                    <a:pt x="144832" y="989032"/>
                    <a:pt x="152661" y="989032"/>
                    <a:pt x="160490" y="978596"/>
                  </a:cubicBezTo>
                  <a:cubicBezTo>
                    <a:pt x="165272" y="996211"/>
                    <a:pt x="175710" y="1009261"/>
                    <a:pt x="191805" y="1017740"/>
                  </a:cubicBezTo>
                  <a:cubicBezTo>
                    <a:pt x="195046" y="1014162"/>
                    <a:pt x="198960" y="1011547"/>
                    <a:pt x="203548" y="1009911"/>
                  </a:cubicBezTo>
                  <a:cubicBezTo>
                    <a:pt x="214707" y="1060015"/>
                    <a:pt x="239498" y="1101774"/>
                    <a:pt x="277921" y="1135171"/>
                  </a:cubicBezTo>
                  <a:cubicBezTo>
                    <a:pt x="281701" y="1127750"/>
                    <a:pt x="283006" y="1119921"/>
                    <a:pt x="281836" y="1111685"/>
                  </a:cubicBezTo>
                  <a:cubicBezTo>
                    <a:pt x="294884" y="1111685"/>
                    <a:pt x="307931" y="1111685"/>
                    <a:pt x="320979" y="1111685"/>
                  </a:cubicBezTo>
                  <a:cubicBezTo>
                    <a:pt x="320979" y="1122121"/>
                    <a:pt x="320979" y="1132564"/>
                    <a:pt x="320979" y="1143000"/>
                  </a:cubicBezTo>
                  <a:cubicBezTo>
                    <a:pt x="362574" y="1139227"/>
                    <a:pt x="380838" y="1157491"/>
                    <a:pt x="375781" y="1197801"/>
                  </a:cubicBezTo>
                  <a:cubicBezTo>
                    <a:pt x="388831" y="1197801"/>
                    <a:pt x="401874" y="1197801"/>
                    <a:pt x="414925" y="1197801"/>
                  </a:cubicBezTo>
                  <a:cubicBezTo>
                    <a:pt x="414925" y="1210852"/>
                    <a:pt x="414925" y="1223895"/>
                    <a:pt x="414925" y="1236945"/>
                  </a:cubicBezTo>
                  <a:cubicBezTo>
                    <a:pt x="396042" y="1235622"/>
                    <a:pt x="379077" y="1240836"/>
                    <a:pt x="364038" y="1252603"/>
                  </a:cubicBezTo>
                  <a:cubicBezTo>
                    <a:pt x="360123" y="1249996"/>
                    <a:pt x="356209" y="1247381"/>
                    <a:pt x="352295" y="1244774"/>
                  </a:cubicBezTo>
                  <a:cubicBezTo>
                    <a:pt x="364852" y="1231629"/>
                    <a:pt x="370074" y="1215972"/>
                    <a:pt x="367952" y="1197801"/>
                  </a:cubicBezTo>
                  <a:cubicBezTo>
                    <a:pt x="360123" y="1197801"/>
                    <a:pt x="352295" y="1197801"/>
                    <a:pt x="344466" y="1197801"/>
                  </a:cubicBezTo>
                  <a:cubicBezTo>
                    <a:pt x="344466" y="1184751"/>
                    <a:pt x="344466" y="1171708"/>
                    <a:pt x="344466" y="1158658"/>
                  </a:cubicBezTo>
                  <a:cubicBezTo>
                    <a:pt x="336637" y="1158658"/>
                    <a:pt x="328808" y="1158658"/>
                    <a:pt x="320979" y="1158658"/>
                  </a:cubicBezTo>
                  <a:cubicBezTo>
                    <a:pt x="320126" y="1208864"/>
                    <a:pt x="294029" y="1234957"/>
                    <a:pt x="242692" y="1236945"/>
                  </a:cubicBezTo>
                  <a:cubicBezTo>
                    <a:pt x="200802" y="1212786"/>
                    <a:pt x="192973" y="1223222"/>
                    <a:pt x="219205" y="1268260"/>
                  </a:cubicBezTo>
                  <a:cubicBezTo>
                    <a:pt x="245388" y="1257911"/>
                    <a:pt x="253217" y="1265739"/>
                    <a:pt x="242692" y="1291747"/>
                  </a:cubicBezTo>
                  <a:cubicBezTo>
                    <a:pt x="240082" y="1286525"/>
                    <a:pt x="237472" y="1281311"/>
                    <a:pt x="234863" y="1276089"/>
                  </a:cubicBezTo>
                  <a:cubicBezTo>
                    <a:pt x="228537" y="1278500"/>
                    <a:pt x="223318" y="1282415"/>
                    <a:pt x="219205" y="1287832"/>
                  </a:cubicBezTo>
                  <a:cubicBezTo>
                    <a:pt x="225207" y="1299340"/>
                    <a:pt x="230426" y="1311083"/>
                    <a:pt x="234863" y="1323062"/>
                  </a:cubicBezTo>
                  <a:cubicBezTo>
                    <a:pt x="239880" y="1330750"/>
                    <a:pt x="245099" y="1338578"/>
                    <a:pt x="250521" y="1346548"/>
                  </a:cubicBezTo>
                  <a:cubicBezTo>
                    <a:pt x="241672" y="1355332"/>
                    <a:pt x="236453" y="1365775"/>
                    <a:pt x="234863" y="1377863"/>
                  </a:cubicBezTo>
                  <a:cubicBezTo>
                    <a:pt x="207624" y="1323735"/>
                    <a:pt x="185443" y="1266319"/>
                    <a:pt x="168318" y="1205630"/>
                  </a:cubicBezTo>
                  <a:cubicBezTo>
                    <a:pt x="91525" y="919873"/>
                    <a:pt x="35420" y="630208"/>
                    <a:pt x="0" y="336637"/>
                  </a:cubicBezTo>
                  <a:cubicBezTo>
                    <a:pt x="10438" y="336637"/>
                    <a:pt x="20877" y="336637"/>
                    <a:pt x="31315" y="336637"/>
                  </a:cubicBezTo>
                  <a:cubicBezTo>
                    <a:pt x="61945" y="378216"/>
                    <a:pt x="93260" y="378216"/>
                    <a:pt x="125260" y="336637"/>
                  </a:cubicBezTo>
                  <a:cubicBezTo>
                    <a:pt x="141233" y="474713"/>
                    <a:pt x="155585" y="613024"/>
                    <a:pt x="168318" y="751562"/>
                  </a:cubicBezTo>
                  <a:cubicBezTo>
                    <a:pt x="196910" y="859779"/>
                    <a:pt x="266064" y="922409"/>
                    <a:pt x="375781" y="939452"/>
                  </a:cubicBezTo>
                  <a:cubicBezTo>
                    <a:pt x="608053" y="940759"/>
                    <a:pt x="840301" y="939452"/>
                    <a:pt x="1072541" y="935538"/>
                  </a:cubicBezTo>
                  <a:cubicBezTo>
                    <a:pt x="1153647" y="910556"/>
                    <a:pt x="1203235" y="857062"/>
                    <a:pt x="1221288" y="775048"/>
                  </a:cubicBezTo>
                  <a:cubicBezTo>
                    <a:pt x="1228733" y="763939"/>
                    <a:pt x="1231340" y="750896"/>
                    <a:pt x="1229116" y="735904"/>
                  </a:cubicBezTo>
                  <a:cubicBezTo>
                    <a:pt x="1229116" y="495819"/>
                    <a:pt x="1229116" y="255742"/>
                    <a:pt x="1229116" y="15658"/>
                  </a:cubicBezTo>
                  <a:cubicBezTo>
                    <a:pt x="1228091" y="9872"/>
                    <a:pt x="1229398" y="4650"/>
                    <a:pt x="1233031" y="0"/>
                  </a:cubicBezTo>
                  <a:cubicBezTo>
                    <a:pt x="1243224" y="4580"/>
                    <a:pt x="1252360" y="9794"/>
                    <a:pt x="1260432" y="15658"/>
                  </a:cubicBezTo>
                  <a:close/>
                </a:path>
              </a:pathLst>
            </a:custGeom>
            <a:solidFill>
              <a:srgbClr val="F6F5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421422CB-DCB5-4D07-B4D6-3581F4218BE5}"/>
                </a:ext>
              </a:extLst>
            </p:cNvPr>
            <p:cNvSpPr/>
            <p:nvPr/>
          </p:nvSpPr>
          <p:spPr>
            <a:xfrm>
              <a:off x="4915119" y="4207838"/>
              <a:ext cx="970767" cy="211502"/>
            </a:xfrm>
            <a:custGeom>
              <a:avLst/>
              <a:gdLst>
                <a:gd name="connsiteX0" fmla="*/ 46973 w 970767"/>
                <a:gd name="connsiteY0" fmla="*/ 124 h 211502"/>
                <a:gd name="connsiteX1" fmla="*/ 78288 w 970767"/>
                <a:gd name="connsiteY1" fmla="*/ 23610 h 211502"/>
                <a:gd name="connsiteX2" fmla="*/ 39144 w 970767"/>
                <a:gd name="connsiteY2" fmla="*/ 31439 h 211502"/>
                <a:gd name="connsiteX3" fmla="*/ 39144 w 970767"/>
                <a:gd name="connsiteY3" fmla="*/ 54925 h 211502"/>
                <a:gd name="connsiteX4" fmla="*/ 86116 w 970767"/>
                <a:gd name="connsiteY4" fmla="*/ 54925 h 211502"/>
                <a:gd name="connsiteX5" fmla="*/ 90031 w 970767"/>
                <a:gd name="connsiteY5" fmla="*/ 101898 h 211502"/>
                <a:gd name="connsiteX6" fmla="*/ 93945 w 970767"/>
                <a:gd name="connsiteY6" fmla="*/ 70583 h 211502"/>
                <a:gd name="connsiteX7" fmla="*/ 101774 w 970767"/>
                <a:gd name="connsiteY7" fmla="*/ 82326 h 211502"/>
                <a:gd name="connsiteX8" fmla="*/ 219205 w 970767"/>
                <a:gd name="connsiteY8" fmla="*/ 121470 h 211502"/>
                <a:gd name="connsiteX9" fmla="*/ 133089 w 970767"/>
                <a:gd name="connsiteY9" fmla="*/ 137127 h 211502"/>
                <a:gd name="connsiteX10" fmla="*/ 207462 w 970767"/>
                <a:gd name="connsiteY10" fmla="*/ 156699 h 211502"/>
                <a:gd name="connsiteX11" fmla="*/ 238777 w 970767"/>
                <a:gd name="connsiteY11" fmla="*/ 133213 h 211502"/>
                <a:gd name="connsiteX12" fmla="*/ 250521 w 970767"/>
                <a:gd name="connsiteY12" fmla="*/ 144956 h 211502"/>
                <a:gd name="connsiteX13" fmla="*/ 219205 w 970767"/>
                <a:gd name="connsiteY13" fmla="*/ 164528 h 211502"/>
                <a:gd name="connsiteX14" fmla="*/ 238777 w 970767"/>
                <a:gd name="connsiteY14" fmla="*/ 164528 h 211502"/>
                <a:gd name="connsiteX15" fmla="*/ 360123 w 970767"/>
                <a:gd name="connsiteY15" fmla="*/ 176271 h 211502"/>
                <a:gd name="connsiteX16" fmla="*/ 399267 w 970767"/>
                <a:gd name="connsiteY16" fmla="*/ 152785 h 211502"/>
                <a:gd name="connsiteX17" fmla="*/ 391438 w 970767"/>
                <a:gd name="connsiteY17" fmla="*/ 144956 h 211502"/>
                <a:gd name="connsiteX18" fmla="*/ 407096 w 970767"/>
                <a:gd name="connsiteY18" fmla="*/ 125384 h 211502"/>
                <a:gd name="connsiteX19" fmla="*/ 407096 w 970767"/>
                <a:gd name="connsiteY19" fmla="*/ 101898 h 211502"/>
                <a:gd name="connsiteX20" fmla="*/ 442325 w 970767"/>
                <a:gd name="connsiteY20" fmla="*/ 117555 h 211502"/>
                <a:gd name="connsiteX21" fmla="*/ 450154 w 970767"/>
                <a:gd name="connsiteY21" fmla="*/ 109726 h 211502"/>
                <a:gd name="connsiteX22" fmla="*/ 473640 w 970767"/>
                <a:gd name="connsiteY22" fmla="*/ 141041 h 211502"/>
                <a:gd name="connsiteX23" fmla="*/ 563671 w 970767"/>
                <a:gd name="connsiteY23" fmla="*/ 121470 h 211502"/>
                <a:gd name="connsiteX24" fmla="*/ 485384 w 970767"/>
                <a:gd name="connsiteY24" fmla="*/ 113641 h 211502"/>
                <a:gd name="connsiteX25" fmla="*/ 540185 w 970767"/>
                <a:gd name="connsiteY25" fmla="*/ 109726 h 211502"/>
                <a:gd name="connsiteX26" fmla="*/ 970767 w 970767"/>
                <a:gd name="connsiteY26" fmla="*/ 113641 h 211502"/>
                <a:gd name="connsiteX27" fmla="*/ 822021 w 970767"/>
                <a:gd name="connsiteY27" fmla="*/ 176271 h 211502"/>
                <a:gd name="connsiteX28" fmla="*/ 822021 w 970767"/>
                <a:gd name="connsiteY28" fmla="*/ 199757 h 211502"/>
                <a:gd name="connsiteX29" fmla="*/ 915966 w 970767"/>
                <a:gd name="connsiteY29" fmla="*/ 207586 h 211502"/>
                <a:gd name="connsiteX30" fmla="*/ 790705 w 970767"/>
                <a:gd name="connsiteY30" fmla="*/ 207586 h 211502"/>
                <a:gd name="connsiteX31" fmla="*/ 782877 w 970767"/>
                <a:gd name="connsiteY31" fmla="*/ 180185 h 211502"/>
                <a:gd name="connsiteX32" fmla="*/ 771134 w 970767"/>
                <a:gd name="connsiteY32" fmla="*/ 195843 h 211502"/>
                <a:gd name="connsiteX33" fmla="*/ 735904 w 970767"/>
                <a:gd name="connsiteY33" fmla="*/ 203672 h 211502"/>
                <a:gd name="connsiteX34" fmla="*/ 610644 w 970767"/>
                <a:gd name="connsiteY34" fmla="*/ 203672 h 211502"/>
                <a:gd name="connsiteX35" fmla="*/ 618473 w 970767"/>
                <a:gd name="connsiteY35" fmla="*/ 180185 h 211502"/>
                <a:gd name="connsiteX36" fmla="*/ 712418 w 970767"/>
                <a:gd name="connsiteY36" fmla="*/ 168442 h 211502"/>
                <a:gd name="connsiteX37" fmla="*/ 661531 w 970767"/>
                <a:gd name="connsiteY37" fmla="*/ 164528 h 211502"/>
                <a:gd name="connsiteX38" fmla="*/ 618473 w 970767"/>
                <a:gd name="connsiteY38" fmla="*/ 141041 h 211502"/>
                <a:gd name="connsiteX39" fmla="*/ 665445 w 970767"/>
                <a:gd name="connsiteY39" fmla="*/ 129298 h 211502"/>
                <a:gd name="connsiteX40" fmla="*/ 567586 w 970767"/>
                <a:gd name="connsiteY40" fmla="*/ 141041 h 211502"/>
                <a:gd name="connsiteX41" fmla="*/ 559757 w 970767"/>
                <a:gd name="connsiteY41" fmla="*/ 133213 h 211502"/>
                <a:gd name="connsiteX42" fmla="*/ 508870 w 970767"/>
                <a:gd name="connsiteY42" fmla="*/ 184100 h 211502"/>
                <a:gd name="connsiteX43" fmla="*/ 383610 w 970767"/>
                <a:gd name="connsiteY43" fmla="*/ 199757 h 211502"/>
                <a:gd name="connsiteX44" fmla="*/ 383610 w 970767"/>
                <a:gd name="connsiteY44" fmla="*/ 211500 h 211502"/>
                <a:gd name="connsiteX45" fmla="*/ 266178 w 970767"/>
                <a:gd name="connsiteY45" fmla="*/ 207586 h 211502"/>
                <a:gd name="connsiteX46" fmla="*/ 328808 w 970767"/>
                <a:gd name="connsiteY46" fmla="*/ 199757 h 211502"/>
                <a:gd name="connsiteX47" fmla="*/ 230949 w 970767"/>
                <a:gd name="connsiteY47" fmla="*/ 203672 h 211502"/>
                <a:gd name="connsiteX48" fmla="*/ 140918 w 970767"/>
                <a:gd name="connsiteY48" fmla="*/ 176271 h 211502"/>
                <a:gd name="connsiteX49" fmla="*/ 109603 w 970767"/>
                <a:gd name="connsiteY49" fmla="*/ 144956 h 211502"/>
                <a:gd name="connsiteX50" fmla="*/ 109603 w 970767"/>
                <a:gd name="connsiteY50" fmla="*/ 117555 h 211502"/>
                <a:gd name="connsiteX51" fmla="*/ 35229 w 970767"/>
                <a:gd name="connsiteY51" fmla="*/ 117555 h 211502"/>
                <a:gd name="connsiteX52" fmla="*/ 27401 w 970767"/>
                <a:gd name="connsiteY52" fmla="*/ 94069 h 211502"/>
                <a:gd name="connsiteX53" fmla="*/ 19572 w 970767"/>
                <a:gd name="connsiteY53" fmla="*/ 141041 h 211502"/>
                <a:gd name="connsiteX54" fmla="*/ 46973 w 970767"/>
                <a:gd name="connsiteY54" fmla="*/ 137127 h 211502"/>
                <a:gd name="connsiteX55" fmla="*/ 35229 w 970767"/>
                <a:gd name="connsiteY55" fmla="*/ 172357 h 211502"/>
                <a:gd name="connsiteX56" fmla="*/ 0 w 970767"/>
                <a:gd name="connsiteY56" fmla="*/ 148870 h 211502"/>
                <a:gd name="connsiteX57" fmla="*/ 23486 w 970767"/>
                <a:gd name="connsiteY57" fmla="*/ 7952 h 211502"/>
                <a:gd name="connsiteX58" fmla="*/ 46973 w 970767"/>
                <a:gd name="connsiteY58" fmla="*/ 124 h 21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70767" h="211502">
                  <a:moveTo>
                    <a:pt x="46973" y="124"/>
                  </a:moveTo>
                  <a:cubicBezTo>
                    <a:pt x="59569" y="-1098"/>
                    <a:pt x="70005" y="6731"/>
                    <a:pt x="78288" y="23610"/>
                  </a:cubicBezTo>
                  <a:cubicBezTo>
                    <a:pt x="66192" y="31063"/>
                    <a:pt x="53142" y="33670"/>
                    <a:pt x="39144" y="31439"/>
                  </a:cubicBezTo>
                  <a:cubicBezTo>
                    <a:pt x="39144" y="39267"/>
                    <a:pt x="39144" y="47096"/>
                    <a:pt x="39144" y="54925"/>
                  </a:cubicBezTo>
                  <a:cubicBezTo>
                    <a:pt x="54801" y="54925"/>
                    <a:pt x="70459" y="54925"/>
                    <a:pt x="86116" y="54925"/>
                  </a:cubicBezTo>
                  <a:cubicBezTo>
                    <a:pt x="84848" y="70794"/>
                    <a:pt x="86156" y="86451"/>
                    <a:pt x="90031" y="101898"/>
                  </a:cubicBezTo>
                  <a:cubicBezTo>
                    <a:pt x="93867" y="91775"/>
                    <a:pt x="95174" y="81331"/>
                    <a:pt x="93945" y="70583"/>
                  </a:cubicBezTo>
                  <a:cubicBezTo>
                    <a:pt x="118199" y="69902"/>
                    <a:pt x="120814" y="73816"/>
                    <a:pt x="101774" y="82326"/>
                  </a:cubicBezTo>
                  <a:cubicBezTo>
                    <a:pt x="137966" y="108309"/>
                    <a:pt x="177110" y="121360"/>
                    <a:pt x="219205" y="121470"/>
                  </a:cubicBezTo>
                  <a:cubicBezTo>
                    <a:pt x="191993" y="131287"/>
                    <a:pt x="163292" y="136509"/>
                    <a:pt x="133089" y="137127"/>
                  </a:cubicBezTo>
                  <a:cubicBezTo>
                    <a:pt x="160740" y="143038"/>
                    <a:pt x="185526" y="149559"/>
                    <a:pt x="207462" y="156699"/>
                  </a:cubicBezTo>
                  <a:cubicBezTo>
                    <a:pt x="219299" y="150772"/>
                    <a:pt x="229743" y="142944"/>
                    <a:pt x="238777" y="133213"/>
                  </a:cubicBezTo>
                  <a:cubicBezTo>
                    <a:pt x="242692" y="137127"/>
                    <a:pt x="246606" y="141041"/>
                    <a:pt x="250521" y="144956"/>
                  </a:cubicBezTo>
                  <a:cubicBezTo>
                    <a:pt x="240664" y="152182"/>
                    <a:pt x="230228" y="158711"/>
                    <a:pt x="219205" y="164528"/>
                  </a:cubicBezTo>
                  <a:cubicBezTo>
                    <a:pt x="225265" y="174008"/>
                    <a:pt x="231786" y="174008"/>
                    <a:pt x="238777" y="164528"/>
                  </a:cubicBezTo>
                  <a:cubicBezTo>
                    <a:pt x="276269" y="191302"/>
                    <a:pt x="316721" y="195216"/>
                    <a:pt x="360123" y="176271"/>
                  </a:cubicBezTo>
                  <a:cubicBezTo>
                    <a:pt x="371663" y="165968"/>
                    <a:pt x="384713" y="158140"/>
                    <a:pt x="399267" y="152785"/>
                  </a:cubicBezTo>
                  <a:cubicBezTo>
                    <a:pt x="396660" y="150178"/>
                    <a:pt x="394045" y="147563"/>
                    <a:pt x="391438" y="144956"/>
                  </a:cubicBezTo>
                  <a:cubicBezTo>
                    <a:pt x="398148" y="139562"/>
                    <a:pt x="403362" y="133041"/>
                    <a:pt x="407096" y="125384"/>
                  </a:cubicBezTo>
                  <a:cubicBezTo>
                    <a:pt x="398563" y="116702"/>
                    <a:pt x="398563" y="108873"/>
                    <a:pt x="407096" y="101898"/>
                  </a:cubicBezTo>
                  <a:cubicBezTo>
                    <a:pt x="419301" y="106391"/>
                    <a:pt x="431044" y="111605"/>
                    <a:pt x="442325" y="117555"/>
                  </a:cubicBezTo>
                  <a:cubicBezTo>
                    <a:pt x="444932" y="114948"/>
                    <a:pt x="447547" y="112333"/>
                    <a:pt x="450154" y="109726"/>
                  </a:cubicBezTo>
                  <a:cubicBezTo>
                    <a:pt x="454969" y="122378"/>
                    <a:pt x="462797" y="132813"/>
                    <a:pt x="473640" y="141041"/>
                  </a:cubicBezTo>
                  <a:cubicBezTo>
                    <a:pt x="503883" y="136219"/>
                    <a:pt x="533891" y="129690"/>
                    <a:pt x="563671" y="121470"/>
                  </a:cubicBezTo>
                  <a:cubicBezTo>
                    <a:pt x="537578" y="118862"/>
                    <a:pt x="511477" y="116248"/>
                    <a:pt x="485384" y="113641"/>
                  </a:cubicBezTo>
                  <a:cubicBezTo>
                    <a:pt x="503648" y="112333"/>
                    <a:pt x="521920" y="111034"/>
                    <a:pt x="540185" y="109726"/>
                  </a:cubicBezTo>
                  <a:cubicBezTo>
                    <a:pt x="682347" y="115238"/>
                    <a:pt x="825872" y="116537"/>
                    <a:pt x="970767" y="113641"/>
                  </a:cubicBezTo>
                  <a:cubicBezTo>
                    <a:pt x="910791" y="111042"/>
                    <a:pt x="861204" y="131921"/>
                    <a:pt x="822021" y="176271"/>
                  </a:cubicBezTo>
                  <a:cubicBezTo>
                    <a:pt x="883022" y="170517"/>
                    <a:pt x="883022" y="178346"/>
                    <a:pt x="822021" y="199757"/>
                  </a:cubicBezTo>
                  <a:cubicBezTo>
                    <a:pt x="853336" y="202364"/>
                    <a:pt x="884651" y="204979"/>
                    <a:pt x="915966" y="207586"/>
                  </a:cubicBezTo>
                  <a:cubicBezTo>
                    <a:pt x="874215" y="212808"/>
                    <a:pt x="832456" y="212808"/>
                    <a:pt x="790705" y="207586"/>
                  </a:cubicBezTo>
                  <a:cubicBezTo>
                    <a:pt x="807569" y="198317"/>
                    <a:pt x="804954" y="189189"/>
                    <a:pt x="782877" y="180185"/>
                  </a:cubicBezTo>
                  <a:cubicBezTo>
                    <a:pt x="777459" y="184296"/>
                    <a:pt x="773545" y="189517"/>
                    <a:pt x="771134" y="195843"/>
                  </a:cubicBezTo>
                  <a:cubicBezTo>
                    <a:pt x="759484" y="190394"/>
                    <a:pt x="747741" y="193009"/>
                    <a:pt x="735904" y="203672"/>
                  </a:cubicBezTo>
                  <a:cubicBezTo>
                    <a:pt x="694153" y="214107"/>
                    <a:pt x="652395" y="214107"/>
                    <a:pt x="610644" y="203672"/>
                  </a:cubicBezTo>
                  <a:cubicBezTo>
                    <a:pt x="601109" y="193471"/>
                    <a:pt x="603715" y="185642"/>
                    <a:pt x="618473" y="180185"/>
                  </a:cubicBezTo>
                  <a:cubicBezTo>
                    <a:pt x="649467" y="173711"/>
                    <a:pt x="680782" y="169796"/>
                    <a:pt x="712418" y="168442"/>
                  </a:cubicBezTo>
                  <a:cubicBezTo>
                    <a:pt x="698647" y="146083"/>
                    <a:pt x="681682" y="144776"/>
                    <a:pt x="661531" y="164528"/>
                  </a:cubicBezTo>
                  <a:cubicBezTo>
                    <a:pt x="645803" y="159267"/>
                    <a:pt x="631453" y="151438"/>
                    <a:pt x="618473" y="141041"/>
                  </a:cubicBezTo>
                  <a:cubicBezTo>
                    <a:pt x="631147" y="137871"/>
                    <a:pt x="646805" y="133956"/>
                    <a:pt x="665445" y="129298"/>
                  </a:cubicBezTo>
                  <a:cubicBezTo>
                    <a:pt x="631022" y="113923"/>
                    <a:pt x="598400" y="117837"/>
                    <a:pt x="567586" y="141041"/>
                  </a:cubicBezTo>
                  <a:cubicBezTo>
                    <a:pt x="564979" y="138434"/>
                    <a:pt x="562364" y="135820"/>
                    <a:pt x="559757" y="133213"/>
                  </a:cubicBezTo>
                  <a:cubicBezTo>
                    <a:pt x="542048" y="150170"/>
                    <a:pt x="525091" y="167127"/>
                    <a:pt x="508870" y="184100"/>
                  </a:cubicBezTo>
                  <a:cubicBezTo>
                    <a:pt x="466970" y="188178"/>
                    <a:pt x="425220" y="193392"/>
                    <a:pt x="383610" y="199757"/>
                  </a:cubicBezTo>
                  <a:cubicBezTo>
                    <a:pt x="414330" y="206012"/>
                    <a:pt x="414330" y="209927"/>
                    <a:pt x="383610" y="211500"/>
                  </a:cubicBezTo>
                  <a:cubicBezTo>
                    <a:pt x="345123" y="210044"/>
                    <a:pt x="305980" y="208737"/>
                    <a:pt x="266178" y="207586"/>
                  </a:cubicBezTo>
                  <a:cubicBezTo>
                    <a:pt x="287057" y="204979"/>
                    <a:pt x="307929" y="202364"/>
                    <a:pt x="328808" y="199757"/>
                  </a:cubicBezTo>
                  <a:cubicBezTo>
                    <a:pt x="295497" y="193525"/>
                    <a:pt x="262882" y="194833"/>
                    <a:pt x="230949" y="203672"/>
                  </a:cubicBezTo>
                  <a:cubicBezTo>
                    <a:pt x="202906" y="188758"/>
                    <a:pt x="172898" y="179621"/>
                    <a:pt x="140918" y="176271"/>
                  </a:cubicBezTo>
                  <a:cubicBezTo>
                    <a:pt x="127914" y="168481"/>
                    <a:pt x="117471" y="158045"/>
                    <a:pt x="109603" y="144956"/>
                  </a:cubicBezTo>
                  <a:cubicBezTo>
                    <a:pt x="117056" y="134779"/>
                    <a:pt x="117056" y="125642"/>
                    <a:pt x="109603" y="117555"/>
                  </a:cubicBezTo>
                  <a:cubicBezTo>
                    <a:pt x="86093" y="111269"/>
                    <a:pt x="61299" y="111269"/>
                    <a:pt x="35229" y="117555"/>
                  </a:cubicBezTo>
                  <a:cubicBezTo>
                    <a:pt x="32622" y="109726"/>
                    <a:pt x="30008" y="101898"/>
                    <a:pt x="27401" y="94069"/>
                  </a:cubicBezTo>
                  <a:cubicBezTo>
                    <a:pt x="17215" y="108669"/>
                    <a:pt x="14601" y="124327"/>
                    <a:pt x="19572" y="141041"/>
                  </a:cubicBezTo>
                  <a:cubicBezTo>
                    <a:pt x="26093" y="121470"/>
                    <a:pt x="35229" y="120162"/>
                    <a:pt x="46973" y="137127"/>
                  </a:cubicBezTo>
                  <a:cubicBezTo>
                    <a:pt x="41281" y="148079"/>
                    <a:pt x="37367" y="159823"/>
                    <a:pt x="35229" y="172357"/>
                  </a:cubicBezTo>
                  <a:cubicBezTo>
                    <a:pt x="25279" y="161529"/>
                    <a:pt x="13536" y="153701"/>
                    <a:pt x="0" y="148870"/>
                  </a:cubicBezTo>
                  <a:cubicBezTo>
                    <a:pt x="11861" y="102602"/>
                    <a:pt x="19689" y="55630"/>
                    <a:pt x="23486" y="7952"/>
                  </a:cubicBezTo>
                  <a:cubicBezTo>
                    <a:pt x="32168" y="7506"/>
                    <a:pt x="39997" y="4899"/>
                    <a:pt x="46973" y="124"/>
                  </a:cubicBezTo>
                  <a:close/>
                </a:path>
              </a:pathLst>
            </a:custGeom>
            <a:solidFill>
              <a:srgbClr val="F9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F4A2E8B8-6B06-4040-946A-5DC1369CFC01}"/>
                </a:ext>
              </a:extLst>
            </p:cNvPr>
            <p:cNvSpPr/>
            <p:nvPr/>
          </p:nvSpPr>
          <p:spPr>
            <a:xfrm>
              <a:off x="3059701" y="4114017"/>
              <a:ext cx="846085" cy="188380"/>
            </a:xfrm>
            <a:custGeom>
              <a:avLst/>
              <a:gdLst>
                <a:gd name="connsiteX0" fmla="*/ 837678 w 846085"/>
                <a:gd name="connsiteY0" fmla="*/ 0 h 188380"/>
                <a:gd name="connsiteX1" fmla="*/ 845507 w 846085"/>
                <a:gd name="connsiteY1" fmla="*/ 23486 h 188380"/>
                <a:gd name="connsiteX2" fmla="*/ 696760 w 846085"/>
                <a:gd name="connsiteY2" fmla="*/ 183976 h 188380"/>
                <a:gd name="connsiteX3" fmla="*/ 0 w 846085"/>
                <a:gd name="connsiteY3" fmla="*/ 187890 h 188380"/>
                <a:gd name="connsiteX4" fmla="*/ 0 w 846085"/>
                <a:gd name="connsiteY4" fmla="*/ 180062 h 188380"/>
                <a:gd name="connsiteX5" fmla="*/ 665445 w 846085"/>
                <a:gd name="connsiteY5" fmla="*/ 176147 h 188380"/>
                <a:gd name="connsiteX6" fmla="*/ 822021 w 846085"/>
                <a:gd name="connsiteY6" fmla="*/ 62630 h 188380"/>
                <a:gd name="connsiteX7" fmla="*/ 837678 w 846085"/>
                <a:gd name="connsiteY7" fmla="*/ 0 h 18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6085" h="188380">
                  <a:moveTo>
                    <a:pt x="837678" y="0"/>
                  </a:moveTo>
                  <a:cubicBezTo>
                    <a:pt x="844755" y="5550"/>
                    <a:pt x="847362" y="13379"/>
                    <a:pt x="845507" y="23486"/>
                  </a:cubicBezTo>
                  <a:cubicBezTo>
                    <a:pt x="827454" y="105501"/>
                    <a:pt x="777866" y="158995"/>
                    <a:pt x="696760" y="183976"/>
                  </a:cubicBezTo>
                  <a:cubicBezTo>
                    <a:pt x="464520" y="187890"/>
                    <a:pt x="232272" y="189198"/>
                    <a:pt x="0" y="187890"/>
                  </a:cubicBezTo>
                  <a:cubicBezTo>
                    <a:pt x="0" y="185283"/>
                    <a:pt x="0" y="182669"/>
                    <a:pt x="0" y="180062"/>
                  </a:cubicBezTo>
                  <a:cubicBezTo>
                    <a:pt x="221828" y="181369"/>
                    <a:pt x="443648" y="180062"/>
                    <a:pt x="665445" y="176147"/>
                  </a:cubicBezTo>
                  <a:cubicBezTo>
                    <a:pt x="738989" y="166863"/>
                    <a:pt x="791183" y="129018"/>
                    <a:pt x="822021" y="62630"/>
                  </a:cubicBezTo>
                  <a:cubicBezTo>
                    <a:pt x="828839" y="42181"/>
                    <a:pt x="834053" y="21302"/>
                    <a:pt x="837678" y="0"/>
                  </a:cubicBezTo>
                  <a:close/>
                </a:path>
              </a:pathLst>
            </a:custGeom>
            <a:solidFill>
              <a:srgbClr val="389A4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E29442CB-6005-484A-9E94-CFCE9A2C3AEE}"/>
                </a:ext>
              </a:extLst>
            </p:cNvPr>
            <p:cNvSpPr/>
            <p:nvPr/>
          </p:nvSpPr>
          <p:spPr>
            <a:xfrm>
              <a:off x="2818472" y="4239277"/>
              <a:ext cx="2135790" cy="931041"/>
            </a:xfrm>
            <a:custGeom>
              <a:avLst/>
              <a:gdLst>
                <a:gd name="connsiteX0" fmla="*/ 1305942 w 2135790"/>
                <a:gd name="connsiteY0" fmla="*/ 0 h 931041"/>
                <a:gd name="connsiteX1" fmla="*/ 1325514 w 2135790"/>
                <a:gd name="connsiteY1" fmla="*/ 101774 h 931041"/>
                <a:gd name="connsiteX2" fmla="*/ 1486003 w 2135790"/>
                <a:gd name="connsiteY2" fmla="*/ 254435 h 931041"/>
                <a:gd name="connsiteX3" fmla="*/ 1971387 w 2135790"/>
                <a:gd name="connsiteY3" fmla="*/ 246606 h 931041"/>
                <a:gd name="connsiteX4" fmla="*/ 2088818 w 2135790"/>
                <a:gd name="connsiteY4" fmla="*/ 140918 h 931041"/>
                <a:gd name="connsiteX5" fmla="*/ 2135791 w 2135790"/>
                <a:gd name="connsiteY5" fmla="*/ 183976 h 931041"/>
                <a:gd name="connsiteX6" fmla="*/ 2088818 w 2135790"/>
                <a:gd name="connsiteY6" fmla="*/ 211377 h 931041"/>
                <a:gd name="connsiteX7" fmla="*/ 2061418 w 2135790"/>
                <a:gd name="connsiteY7" fmla="*/ 250521 h 931041"/>
                <a:gd name="connsiteX8" fmla="*/ 1857870 w 2135790"/>
                <a:gd name="connsiteY8" fmla="*/ 281836 h 931041"/>
                <a:gd name="connsiteX9" fmla="*/ 1744353 w 2135790"/>
                <a:gd name="connsiteY9" fmla="*/ 277921 h 931041"/>
                <a:gd name="connsiteX10" fmla="*/ 1838298 w 2135790"/>
                <a:gd name="connsiteY10" fmla="*/ 281836 h 931041"/>
                <a:gd name="connsiteX11" fmla="*/ 1830469 w 2135790"/>
                <a:gd name="connsiteY11" fmla="*/ 313151 h 931041"/>
                <a:gd name="connsiteX12" fmla="*/ 1861784 w 2135790"/>
                <a:gd name="connsiteY12" fmla="*/ 328808 h 931041"/>
                <a:gd name="connsiteX13" fmla="*/ 1846127 w 2135790"/>
                <a:gd name="connsiteY13" fmla="*/ 344466 h 931041"/>
                <a:gd name="connsiteX14" fmla="*/ 1767839 w 2135790"/>
                <a:gd name="connsiteY14" fmla="*/ 317065 h 931041"/>
                <a:gd name="connsiteX15" fmla="*/ 1810897 w 2135790"/>
                <a:gd name="connsiteY15" fmla="*/ 313151 h 931041"/>
                <a:gd name="connsiteX16" fmla="*/ 1799154 w 2135790"/>
                <a:gd name="connsiteY16" fmla="*/ 289664 h 931041"/>
                <a:gd name="connsiteX17" fmla="*/ 1740438 w 2135790"/>
                <a:gd name="connsiteY17" fmla="*/ 305322 h 931041"/>
                <a:gd name="connsiteX18" fmla="*/ 1705209 w 2135790"/>
                <a:gd name="connsiteY18" fmla="*/ 289664 h 931041"/>
                <a:gd name="connsiteX19" fmla="*/ 1611264 w 2135790"/>
                <a:gd name="connsiteY19" fmla="*/ 289664 h 931041"/>
                <a:gd name="connsiteX20" fmla="*/ 1669979 w 2135790"/>
                <a:gd name="connsiteY20" fmla="*/ 313151 h 931041"/>
                <a:gd name="connsiteX21" fmla="*/ 1681723 w 2135790"/>
                <a:gd name="connsiteY21" fmla="*/ 344466 h 931041"/>
                <a:gd name="connsiteX22" fmla="*/ 1654322 w 2135790"/>
                <a:gd name="connsiteY22" fmla="*/ 336637 h 931041"/>
                <a:gd name="connsiteX23" fmla="*/ 1630836 w 2135790"/>
                <a:gd name="connsiteY23" fmla="*/ 383610 h 931041"/>
                <a:gd name="connsiteX24" fmla="*/ 1630836 w 2135790"/>
                <a:gd name="connsiteY24" fmla="*/ 320979 h 931041"/>
                <a:gd name="connsiteX25" fmla="*/ 1576034 w 2135790"/>
                <a:gd name="connsiteY25" fmla="*/ 305322 h 931041"/>
                <a:gd name="connsiteX26" fmla="*/ 1572120 w 2135790"/>
                <a:gd name="connsiteY26" fmla="*/ 281836 h 931041"/>
                <a:gd name="connsiteX27" fmla="*/ 1536890 w 2135790"/>
                <a:gd name="connsiteY27" fmla="*/ 313151 h 931041"/>
                <a:gd name="connsiteX28" fmla="*/ 1513404 w 2135790"/>
                <a:gd name="connsiteY28" fmla="*/ 297493 h 931041"/>
                <a:gd name="connsiteX29" fmla="*/ 1486003 w 2135790"/>
                <a:gd name="connsiteY29" fmla="*/ 309236 h 931041"/>
                <a:gd name="connsiteX30" fmla="*/ 1540805 w 2135790"/>
                <a:gd name="connsiteY30" fmla="*/ 336637 h 931041"/>
                <a:gd name="connsiteX31" fmla="*/ 1529062 w 2135790"/>
                <a:gd name="connsiteY31" fmla="*/ 344466 h 931041"/>
                <a:gd name="connsiteX32" fmla="*/ 1454688 w 2135790"/>
                <a:gd name="connsiteY32" fmla="*/ 320979 h 931041"/>
                <a:gd name="connsiteX33" fmla="*/ 1454688 w 2135790"/>
                <a:gd name="connsiteY33" fmla="*/ 344466 h 931041"/>
                <a:gd name="connsiteX34" fmla="*/ 1423373 w 2135790"/>
                <a:gd name="connsiteY34" fmla="*/ 367952 h 931041"/>
                <a:gd name="connsiteX35" fmla="*/ 1462517 w 2135790"/>
                <a:gd name="connsiteY35" fmla="*/ 367952 h 931041"/>
                <a:gd name="connsiteX36" fmla="*/ 1529062 w 2135790"/>
                <a:gd name="connsiteY36" fmla="*/ 367952 h 931041"/>
                <a:gd name="connsiteX37" fmla="*/ 1529062 w 2135790"/>
                <a:gd name="connsiteY37" fmla="*/ 383610 h 931041"/>
                <a:gd name="connsiteX38" fmla="*/ 1501661 w 2135790"/>
                <a:gd name="connsiteY38" fmla="*/ 403182 h 931041"/>
                <a:gd name="connsiteX39" fmla="*/ 1556462 w 2135790"/>
                <a:gd name="connsiteY39" fmla="*/ 411010 h 931041"/>
                <a:gd name="connsiteX40" fmla="*/ 1525147 w 2135790"/>
                <a:gd name="connsiteY40" fmla="*/ 457983 h 931041"/>
                <a:gd name="connsiteX41" fmla="*/ 1560377 w 2135790"/>
                <a:gd name="connsiteY41" fmla="*/ 438411 h 931041"/>
                <a:gd name="connsiteX42" fmla="*/ 1599521 w 2135790"/>
                <a:gd name="connsiteY42" fmla="*/ 461897 h 931041"/>
                <a:gd name="connsiteX43" fmla="*/ 1603435 w 2135790"/>
                <a:gd name="connsiteY43" fmla="*/ 438411 h 931041"/>
                <a:gd name="connsiteX44" fmla="*/ 1611264 w 2135790"/>
                <a:gd name="connsiteY44" fmla="*/ 450154 h 931041"/>
                <a:gd name="connsiteX45" fmla="*/ 1595606 w 2135790"/>
                <a:gd name="connsiteY45" fmla="*/ 485384 h 931041"/>
                <a:gd name="connsiteX46" fmla="*/ 1576034 w 2135790"/>
                <a:gd name="connsiteY46" fmla="*/ 469726 h 931041"/>
                <a:gd name="connsiteX47" fmla="*/ 1517318 w 2135790"/>
                <a:gd name="connsiteY47" fmla="*/ 481469 h 931041"/>
                <a:gd name="connsiteX48" fmla="*/ 1517318 w 2135790"/>
                <a:gd name="connsiteY48" fmla="*/ 469726 h 931041"/>
                <a:gd name="connsiteX49" fmla="*/ 1392058 w 2135790"/>
                <a:gd name="connsiteY49" fmla="*/ 469726 h 931041"/>
                <a:gd name="connsiteX50" fmla="*/ 1337257 w 2135790"/>
                <a:gd name="connsiteY50" fmla="*/ 446240 h 931041"/>
                <a:gd name="connsiteX51" fmla="*/ 1305942 w 2135790"/>
                <a:gd name="connsiteY51" fmla="*/ 438411 h 931041"/>
                <a:gd name="connsiteX52" fmla="*/ 1211997 w 2135790"/>
                <a:gd name="connsiteY52" fmla="*/ 442325 h 931041"/>
                <a:gd name="connsiteX53" fmla="*/ 1219825 w 2135790"/>
                <a:gd name="connsiteY53" fmla="*/ 454069 h 931041"/>
                <a:gd name="connsiteX54" fmla="*/ 1298113 w 2135790"/>
                <a:gd name="connsiteY54" fmla="*/ 454069 h 931041"/>
                <a:gd name="connsiteX55" fmla="*/ 1290284 w 2135790"/>
                <a:gd name="connsiteY55" fmla="*/ 497127 h 931041"/>
                <a:gd name="connsiteX56" fmla="*/ 1231568 w 2135790"/>
                <a:gd name="connsiteY56" fmla="*/ 516699 h 931041"/>
                <a:gd name="connsiteX57" fmla="*/ 1227654 w 2135790"/>
                <a:gd name="connsiteY57" fmla="*/ 493212 h 931041"/>
                <a:gd name="connsiteX58" fmla="*/ 1282455 w 2135790"/>
                <a:gd name="connsiteY58" fmla="*/ 485384 h 931041"/>
                <a:gd name="connsiteX59" fmla="*/ 1270712 w 2135790"/>
                <a:gd name="connsiteY59" fmla="*/ 469726 h 931041"/>
                <a:gd name="connsiteX60" fmla="*/ 1211997 w 2135790"/>
                <a:gd name="connsiteY60" fmla="*/ 489298 h 931041"/>
                <a:gd name="connsiteX61" fmla="*/ 1219825 w 2135790"/>
                <a:gd name="connsiteY61" fmla="*/ 501041 h 931041"/>
                <a:gd name="connsiteX62" fmla="*/ 1165024 w 2135790"/>
                <a:gd name="connsiteY62" fmla="*/ 516699 h 931041"/>
                <a:gd name="connsiteX63" fmla="*/ 1188510 w 2135790"/>
                <a:gd name="connsiteY63" fmla="*/ 532356 h 931041"/>
                <a:gd name="connsiteX64" fmla="*/ 1165024 w 2135790"/>
                <a:gd name="connsiteY64" fmla="*/ 540185 h 931041"/>
                <a:gd name="connsiteX65" fmla="*/ 1071079 w 2135790"/>
                <a:gd name="connsiteY65" fmla="*/ 567586 h 931041"/>
                <a:gd name="connsiteX66" fmla="*/ 1118051 w 2135790"/>
                <a:gd name="connsiteY66" fmla="*/ 575414 h 931041"/>
                <a:gd name="connsiteX67" fmla="*/ 1078908 w 2135790"/>
                <a:gd name="connsiteY67" fmla="*/ 587158 h 931041"/>
                <a:gd name="connsiteX68" fmla="*/ 1024106 w 2135790"/>
                <a:gd name="connsiteY68" fmla="*/ 594986 h 931041"/>
                <a:gd name="connsiteX69" fmla="*/ 1000620 w 2135790"/>
                <a:gd name="connsiteY69" fmla="*/ 594986 h 931041"/>
                <a:gd name="connsiteX70" fmla="*/ 1000620 w 2135790"/>
                <a:gd name="connsiteY70" fmla="*/ 618473 h 931041"/>
                <a:gd name="connsiteX71" fmla="*/ 1024106 w 2135790"/>
                <a:gd name="connsiteY71" fmla="*/ 622387 h 931041"/>
                <a:gd name="connsiteX72" fmla="*/ 1016277 w 2135790"/>
                <a:gd name="connsiteY72" fmla="*/ 630216 h 931041"/>
                <a:gd name="connsiteX73" fmla="*/ 1043678 w 2135790"/>
                <a:gd name="connsiteY73" fmla="*/ 688932 h 931041"/>
                <a:gd name="connsiteX74" fmla="*/ 1024106 w 2135790"/>
                <a:gd name="connsiteY74" fmla="*/ 692846 h 931041"/>
                <a:gd name="connsiteX75" fmla="*/ 1074993 w 2135790"/>
                <a:gd name="connsiteY75" fmla="*/ 688932 h 931041"/>
                <a:gd name="connsiteX76" fmla="*/ 1086736 w 2135790"/>
                <a:gd name="connsiteY76" fmla="*/ 728075 h 931041"/>
                <a:gd name="connsiteX77" fmla="*/ 1188510 w 2135790"/>
                <a:gd name="connsiteY77" fmla="*/ 724161 h 931041"/>
                <a:gd name="connsiteX78" fmla="*/ 1118051 w 2135790"/>
                <a:gd name="connsiteY78" fmla="*/ 712418 h 931041"/>
                <a:gd name="connsiteX79" fmla="*/ 1165024 w 2135790"/>
                <a:gd name="connsiteY79" fmla="*/ 688932 h 931041"/>
                <a:gd name="connsiteX80" fmla="*/ 1172853 w 2135790"/>
                <a:gd name="connsiteY80" fmla="*/ 661531 h 931041"/>
                <a:gd name="connsiteX81" fmla="*/ 1141538 w 2135790"/>
                <a:gd name="connsiteY81" fmla="*/ 657616 h 931041"/>
                <a:gd name="connsiteX82" fmla="*/ 1149366 w 2135790"/>
                <a:gd name="connsiteY82" fmla="*/ 622387 h 931041"/>
                <a:gd name="connsiteX83" fmla="*/ 1184596 w 2135790"/>
                <a:gd name="connsiteY83" fmla="*/ 602815 h 931041"/>
                <a:gd name="connsiteX84" fmla="*/ 1227654 w 2135790"/>
                <a:gd name="connsiteY84" fmla="*/ 614558 h 931041"/>
                <a:gd name="connsiteX85" fmla="*/ 1211997 w 2135790"/>
                <a:gd name="connsiteY85" fmla="*/ 606729 h 931041"/>
                <a:gd name="connsiteX86" fmla="*/ 1239397 w 2135790"/>
                <a:gd name="connsiteY86" fmla="*/ 587158 h 931041"/>
                <a:gd name="connsiteX87" fmla="*/ 1258969 w 2135790"/>
                <a:gd name="connsiteY87" fmla="*/ 598901 h 931041"/>
                <a:gd name="connsiteX88" fmla="*/ 1211997 w 2135790"/>
                <a:gd name="connsiteY88" fmla="*/ 630216 h 931041"/>
                <a:gd name="connsiteX89" fmla="*/ 1227654 w 2135790"/>
                <a:gd name="connsiteY89" fmla="*/ 673274 h 931041"/>
                <a:gd name="connsiteX90" fmla="*/ 1270712 w 2135790"/>
                <a:gd name="connsiteY90" fmla="*/ 665445 h 931041"/>
                <a:gd name="connsiteX91" fmla="*/ 1278541 w 2135790"/>
                <a:gd name="connsiteY91" fmla="*/ 696760 h 931041"/>
                <a:gd name="connsiteX92" fmla="*/ 1321599 w 2135790"/>
                <a:gd name="connsiteY92" fmla="*/ 716332 h 931041"/>
                <a:gd name="connsiteX93" fmla="*/ 1313771 w 2135790"/>
                <a:gd name="connsiteY93" fmla="*/ 728075 h 931041"/>
                <a:gd name="connsiteX94" fmla="*/ 1345086 w 2135790"/>
                <a:gd name="connsiteY94" fmla="*/ 743733 h 931041"/>
                <a:gd name="connsiteX95" fmla="*/ 1313771 w 2135790"/>
                <a:gd name="connsiteY95" fmla="*/ 743733 h 931041"/>
                <a:gd name="connsiteX96" fmla="*/ 1329428 w 2135790"/>
                <a:gd name="connsiteY96" fmla="*/ 810277 h 931041"/>
                <a:gd name="connsiteX97" fmla="*/ 1356829 w 2135790"/>
                <a:gd name="connsiteY97" fmla="*/ 806363 h 931041"/>
                <a:gd name="connsiteX98" fmla="*/ 1337257 w 2135790"/>
                <a:gd name="connsiteY98" fmla="*/ 853336 h 931041"/>
                <a:gd name="connsiteX99" fmla="*/ 1337257 w 2135790"/>
                <a:gd name="connsiteY99" fmla="*/ 876822 h 931041"/>
                <a:gd name="connsiteX100" fmla="*/ 1384229 w 2135790"/>
                <a:gd name="connsiteY100" fmla="*/ 888565 h 931041"/>
                <a:gd name="connsiteX101" fmla="*/ 1364657 w 2135790"/>
                <a:gd name="connsiteY101" fmla="*/ 884651 h 931041"/>
                <a:gd name="connsiteX102" fmla="*/ 1345086 w 2135790"/>
                <a:gd name="connsiteY102" fmla="*/ 915966 h 931041"/>
                <a:gd name="connsiteX103" fmla="*/ 1431202 w 2135790"/>
                <a:gd name="connsiteY103" fmla="*/ 908137 h 931041"/>
                <a:gd name="connsiteX104" fmla="*/ 1454688 w 2135790"/>
                <a:gd name="connsiteY104" fmla="*/ 900308 h 931041"/>
                <a:gd name="connsiteX105" fmla="*/ 1454688 w 2135790"/>
                <a:gd name="connsiteY105" fmla="*/ 912051 h 931041"/>
                <a:gd name="connsiteX106" fmla="*/ 1505575 w 2135790"/>
                <a:gd name="connsiteY106" fmla="*/ 900308 h 931041"/>
                <a:gd name="connsiteX107" fmla="*/ 1517318 w 2135790"/>
                <a:gd name="connsiteY107" fmla="*/ 904223 h 931041"/>
                <a:gd name="connsiteX108" fmla="*/ 1517318 w 2135790"/>
                <a:gd name="connsiteY108" fmla="*/ 919880 h 931041"/>
                <a:gd name="connsiteX109" fmla="*/ 1607349 w 2135790"/>
                <a:gd name="connsiteY109" fmla="*/ 908137 h 931041"/>
                <a:gd name="connsiteX110" fmla="*/ 1611264 w 2135790"/>
                <a:gd name="connsiteY110" fmla="*/ 884651 h 931041"/>
                <a:gd name="connsiteX111" fmla="*/ 1650407 w 2135790"/>
                <a:gd name="connsiteY111" fmla="*/ 896394 h 931041"/>
                <a:gd name="connsiteX112" fmla="*/ 1634750 w 2135790"/>
                <a:gd name="connsiteY112" fmla="*/ 888565 h 931041"/>
                <a:gd name="connsiteX113" fmla="*/ 1669979 w 2135790"/>
                <a:gd name="connsiteY113" fmla="*/ 876822 h 931041"/>
                <a:gd name="connsiteX114" fmla="*/ 1713038 w 2135790"/>
                <a:gd name="connsiteY114" fmla="*/ 876822 h 931041"/>
                <a:gd name="connsiteX115" fmla="*/ 1720866 w 2135790"/>
                <a:gd name="connsiteY115" fmla="*/ 880736 h 931041"/>
                <a:gd name="connsiteX116" fmla="*/ 1689551 w 2135790"/>
                <a:gd name="connsiteY116" fmla="*/ 915966 h 931041"/>
                <a:gd name="connsiteX117" fmla="*/ 1673894 w 2135790"/>
                <a:gd name="connsiteY117" fmla="*/ 896394 h 931041"/>
                <a:gd name="connsiteX118" fmla="*/ 1673894 w 2135790"/>
                <a:gd name="connsiteY118" fmla="*/ 919880 h 931041"/>
                <a:gd name="connsiteX119" fmla="*/ 1329428 w 2135790"/>
                <a:gd name="connsiteY119" fmla="*/ 927709 h 931041"/>
                <a:gd name="connsiteX120" fmla="*/ 1321599 w 2135790"/>
                <a:gd name="connsiteY120" fmla="*/ 904223 h 931041"/>
                <a:gd name="connsiteX121" fmla="*/ 1321599 w 2135790"/>
                <a:gd name="connsiteY121" fmla="*/ 884651 h 931041"/>
                <a:gd name="connsiteX122" fmla="*/ 1313771 w 2135790"/>
                <a:gd name="connsiteY122" fmla="*/ 915966 h 931041"/>
                <a:gd name="connsiteX123" fmla="*/ 1223740 w 2135790"/>
                <a:gd name="connsiteY123" fmla="*/ 892479 h 931041"/>
                <a:gd name="connsiteX124" fmla="*/ 1180681 w 2135790"/>
                <a:gd name="connsiteY124" fmla="*/ 896394 h 931041"/>
                <a:gd name="connsiteX125" fmla="*/ 1133709 w 2135790"/>
                <a:gd name="connsiteY125" fmla="*/ 861164 h 931041"/>
                <a:gd name="connsiteX126" fmla="*/ 1110223 w 2135790"/>
                <a:gd name="connsiteY126" fmla="*/ 857250 h 931041"/>
                <a:gd name="connsiteX127" fmla="*/ 1172853 w 2135790"/>
                <a:gd name="connsiteY127" fmla="*/ 841592 h 931041"/>
                <a:gd name="connsiteX128" fmla="*/ 1157195 w 2135790"/>
                <a:gd name="connsiteY128" fmla="*/ 825935 h 931041"/>
                <a:gd name="connsiteX129" fmla="*/ 1074993 w 2135790"/>
                <a:gd name="connsiteY129" fmla="*/ 806363 h 931041"/>
                <a:gd name="connsiteX130" fmla="*/ 1016277 w 2135790"/>
                <a:gd name="connsiteY130" fmla="*/ 818106 h 931041"/>
                <a:gd name="connsiteX131" fmla="*/ 1031935 w 2135790"/>
                <a:gd name="connsiteY131" fmla="*/ 782877 h 931041"/>
                <a:gd name="connsiteX132" fmla="*/ 984962 w 2135790"/>
                <a:gd name="connsiteY132" fmla="*/ 782877 h 931041"/>
                <a:gd name="connsiteX133" fmla="*/ 992791 w 2135790"/>
                <a:gd name="connsiteY133" fmla="*/ 849421 h 931041"/>
                <a:gd name="connsiteX134" fmla="*/ 961476 w 2135790"/>
                <a:gd name="connsiteY134" fmla="*/ 853336 h 931041"/>
                <a:gd name="connsiteX135" fmla="*/ 977134 w 2135790"/>
                <a:gd name="connsiteY135" fmla="*/ 841592 h 931041"/>
                <a:gd name="connsiteX136" fmla="*/ 945818 w 2135790"/>
                <a:gd name="connsiteY136" fmla="*/ 837678 h 931041"/>
                <a:gd name="connsiteX137" fmla="*/ 937990 w 2135790"/>
                <a:gd name="connsiteY137" fmla="*/ 798534 h 931041"/>
                <a:gd name="connsiteX138" fmla="*/ 891017 w 2135790"/>
                <a:gd name="connsiteY138" fmla="*/ 775048 h 931041"/>
                <a:gd name="connsiteX139" fmla="*/ 922332 w 2135790"/>
                <a:gd name="connsiteY139" fmla="*/ 767219 h 931041"/>
                <a:gd name="connsiteX140" fmla="*/ 922332 w 2135790"/>
                <a:gd name="connsiteY140" fmla="*/ 735904 h 931041"/>
                <a:gd name="connsiteX141" fmla="*/ 883188 w 2135790"/>
                <a:gd name="connsiteY141" fmla="*/ 731990 h 931041"/>
                <a:gd name="connsiteX142" fmla="*/ 945818 w 2135790"/>
                <a:gd name="connsiteY142" fmla="*/ 720247 h 931041"/>
                <a:gd name="connsiteX143" fmla="*/ 945818 w 2135790"/>
                <a:gd name="connsiteY143" fmla="*/ 688932 h 931041"/>
                <a:gd name="connsiteX144" fmla="*/ 906675 w 2135790"/>
                <a:gd name="connsiteY144" fmla="*/ 685017 h 931041"/>
                <a:gd name="connsiteX145" fmla="*/ 945818 w 2135790"/>
                <a:gd name="connsiteY145" fmla="*/ 657616 h 931041"/>
                <a:gd name="connsiteX146" fmla="*/ 902760 w 2135790"/>
                <a:gd name="connsiteY146" fmla="*/ 649788 h 931041"/>
                <a:gd name="connsiteX147" fmla="*/ 898846 w 2135790"/>
                <a:gd name="connsiteY147" fmla="*/ 602815 h 931041"/>
                <a:gd name="connsiteX148" fmla="*/ 859702 w 2135790"/>
                <a:gd name="connsiteY148" fmla="*/ 598901 h 931041"/>
                <a:gd name="connsiteX149" fmla="*/ 859702 w 2135790"/>
                <a:gd name="connsiteY149" fmla="*/ 579329 h 931041"/>
                <a:gd name="connsiteX150" fmla="*/ 820558 w 2135790"/>
                <a:gd name="connsiteY150" fmla="*/ 571500 h 931041"/>
                <a:gd name="connsiteX151" fmla="*/ 620925 w 2135790"/>
                <a:gd name="connsiteY151" fmla="*/ 571500 h 931041"/>
                <a:gd name="connsiteX152" fmla="*/ 511322 w 2135790"/>
                <a:gd name="connsiteY152" fmla="*/ 618473 h 931041"/>
                <a:gd name="connsiteX153" fmla="*/ 452606 w 2135790"/>
                <a:gd name="connsiteY153" fmla="*/ 618473 h 931041"/>
                <a:gd name="connsiteX154" fmla="*/ 468264 w 2135790"/>
                <a:gd name="connsiteY154" fmla="*/ 626301 h 931041"/>
                <a:gd name="connsiteX155" fmla="*/ 378233 w 2135790"/>
                <a:gd name="connsiteY155" fmla="*/ 641959 h 931041"/>
                <a:gd name="connsiteX156" fmla="*/ 374318 w 2135790"/>
                <a:gd name="connsiteY156" fmla="*/ 610644 h 931041"/>
                <a:gd name="connsiteX157" fmla="*/ 327346 w 2135790"/>
                <a:gd name="connsiteY157" fmla="*/ 610644 h 931041"/>
                <a:gd name="connsiteX158" fmla="*/ 335175 w 2135790"/>
                <a:gd name="connsiteY158" fmla="*/ 579329 h 931041"/>
                <a:gd name="connsiteX159" fmla="*/ 386062 w 2135790"/>
                <a:gd name="connsiteY159" fmla="*/ 602815 h 931041"/>
                <a:gd name="connsiteX160" fmla="*/ 530894 w 2135790"/>
                <a:gd name="connsiteY160" fmla="*/ 579329 h 931041"/>
                <a:gd name="connsiteX161" fmla="*/ 436949 w 2135790"/>
                <a:gd name="connsiteY161" fmla="*/ 548014 h 931041"/>
                <a:gd name="connsiteX162" fmla="*/ 413462 w 2135790"/>
                <a:gd name="connsiteY162" fmla="*/ 579329 h 931041"/>
                <a:gd name="connsiteX163" fmla="*/ 397805 w 2135790"/>
                <a:gd name="connsiteY163" fmla="*/ 438411 h 931041"/>
                <a:gd name="connsiteX164" fmla="*/ 421291 w 2135790"/>
                <a:gd name="connsiteY164" fmla="*/ 430582 h 931041"/>
                <a:gd name="connsiteX165" fmla="*/ 382147 w 2135790"/>
                <a:gd name="connsiteY165" fmla="*/ 422753 h 931041"/>
                <a:gd name="connsiteX166" fmla="*/ 374318 w 2135790"/>
                <a:gd name="connsiteY166" fmla="*/ 477555 h 931041"/>
                <a:gd name="connsiteX167" fmla="*/ 327346 w 2135790"/>
                <a:gd name="connsiteY167" fmla="*/ 477555 h 931041"/>
                <a:gd name="connsiteX168" fmla="*/ 327346 w 2135790"/>
                <a:gd name="connsiteY168" fmla="*/ 508870 h 931041"/>
                <a:gd name="connsiteX169" fmla="*/ 374318 w 2135790"/>
                <a:gd name="connsiteY169" fmla="*/ 508870 h 931041"/>
                <a:gd name="connsiteX170" fmla="*/ 374318 w 2135790"/>
                <a:gd name="connsiteY170" fmla="*/ 548014 h 931041"/>
                <a:gd name="connsiteX171" fmla="*/ 335175 w 2135790"/>
                <a:gd name="connsiteY171" fmla="*/ 555842 h 931041"/>
                <a:gd name="connsiteX172" fmla="*/ 268630 w 2135790"/>
                <a:gd name="connsiteY172" fmla="*/ 555842 h 931041"/>
                <a:gd name="connsiteX173" fmla="*/ 202086 w 2135790"/>
                <a:gd name="connsiteY173" fmla="*/ 536271 h 931041"/>
                <a:gd name="connsiteX174" fmla="*/ 186428 w 2135790"/>
                <a:gd name="connsiteY174" fmla="*/ 512784 h 931041"/>
                <a:gd name="connsiteX175" fmla="*/ 245144 w 2135790"/>
                <a:gd name="connsiteY175" fmla="*/ 524527 h 931041"/>
                <a:gd name="connsiteX176" fmla="*/ 256887 w 2135790"/>
                <a:gd name="connsiteY176" fmla="*/ 516699 h 931041"/>
                <a:gd name="connsiteX177" fmla="*/ 241229 w 2135790"/>
                <a:gd name="connsiteY177" fmla="*/ 501041 h 931041"/>
                <a:gd name="connsiteX178" fmla="*/ 280373 w 2135790"/>
                <a:gd name="connsiteY178" fmla="*/ 493212 h 931041"/>
                <a:gd name="connsiteX179" fmla="*/ 280373 w 2135790"/>
                <a:gd name="connsiteY179" fmla="*/ 454069 h 931041"/>
                <a:gd name="connsiteX180" fmla="*/ 209914 w 2135790"/>
                <a:gd name="connsiteY180" fmla="*/ 438411 h 931041"/>
                <a:gd name="connsiteX181" fmla="*/ 194257 w 2135790"/>
                <a:gd name="connsiteY181" fmla="*/ 399267 h 931041"/>
                <a:gd name="connsiteX182" fmla="*/ 186428 w 2135790"/>
                <a:gd name="connsiteY182" fmla="*/ 461897 h 931041"/>
                <a:gd name="connsiteX183" fmla="*/ 162942 w 2135790"/>
                <a:gd name="connsiteY183" fmla="*/ 461897 h 931041"/>
                <a:gd name="connsiteX184" fmla="*/ 155113 w 2135790"/>
                <a:gd name="connsiteY184" fmla="*/ 407096 h 931041"/>
                <a:gd name="connsiteX185" fmla="*/ 139455 w 2135790"/>
                <a:gd name="connsiteY185" fmla="*/ 426668 h 931041"/>
                <a:gd name="connsiteX186" fmla="*/ 147284 w 2135790"/>
                <a:gd name="connsiteY186" fmla="*/ 465812 h 931041"/>
                <a:gd name="connsiteX187" fmla="*/ 100312 w 2135790"/>
                <a:gd name="connsiteY187" fmla="*/ 446240 h 931041"/>
                <a:gd name="connsiteX188" fmla="*/ 84654 w 2135790"/>
                <a:gd name="connsiteY188" fmla="*/ 411010 h 931041"/>
                <a:gd name="connsiteX189" fmla="*/ 100312 w 2135790"/>
                <a:gd name="connsiteY189" fmla="*/ 399267 h 931041"/>
                <a:gd name="connsiteX190" fmla="*/ 108140 w 2135790"/>
                <a:gd name="connsiteY190" fmla="*/ 414925 h 931041"/>
                <a:gd name="connsiteX191" fmla="*/ 84654 w 2135790"/>
                <a:gd name="connsiteY191" fmla="*/ 391438 h 931041"/>
                <a:gd name="connsiteX192" fmla="*/ 108140 w 2135790"/>
                <a:gd name="connsiteY192" fmla="*/ 360123 h 931041"/>
                <a:gd name="connsiteX193" fmla="*/ 186428 w 2135790"/>
                <a:gd name="connsiteY193" fmla="*/ 281836 h 931041"/>
                <a:gd name="connsiteX194" fmla="*/ 209914 w 2135790"/>
                <a:gd name="connsiteY194" fmla="*/ 281836 h 931041"/>
                <a:gd name="connsiteX195" fmla="*/ 209914 w 2135790"/>
                <a:gd name="connsiteY195" fmla="*/ 320979 h 931041"/>
                <a:gd name="connsiteX196" fmla="*/ 233401 w 2135790"/>
                <a:gd name="connsiteY196" fmla="*/ 320979 h 931041"/>
                <a:gd name="connsiteX197" fmla="*/ 217743 w 2135790"/>
                <a:gd name="connsiteY197" fmla="*/ 367952 h 931041"/>
                <a:gd name="connsiteX198" fmla="*/ 229486 w 2135790"/>
                <a:gd name="connsiteY198" fmla="*/ 375781 h 931041"/>
                <a:gd name="connsiteX199" fmla="*/ 280373 w 2135790"/>
                <a:gd name="connsiteY199" fmla="*/ 360123 h 931041"/>
                <a:gd name="connsiteX200" fmla="*/ 280373 w 2135790"/>
                <a:gd name="connsiteY200" fmla="*/ 320979 h 931041"/>
                <a:gd name="connsiteX201" fmla="*/ 241229 w 2135790"/>
                <a:gd name="connsiteY201" fmla="*/ 320979 h 931041"/>
                <a:gd name="connsiteX202" fmla="*/ 186428 w 2135790"/>
                <a:gd name="connsiteY202" fmla="*/ 266178 h 931041"/>
                <a:gd name="connsiteX203" fmla="*/ 186428 w 2135790"/>
                <a:gd name="connsiteY203" fmla="*/ 234863 h 931041"/>
                <a:gd name="connsiteX204" fmla="*/ 147284 w 2135790"/>
                <a:gd name="connsiteY204" fmla="*/ 234863 h 931041"/>
                <a:gd name="connsiteX205" fmla="*/ 143370 w 2135790"/>
                <a:gd name="connsiteY205" fmla="*/ 258349 h 931041"/>
                <a:gd name="connsiteX206" fmla="*/ 68997 w 2135790"/>
                <a:gd name="connsiteY206" fmla="*/ 133089 h 931041"/>
                <a:gd name="connsiteX207" fmla="*/ 57253 w 2135790"/>
                <a:gd name="connsiteY207" fmla="*/ 140918 h 931041"/>
                <a:gd name="connsiteX208" fmla="*/ 25938 w 2135790"/>
                <a:gd name="connsiteY208" fmla="*/ 101774 h 931041"/>
                <a:gd name="connsiteX209" fmla="*/ 2452 w 2135790"/>
                <a:gd name="connsiteY209" fmla="*/ 101774 h 931041"/>
                <a:gd name="connsiteX210" fmla="*/ 14195 w 2135790"/>
                <a:gd name="connsiteY210" fmla="*/ 66545 h 931041"/>
                <a:gd name="connsiteX211" fmla="*/ 6366 w 2135790"/>
                <a:gd name="connsiteY211" fmla="*/ 58716 h 931041"/>
                <a:gd name="connsiteX212" fmla="*/ 53339 w 2135790"/>
                <a:gd name="connsiteY212" fmla="*/ 54801 h 931041"/>
                <a:gd name="connsiteX213" fmla="*/ 80740 w 2135790"/>
                <a:gd name="connsiteY213" fmla="*/ 109603 h 931041"/>
                <a:gd name="connsiteX214" fmla="*/ 108140 w 2135790"/>
                <a:gd name="connsiteY214" fmla="*/ 90031 h 931041"/>
                <a:gd name="connsiteX215" fmla="*/ 104226 w 2135790"/>
                <a:gd name="connsiteY215" fmla="*/ 125260 h 931041"/>
                <a:gd name="connsiteX216" fmla="*/ 139455 w 2135790"/>
                <a:gd name="connsiteY216" fmla="*/ 156575 h 931041"/>
                <a:gd name="connsiteX217" fmla="*/ 155113 w 2135790"/>
                <a:gd name="connsiteY217" fmla="*/ 148747 h 931041"/>
                <a:gd name="connsiteX218" fmla="*/ 162942 w 2135790"/>
                <a:gd name="connsiteY218" fmla="*/ 187890 h 931041"/>
                <a:gd name="connsiteX219" fmla="*/ 151199 w 2135790"/>
                <a:gd name="connsiteY219" fmla="*/ 219205 h 931041"/>
                <a:gd name="connsiteX220" fmla="*/ 155113 w 2135790"/>
                <a:gd name="connsiteY220" fmla="*/ 207462 h 931041"/>
                <a:gd name="connsiteX221" fmla="*/ 186428 w 2135790"/>
                <a:gd name="connsiteY221" fmla="*/ 183976 h 931041"/>
                <a:gd name="connsiteX222" fmla="*/ 206000 w 2135790"/>
                <a:gd name="connsiteY222" fmla="*/ 172233 h 931041"/>
                <a:gd name="connsiteX223" fmla="*/ 217743 w 2135790"/>
                <a:gd name="connsiteY223" fmla="*/ 168319 h 931041"/>
                <a:gd name="connsiteX224" fmla="*/ 217743 w 2135790"/>
                <a:gd name="connsiteY224" fmla="*/ 144832 h 931041"/>
                <a:gd name="connsiteX225" fmla="*/ 174685 w 2135790"/>
                <a:gd name="connsiteY225" fmla="*/ 109603 h 931041"/>
                <a:gd name="connsiteX226" fmla="*/ 139455 w 2135790"/>
                <a:gd name="connsiteY226" fmla="*/ 133089 h 931041"/>
                <a:gd name="connsiteX227" fmla="*/ 159027 w 2135790"/>
                <a:gd name="connsiteY227" fmla="*/ 125260 h 931041"/>
                <a:gd name="connsiteX228" fmla="*/ 155113 w 2135790"/>
                <a:gd name="connsiteY228" fmla="*/ 90031 h 931041"/>
                <a:gd name="connsiteX229" fmla="*/ 178599 w 2135790"/>
                <a:gd name="connsiteY229" fmla="*/ 62630 h 931041"/>
                <a:gd name="connsiteX230" fmla="*/ 249058 w 2135790"/>
                <a:gd name="connsiteY230" fmla="*/ 82202 h 931041"/>
                <a:gd name="connsiteX231" fmla="*/ 252973 w 2135790"/>
                <a:gd name="connsiteY231" fmla="*/ 109603 h 931041"/>
                <a:gd name="connsiteX232" fmla="*/ 225572 w 2135790"/>
                <a:gd name="connsiteY232" fmla="*/ 129175 h 931041"/>
                <a:gd name="connsiteX233" fmla="*/ 280373 w 2135790"/>
                <a:gd name="connsiteY233" fmla="*/ 140918 h 931041"/>
                <a:gd name="connsiteX234" fmla="*/ 288202 w 2135790"/>
                <a:gd name="connsiteY234" fmla="*/ 105688 h 931041"/>
                <a:gd name="connsiteX235" fmla="*/ 264716 w 2135790"/>
                <a:gd name="connsiteY235" fmla="*/ 97860 h 931041"/>
                <a:gd name="connsiteX236" fmla="*/ 397805 w 2135790"/>
                <a:gd name="connsiteY236" fmla="*/ 90031 h 931041"/>
                <a:gd name="connsiteX237" fmla="*/ 397805 w 2135790"/>
                <a:gd name="connsiteY237" fmla="*/ 137003 h 931041"/>
                <a:gd name="connsiteX238" fmla="*/ 605267 w 2135790"/>
                <a:gd name="connsiteY238" fmla="*/ 140918 h 931041"/>
                <a:gd name="connsiteX239" fmla="*/ 648325 w 2135790"/>
                <a:gd name="connsiteY239" fmla="*/ 152661 h 931041"/>
                <a:gd name="connsiteX240" fmla="*/ 699212 w 2135790"/>
                <a:gd name="connsiteY240" fmla="*/ 156575 h 931041"/>
                <a:gd name="connsiteX241" fmla="*/ 726613 w 2135790"/>
                <a:gd name="connsiteY241" fmla="*/ 125260 h 931041"/>
                <a:gd name="connsiteX242" fmla="*/ 648325 w 2135790"/>
                <a:gd name="connsiteY242" fmla="*/ 121346 h 931041"/>
                <a:gd name="connsiteX243" fmla="*/ 648325 w 2135790"/>
                <a:gd name="connsiteY243" fmla="*/ 97860 h 931041"/>
                <a:gd name="connsiteX244" fmla="*/ 726613 w 2135790"/>
                <a:gd name="connsiteY244" fmla="*/ 90031 h 931041"/>
                <a:gd name="connsiteX245" fmla="*/ 726613 w 2135790"/>
                <a:gd name="connsiteY245" fmla="*/ 117432 h 931041"/>
                <a:gd name="connsiteX246" fmla="*/ 750099 w 2135790"/>
                <a:gd name="connsiteY246" fmla="*/ 113517 h 931041"/>
                <a:gd name="connsiteX247" fmla="*/ 742270 w 2135790"/>
                <a:gd name="connsiteY247" fmla="*/ 137003 h 931041"/>
                <a:gd name="connsiteX248" fmla="*/ 773586 w 2135790"/>
                <a:gd name="connsiteY248" fmla="*/ 164404 h 931041"/>
                <a:gd name="connsiteX249" fmla="*/ 695298 w 2135790"/>
                <a:gd name="connsiteY249" fmla="*/ 199634 h 931041"/>
                <a:gd name="connsiteX250" fmla="*/ 804901 w 2135790"/>
                <a:gd name="connsiteY250" fmla="*/ 227034 h 931041"/>
                <a:gd name="connsiteX251" fmla="*/ 898846 w 2135790"/>
                <a:gd name="connsiteY251" fmla="*/ 180062 h 931041"/>
                <a:gd name="connsiteX252" fmla="*/ 898846 w 2135790"/>
                <a:gd name="connsiteY252" fmla="*/ 156575 h 931041"/>
                <a:gd name="connsiteX253" fmla="*/ 945818 w 2135790"/>
                <a:gd name="connsiteY253" fmla="*/ 164404 h 931041"/>
                <a:gd name="connsiteX254" fmla="*/ 922332 w 2135790"/>
                <a:gd name="connsiteY254" fmla="*/ 172233 h 931041"/>
                <a:gd name="connsiteX255" fmla="*/ 922332 w 2135790"/>
                <a:gd name="connsiteY255" fmla="*/ 203548 h 931041"/>
                <a:gd name="connsiteX256" fmla="*/ 973219 w 2135790"/>
                <a:gd name="connsiteY256" fmla="*/ 187890 h 931041"/>
                <a:gd name="connsiteX257" fmla="*/ 984962 w 2135790"/>
                <a:gd name="connsiteY257" fmla="*/ 195719 h 931041"/>
                <a:gd name="connsiteX258" fmla="*/ 969305 w 2135790"/>
                <a:gd name="connsiteY258" fmla="*/ 211377 h 931041"/>
                <a:gd name="connsiteX259" fmla="*/ 992791 w 2135790"/>
                <a:gd name="connsiteY259" fmla="*/ 246606 h 931041"/>
                <a:gd name="connsiteX260" fmla="*/ 1031935 w 2135790"/>
                <a:gd name="connsiteY260" fmla="*/ 254435 h 931041"/>
                <a:gd name="connsiteX261" fmla="*/ 1024106 w 2135790"/>
                <a:gd name="connsiteY261" fmla="*/ 262264 h 931041"/>
                <a:gd name="connsiteX262" fmla="*/ 1067164 w 2135790"/>
                <a:gd name="connsiteY262" fmla="*/ 281836 h 931041"/>
                <a:gd name="connsiteX263" fmla="*/ 1180681 w 2135790"/>
                <a:gd name="connsiteY263" fmla="*/ 277921 h 931041"/>
                <a:gd name="connsiteX264" fmla="*/ 1243312 w 2135790"/>
                <a:gd name="connsiteY264" fmla="*/ 328808 h 931041"/>
                <a:gd name="connsiteX265" fmla="*/ 1251140 w 2135790"/>
                <a:gd name="connsiteY265" fmla="*/ 360123 h 931041"/>
                <a:gd name="connsiteX266" fmla="*/ 1274627 w 2135790"/>
                <a:gd name="connsiteY266" fmla="*/ 352295 h 931041"/>
                <a:gd name="connsiteX267" fmla="*/ 1204168 w 2135790"/>
                <a:gd name="connsiteY267" fmla="*/ 289664 h 931041"/>
                <a:gd name="connsiteX268" fmla="*/ 1204168 w 2135790"/>
                <a:gd name="connsiteY268" fmla="*/ 266178 h 931041"/>
                <a:gd name="connsiteX269" fmla="*/ 1274627 w 2135790"/>
                <a:gd name="connsiteY269" fmla="*/ 289664 h 931041"/>
                <a:gd name="connsiteX270" fmla="*/ 1278541 w 2135790"/>
                <a:gd name="connsiteY270" fmla="*/ 313151 h 931041"/>
                <a:gd name="connsiteX271" fmla="*/ 1298113 w 2135790"/>
                <a:gd name="connsiteY271" fmla="*/ 313151 h 931041"/>
                <a:gd name="connsiteX272" fmla="*/ 1274627 w 2135790"/>
                <a:gd name="connsiteY272" fmla="*/ 328808 h 931041"/>
                <a:gd name="connsiteX273" fmla="*/ 1286370 w 2135790"/>
                <a:gd name="connsiteY273" fmla="*/ 336637 h 931041"/>
                <a:gd name="connsiteX274" fmla="*/ 1388144 w 2135790"/>
                <a:gd name="connsiteY274" fmla="*/ 344466 h 931041"/>
                <a:gd name="connsiteX275" fmla="*/ 1384229 w 2135790"/>
                <a:gd name="connsiteY275" fmla="*/ 317065 h 931041"/>
                <a:gd name="connsiteX276" fmla="*/ 1407716 w 2135790"/>
                <a:gd name="connsiteY276" fmla="*/ 305322 h 931041"/>
                <a:gd name="connsiteX277" fmla="*/ 1399887 w 2135790"/>
                <a:gd name="connsiteY277" fmla="*/ 293579 h 931041"/>
                <a:gd name="connsiteX278" fmla="*/ 1442945 w 2135790"/>
                <a:gd name="connsiteY278" fmla="*/ 320979 h 931041"/>
                <a:gd name="connsiteX279" fmla="*/ 1439031 w 2135790"/>
                <a:gd name="connsiteY279" fmla="*/ 301408 h 931041"/>
                <a:gd name="connsiteX280" fmla="*/ 1478175 w 2135790"/>
                <a:gd name="connsiteY280" fmla="*/ 297493 h 931041"/>
                <a:gd name="connsiteX281" fmla="*/ 1446860 w 2135790"/>
                <a:gd name="connsiteY281" fmla="*/ 277921 h 931041"/>
                <a:gd name="connsiteX282" fmla="*/ 1450774 w 2135790"/>
                <a:gd name="connsiteY282" fmla="*/ 258349 h 931041"/>
                <a:gd name="connsiteX283" fmla="*/ 1376401 w 2135790"/>
                <a:gd name="connsiteY283" fmla="*/ 277921 h 931041"/>
                <a:gd name="connsiteX284" fmla="*/ 1376401 w 2135790"/>
                <a:gd name="connsiteY284" fmla="*/ 230949 h 931041"/>
                <a:gd name="connsiteX285" fmla="*/ 1337257 w 2135790"/>
                <a:gd name="connsiteY285" fmla="*/ 215291 h 931041"/>
                <a:gd name="connsiteX286" fmla="*/ 1341171 w 2135790"/>
                <a:gd name="connsiteY286" fmla="*/ 195719 h 931041"/>
                <a:gd name="connsiteX287" fmla="*/ 1313771 w 2135790"/>
                <a:gd name="connsiteY287" fmla="*/ 199634 h 931041"/>
                <a:gd name="connsiteX288" fmla="*/ 1305942 w 2135790"/>
                <a:gd name="connsiteY288" fmla="*/ 176147 h 931041"/>
                <a:gd name="connsiteX289" fmla="*/ 1317685 w 2135790"/>
                <a:gd name="connsiteY289" fmla="*/ 156575 h 931041"/>
                <a:gd name="connsiteX290" fmla="*/ 1266798 w 2135790"/>
                <a:gd name="connsiteY290" fmla="*/ 156575 h 931041"/>
                <a:gd name="connsiteX291" fmla="*/ 1231568 w 2135790"/>
                <a:gd name="connsiteY291" fmla="*/ 180062 h 931041"/>
                <a:gd name="connsiteX292" fmla="*/ 1231568 w 2135790"/>
                <a:gd name="connsiteY292" fmla="*/ 93945 h 931041"/>
                <a:gd name="connsiteX293" fmla="*/ 1274627 w 2135790"/>
                <a:gd name="connsiteY293" fmla="*/ 93945 h 931041"/>
                <a:gd name="connsiteX294" fmla="*/ 1274627 w 2135790"/>
                <a:gd name="connsiteY294" fmla="*/ 70459 h 931041"/>
                <a:gd name="connsiteX295" fmla="*/ 1302027 w 2135790"/>
                <a:gd name="connsiteY295" fmla="*/ 78288 h 931041"/>
                <a:gd name="connsiteX296" fmla="*/ 1305942 w 2135790"/>
                <a:gd name="connsiteY296" fmla="*/ 0 h 93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2135790" h="931041">
                  <a:moveTo>
                    <a:pt x="1305942" y="0"/>
                  </a:moveTo>
                  <a:cubicBezTo>
                    <a:pt x="1314178" y="32505"/>
                    <a:pt x="1320707" y="66427"/>
                    <a:pt x="1325514" y="101774"/>
                  </a:cubicBezTo>
                  <a:cubicBezTo>
                    <a:pt x="1346495" y="188016"/>
                    <a:pt x="1399989" y="238903"/>
                    <a:pt x="1486003" y="254435"/>
                  </a:cubicBezTo>
                  <a:cubicBezTo>
                    <a:pt x="1648090" y="261700"/>
                    <a:pt x="1809887" y="259093"/>
                    <a:pt x="1971387" y="246606"/>
                  </a:cubicBezTo>
                  <a:cubicBezTo>
                    <a:pt x="2027104" y="228678"/>
                    <a:pt x="2066248" y="193449"/>
                    <a:pt x="2088818" y="140918"/>
                  </a:cubicBezTo>
                  <a:cubicBezTo>
                    <a:pt x="2097712" y="161515"/>
                    <a:pt x="2113369" y="175865"/>
                    <a:pt x="2135791" y="183976"/>
                  </a:cubicBezTo>
                  <a:cubicBezTo>
                    <a:pt x="2119766" y="192376"/>
                    <a:pt x="2104108" y="201505"/>
                    <a:pt x="2088818" y="211377"/>
                  </a:cubicBezTo>
                  <a:cubicBezTo>
                    <a:pt x="2083190" y="227168"/>
                    <a:pt x="2074053" y="240210"/>
                    <a:pt x="2061418" y="250521"/>
                  </a:cubicBezTo>
                  <a:cubicBezTo>
                    <a:pt x="1994529" y="258623"/>
                    <a:pt x="1926677" y="269059"/>
                    <a:pt x="1857870" y="281836"/>
                  </a:cubicBezTo>
                  <a:cubicBezTo>
                    <a:pt x="1820699" y="272950"/>
                    <a:pt x="1782862" y="271643"/>
                    <a:pt x="1744353" y="277921"/>
                  </a:cubicBezTo>
                  <a:cubicBezTo>
                    <a:pt x="1775558" y="281828"/>
                    <a:pt x="1806873" y="283135"/>
                    <a:pt x="1838298" y="281836"/>
                  </a:cubicBezTo>
                  <a:cubicBezTo>
                    <a:pt x="1838916" y="293031"/>
                    <a:pt x="1836309" y="303474"/>
                    <a:pt x="1830469" y="313151"/>
                  </a:cubicBezTo>
                  <a:cubicBezTo>
                    <a:pt x="1842729" y="308759"/>
                    <a:pt x="1853165" y="313981"/>
                    <a:pt x="1861784" y="328808"/>
                  </a:cubicBezTo>
                  <a:cubicBezTo>
                    <a:pt x="1859177" y="336637"/>
                    <a:pt x="1853955" y="341859"/>
                    <a:pt x="1846127" y="344466"/>
                  </a:cubicBezTo>
                  <a:cubicBezTo>
                    <a:pt x="1820824" y="333122"/>
                    <a:pt x="1794731" y="323985"/>
                    <a:pt x="1767839" y="317065"/>
                  </a:cubicBezTo>
                  <a:cubicBezTo>
                    <a:pt x="1781164" y="303615"/>
                    <a:pt x="1795514" y="302308"/>
                    <a:pt x="1810897" y="313151"/>
                  </a:cubicBezTo>
                  <a:cubicBezTo>
                    <a:pt x="1827064" y="298417"/>
                    <a:pt x="1823149" y="290588"/>
                    <a:pt x="1799154" y="289664"/>
                  </a:cubicBezTo>
                  <a:cubicBezTo>
                    <a:pt x="1779269" y="293736"/>
                    <a:pt x="1759697" y="298957"/>
                    <a:pt x="1740438" y="305322"/>
                  </a:cubicBezTo>
                  <a:cubicBezTo>
                    <a:pt x="1728296" y="300985"/>
                    <a:pt x="1716553" y="295771"/>
                    <a:pt x="1705209" y="289664"/>
                  </a:cubicBezTo>
                  <a:cubicBezTo>
                    <a:pt x="1674168" y="288107"/>
                    <a:pt x="1642853" y="288107"/>
                    <a:pt x="1611264" y="289664"/>
                  </a:cubicBezTo>
                  <a:cubicBezTo>
                    <a:pt x="1627477" y="310309"/>
                    <a:pt x="1647049" y="318138"/>
                    <a:pt x="1669979" y="313151"/>
                  </a:cubicBezTo>
                  <a:cubicBezTo>
                    <a:pt x="1679280" y="321473"/>
                    <a:pt x="1683194" y="331916"/>
                    <a:pt x="1681723" y="344466"/>
                  </a:cubicBezTo>
                  <a:cubicBezTo>
                    <a:pt x="1671373" y="345797"/>
                    <a:pt x="1662237" y="343189"/>
                    <a:pt x="1654322" y="336637"/>
                  </a:cubicBezTo>
                  <a:cubicBezTo>
                    <a:pt x="1650619" y="354479"/>
                    <a:pt x="1642790" y="370136"/>
                    <a:pt x="1630836" y="383610"/>
                  </a:cubicBezTo>
                  <a:cubicBezTo>
                    <a:pt x="1626749" y="363881"/>
                    <a:pt x="1626749" y="343010"/>
                    <a:pt x="1630836" y="320979"/>
                  </a:cubicBezTo>
                  <a:cubicBezTo>
                    <a:pt x="1613072" y="307131"/>
                    <a:pt x="1594808" y="301916"/>
                    <a:pt x="1576034" y="305322"/>
                  </a:cubicBezTo>
                  <a:cubicBezTo>
                    <a:pt x="1576637" y="295630"/>
                    <a:pt x="1575338" y="287801"/>
                    <a:pt x="1572120" y="281836"/>
                  </a:cubicBezTo>
                  <a:cubicBezTo>
                    <a:pt x="1565340" y="298135"/>
                    <a:pt x="1553597" y="308571"/>
                    <a:pt x="1536890" y="313151"/>
                  </a:cubicBezTo>
                  <a:cubicBezTo>
                    <a:pt x="1526510" y="311154"/>
                    <a:pt x="1518681" y="305933"/>
                    <a:pt x="1513404" y="297493"/>
                  </a:cubicBezTo>
                  <a:cubicBezTo>
                    <a:pt x="1505051" y="302903"/>
                    <a:pt x="1495915" y="306817"/>
                    <a:pt x="1486003" y="309236"/>
                  </a:cubicBezTo>
                  <a:cubicBezTo>
                    <a:pt x="1503728" y="319085"/>
                    <a:pt x="1522000" y="328221"/>
                    <a:pt x="1540805" y="336637"/>
                  </a:cubicBezTo>
                  <a:cubicBezTo>
                    <a:pt x="1536890" y="339244"/>
                    <a:pt x="1532976" y="341859"/>
                    <a:pt x="1529062" y="344466"/>
                  </a:cubicBezTo>
                  <a:cubicBezTo>
                    <a:pt x="1504605" y="334069"/>
                    <a:pt x="1479819" y="326240"/>
                    <a:pt x="1454688" y="320979"/>
                  </a:cubicBezTo>
                  <a:cubicBezTo>
                    <a:pt x="1454688" y="328808"/>
                    <a:pt x="1454688" y="336637"/>
                    <a:pt x="1454688" y="344466"/>
                  </a:cubicBezTo>
                  <a:cubicBezTo>
                    <a:pt x="1438326" y="344074"/>
                    <a:pt x="1427890" y="351903"/>
                    <a:pt x="1423373" y="367952"/>
                  </a:cubicBezTo>
                  <a:cubicBezTo>
                    <a:pt x="1436173" y="377198"/>
                    <a:pt x="1449224" y="377198"/>
                    <a:pt x="1462517" y="367952"/>
                  </a:cubicBezTo>
                  <a:cubicBezTo>
                    <a:pt x="1483201" y="397435"/>
                    <a:pt x="1505380" y="397435"/>
                    <a:pt x="1529062" y="367952"/>
                  </a:cubicBezTo>
                  <a:cubicBezTo>
                    <a:pt x="1534283" y="373174"/>
                    <a:pt x="1534283" y="378388"/>
                    <a:pt x="1529062" y="383610"/>
                  </a:cubicBezTo>
                  <a:cubicBezTo>
                    <a:pt x="1519236" y="389176"/>
                    <a:pt x="1510108" y="395697"/>
                    <a:pt x="1501661" y="403182"/>
                  </a:cubicBezTo>
                  <a:cubicBezTo>
                    <a:pt x="1519925" y="405789"/>
                    <a:pt x="1538198" y="408403"/>
                    <a:pt x="1556462" y="411010"/>
                  </a:cubicBezTo>
                  <a:cubicBezTo>
                    <a:pt x="1544899" y="425759"/>
                    <a:pt x="1534463" y="441417"/>
                    <a:pt x="1525147" y="457983"/>
                  </a:cubicBezTo>
                  <a:cubicBezTo>
                    <a:pt x="1539920" y="459259"/>
                    <a:pt x="1551663" y="452730"/>
                    <a:pt x="1560377" y="438411"/>
                  </a:cubicBezTo>
                  <a:cubicBezTo>
                    <a:pt x="1571658" y="449136"/>
                    <a:pt x="1584708" y="456965"/>
                    <a:pt x="1599521" y="461897"/>
                  </a:cubicBezTo>
                  <a:cubicBezTo>
                    <a:pt x="1603302" y="454476"/>
                    <a:pt x="1604601" y="446647"/>
                    <a:pt x="1603435" y="438411"/>
                  </a:cubicBezTo>
                  <a:cubicBezTo>
                    <a:pt x="1627688" y="437730"/>
                    <a:pt x="1630303" y="441644"/>
                    <a:pt x="1611264" y="450154"/>
                  </a:cubicBezTo>
                  <a:cubicBezTo>
                    <a:pt x="1642947" y="471855"/>
                    <a:pt x="1637725" y="483598"/>
                    <a:pt x="1595606" y="485384"/>
                  </a:cubicBezTo>
                  <a:cubicBezTo>
                    <a:pt x="1590001" y="479035"/>
                    <a:pt x="1583472" y="473812"/>
                    <a:pt x="1576034" y="469726"/>
                  </a:cubicBezTo>
                  <a:cubicBezTo>
                    <a:pt x="1557793" y="481806"/>
                    <a:pt x="1538221" y="485720"/>
                    <a:pt x="1517318" y="481469"/>
                  </a:cubicBezTo>
                  <a:cubicBezTo>
                    <a:pt x="1526682" y="476349"/>
                    <a:pt x="1526682" y="472435"/>
                    <a:pt x="1517318" y="469726"/>
                  </a:cubicBezTo>
                  <a:cubicBezTo>
                    <a:pt x="1472569" y="490535"/>
                    <a:pt x="1430811" y="490535"/>
                    <a:pt x="1392058" y="469726"/>
                  </a:cubicBezTo>
                  <a:cubicBezTo>
                    <a:pt x="1366028" y="481524"/>
                    <a:pt x="1347755" y="473695"/>
                    <a:pt x="1337257" y="446240"/>
                  </a:cubicBezTo>
                  <a:cubicBezTo>
                    <a:pt x="1326821" y="443633"/>
                    <a:pt x="1316377" y="441018"/>
                    <a:pt x="1305942" y="438411"/>
                  </a:cubicBezTo>
                  <a:cubicBezTo>
                    <a:pt x="1275120" y="442772"/>
                    <a:pt x="1243805" y="444079"/>
                    <a:pt x="1211997" y="442325"/>
                  </a:cubicBezTo>
                  <a:cubicBezTo>
                    <a:pt x="1170950" y="470603"/>
                    <a:pt x="1173557" y="474517"/>
                    <a:pt x="1219825" y="454069"/>
                  </a:cubicBezTo>
                  <a:cubicBezTo>
                    <a:pt x="1245230" y="457779"/>
                    <a:pt x="1271331" y="457779"/>
                    <a:pt x="1298113" y="454069"/>
                  </a:cubicBezTo>
                  <a:cubicBezTo>
                    <a:pt x="1299984" y="469468"/>
                    <a:pt x="1297377" y="483826"/>
                    <a:pt x="1290284" y="497127"/>
                  </a:cubicBezTo>
                  <a:cubicBezTo>
                    <a:pt x="1270869" y="504643"/>
                    <a:pt x="1251297" y="511164"/>
                    <a:pt x="1231568" y="516699"/>
                  </a:cubicBezTo>
                  <a:cubicBezTo>
                    <a:pt x="1227787" y="509277"/>
                    <a:pt x="1226488" y="501448"/>
                    <a:pt x="1227654" y="493212"/>
                  </a:cubicBezTo>
                  <a:cubicBezTo>
                    <a:pt x="1246631" y="495623"/>
                    <a:pt x="1264896" y="493009"/>
                    <a:pt x="1282455" y="485384"/>
                  </a:cubicBezTo>
                  <a:cubicBezTo>
                    <a:pt x="1280044" y="479058"/>
                    <a:pt x="1276130" y="473836"/>
                    <a:pt x="1270712" y="469726"/>
                  </a:cubicBezTo>
                  <a:cubicBezTo>
                    <a:pt x="1251555" y="476819"/>
                    <a:pt x="1231983" y="483340"/>
                    <a:pt x="1211997" y="489298"/>
                  </a:cubicBezTo>
                  <a:cubicBezTo>
                    <a:pt x="1215574" y="492539"/>
                    <a:pt x="1218189" y="496453"/>
                    <a:pt x="1219825" y="501041"/>
                  </a:cubicBezTo>
                  <a:cubicBezTo>
                    <a:pt x="1201561" y="506263"/>
                    <a:pt x="1183288" y="511477"/>
                    <a:pt x="1165024" y="516699"/>
                  </a:cubicBezTo>
                  <a:cubicBezTo>
                    <a:pt x="1174872" y="512659"/>
                    <a:pt x="1182701" y="517873"/>
                    <a:pt x="1188510" y="532356"/>
                  </a:cubicBezTo>
                  <a:cubicBezTo>
                    <a:pt x="1183774" y="547865"/>
                    <a:pt x="1175945" y="550480"/>
                    <a:pt x="1165024" y="540185"/>
                  </a:cubicBezTo>
                  <a:cubicBezTo>
                    <a:pt x="1135181" y="552539"/>
                    <a:pt x="1103866" y="561667"/>
                    <a:pt x="1071079" y="567586"/>
                  </a:cubicBezTo>
                  <a:cubicBezTo>
                    <a:pt x="1086736" y="570193"/>
                    <a:pt x="1102394" y="572807"/>
                    <a:pt x="1118051" y="575414"/>
                  </a:cubicBezTo>
                  <a:cubicBezTo>
                    <a:pt x="1103318" y="576964"/>
                    <a:pt x="1090275" y="580879"/>
                    <a:pt x="1078908" y="587158"/>
                  </a:cubicBezTo>
                  <a:cubicBezTo>
                    <a:pt x="1058874" y="584793"/>
                    <a:pt x="1040601" y="587408"/>
                    <a:pt x="1024106" y="594986"/>
                  </a:cubicBezTo>
                  <a:cubicBezTo>
                    <a:pt x="1016277" y="594986"/>
                    <a:pt x="1008449" y="594986"/>
                    <a:pt x="1000620" y="594986"/>
                  </a:cubicBezTo>
                  <a:cubicBezTo>
                    <a:pt x="1000620" y="602815"/>
                    <a:pt x="1000620" y="610644"/>
                    <a:pt x="1000620" y="618473"/>
                  </a:cubicBezTo>
                  <a:cubicBezTo>
                    <a:pt x="1008856" y="617306"/>
                    <a:pt x="1016684" y="618606"/>
                    <a:pt x="1024106" y="622387"/>
                  </a:cubicBezTo>
                  <a:cubicBezTo>
                    <a:pt x="1021499" y="624994"/>
                    <a:pt x="1018884" y="627609"/>
                    <a:pt x="1016277" y="630216"/>
                  </a:cubicBezTo>
                  <a:cubicBezTo>
                    <a:pt x="1050278" y="639454"/>
                    <a:pt x="1059414" y="659026"/>
                    <a:pt x="1043678" y="688932"/>
                  </a:cubicBezTo>
                  <a:cubicBezTo>
                    <a:pt x="1036523" y="679897"/>
                    <a:pt x="1030001" y="681205"/>
                    <a:pt x="1024106" y="692846"/>
                  </a:cubicBezTo>
                  <a:cubicBezTo>
                    <a:pt x="1043326" y="707439"/>
                    <a:pt x="1060291" y="706139"/>
                    <a:pt x="1074993" y="688932"/>
                  </a:cubicBezTo>
                  <a:cubicBezTo>
                    <a:pt x="1076575" y="702679"/>
                    <a:pt x="1080489" y="715722"/>
                    <a:pt x="1086736" y="728075"/>
                  </a:cubicBezTo>
                  <a:cubicBezTo>
                    <a:pt x="1119797" y="727606"/>
                    <a:pt x="1153719" y="726298"/>
                    <a:pt x="1188510" y="724161"/>
                  </a:cubicBezTo>
                  <a:cubicBezTo>
                    <a:pt x="1164609" y="722760"/>
                    <a:pt x="1141123" y="718845"/>
                    <a:pt x="1118051" y="712418"/>
                  </a:cubicBezTo>
                  <a:cubicBezTo>
                    <a:pt x="1127540" y="693449"/>
                    <a:pt x="1143197" y="685620"/>
                    <a:pt x="1165024" y="688932"/>
                  </a:cubicBezTo>
                  <a:cubicBezTo>
                    <a:pt x="1163693" y="678582"/>
                    <a:pt x="1166300" y="669446"/>
                    <a:pt x="1172853" y="661531"/>
                  </a:cubicBezTo>
                  <a:cubicBezTo>
                    <a:pt x="1162730" y="657695"/>
                    <a:pt x="1152287" y="656387"/>
                    <a:pt x="1141538" y="657616"/>
                  </a:cubicBezTo>
                  <a:cubicBezTo>
                    <a:pt x="1139862" y="644746"/>
                    <a:pt x="1142477" y="633003"/>
                    <a:pt x="1149366" y="622387"/>
                  </a:cubicBezTo>
                  <a:cubicBezTo>
                    <a:pt x="1164257" y="620829"/>
                    <a:pt x="1176000" y="614300"/>
                    <a:pt x="1184596" y="602815"/>
                  </a:cubicBezTo>
                  <a:cubicBezTo>
                    <a:pt x="1197114" y="614840"/>
                    <a:pt x="1211472" y="618755"/>
                    <a:pt x="1227654" y="614558"/>
                  </a:cubicBezTo>
                  <a:cubicBezTo>
                    <a:pt x="1222432" y="611951"/>
                    <a:pt x="1217218" y="609337"/>
                    <a:pt x="1211997" y="606729"/>
                  </a:cubicBezTo>
                  <a:cubicBezTo>
                    <a:pt x="1224217" y="604240"/>
                    <a:pt x="1233353" y="597719"/>
                    <a:pt x="1239397" y="587158"/>
                  </a:cubicBezTo>
                  <a:cubicBezTo>
                    <a:pt x="1245269" y="592058"/>
                    <a:pt x="1251798" y="595973"/>
                    <a:pt x="1258969" y="598901"/>
                  </a:cubicBezTo>
                  <a:cubicBezTo>
                    <a:pt x="1244823" y="611442"/>
                    <a:pt x="1229165" y="621886"/>
                    <a:pt x="1211997" y="630216"/>
                  </a:cubicBezTo>
                  <a:cubicBezTo>
                    <a:pt x="1225243" y="641184"/>
                    <a:pt x="1230465" y="655534"/>
                    <a:pt x="1227654" y="673274"/>
                  </a:cubicBezTo>
                  <a:cubicBezTo>
                    <a:pt x="1243053" y="675145"/>
                    <a:pt x="1257411" y="672538"/>
                    <a:pt x="1270712" y="665445"/>
                  </a:cubicBezTo>
                  <a:cubicBezTo>
                    <a:pt x="1273319" y="675881"/>
                    <a:pt x="1275934" y="686324"/>
                    <a:pt x="1278541" y="696760"/>
                  </a:cubicBezTo>
                  <a:cubicBezTo>
                    <a:pt x="1292758" y="703250"/>
                    <a:pt x="1307108" y="709780"/>
                    <a:pt x="1321599" y="716332"/>
                  </a:cubicBezTo>
                  <a:cubicBezTo>
                    <a:pt x="1318022" y="719573"/>
                    <a:pt x="1315407" y="723488"/>
                    <a:pt x="1313771" y="728075"/>
                  </a:cubicBezTo>
                  <a:cubicBezTo>
                    <a:pt x="1324206" y="733297"/>
                    <a:pt x="1334650" y="738511"/>
                    <a:pt x="1345086" y="743733"/>
                  </a:cubicBezTo>
                  <a:cubicBezTo>
                    <a:pt x="1332771" y="762021"/>
                    <a:pt x="1322335" y="762021"/>
                    <a:pt x="1313771" y="743733"/>
                  </a:cubicBezTo>
                  <a:cubicBezTo>
                    <a:pt x="1301010" y="770319"/>
                    <a:pt x="1306231" y="792498"/>
                    <a:pt x="1329428" y="810277"/>
                  </a:cubicBezTo>
                  <a:cubicBezTo>
                    <a:pt x="1339480" y="815632"/>
                    <a:pt x="1348616" y="814325"/>
                    <a:pt x="1356829" y="806363"/>
                  </a:cubicBezTo>
                  <a:cubicBezTo>
                    <a:pt x="1383384" y="834233"/>
                    <a:pt x="1376863" y="849891"/>
                    <a:pt x="1337257" y="853336"/>
                  </a:cubicBezTo>
                  <a:cubicBezTo>
                    <a:pt x="1337257" y="861164"/>
                    <a:pt x="1337257" y="868993"/>
                    <a:pt x="1337257" y="876822"/>
                  </a:cubicBezTo>
                  <a:cubicBezTo>
                    <a:pt x="1354872" y="874325"/>
                    <a:pt x="1370529" y="878239"/>
                    <a:pt x="1384229" y="888565"/>
                  </a:cubicBezTo>
                  <a:cubicBezTo>
                    <a:pt x="1376800" y="893395"/>
                    <a:pt x="1370279" y="892096"/>
                    <a:pt x="1364657" y="884651"/>
                  </a:cubicBezTo>
                  <a:cubicBezTo>
                    <a:pt x="1361213" y="896989"/>
                    <a:pt x="1354692" y="907432"/>
                    <a:pt x="1345086" y="915966"/>
                  </a:cubicBezTo>
                  <a:cubicBezTo>
                    <a:pt x="1375023" y="926902"/>
                    <a:pt x="1403731" y="924296"/>
                    <a:pt x="1431202" y="908137"/>
                  </a:cubicBezTo>
                  <a:cubicBezTo>
                    <a:pt x="1441403" y="917673"/>
                    <a:pt x="1449232" y="915066"/>
                    <a:pt x="1454688" y="900308"/>
                  </a:cubicBezTo>
                  <a:cubicBezTo>
                    <a:pt x="1464052" y="903017"/>
                    <a:pt x="1464052" y="906931"/>
                    <a:pt x="1454688" y="912051"/>
                  </a:cubicBezTo>
                  <a:cubicBezTo>
                    <a:pt x="1473775" y="917391"/>
                    <a:pt x="1490740" y="913476"/>
                    <a:pt x="1505575" y="900308"/>
                  </a:cubicBezTo>
                  <a:cubicBezTo>
                    <a:pt x="1509490" y="901616"/>
                    <a:pt x="1513404" y="902915"/>
                    <a:pt x="1517318" y="904223"/>
                  </a:cubicBezTo>
                  <a:cubicBezTo>
                    <a:pt x="1506883" y="909444"/>
                    <a:pt x="1506883" y="914658"/>
                    <a:pt x="1517318" y="919880"/>
                  </a:cubicBezTo>
                  <a:cubicBezTo>
                    <a:pt x="1549197" y="927364"/>
                    <a:pt x="1579205" y="923450"/>
                    <a:pt x="1607349" y="908137"/>
                  </a:cubicBezTo>
                  <a:cubicBezTo>
                    <a:pt x="1606746" y="898445"/>
                    <a:pt x="1608046" y="890616"/>
                    <a:pt x="1611264" y="884651"/>
                  </a:cubicBezTo>
                  <a:cubicBezTo>
                    <a:pt x="1621864" y="897835"/>
                    <a:pt x="1634914" y="901749"/>
                    <a:pt x="1650407" y="896394"/>
                  </a:cubicBezTo>
                  <a:cubicBezTo>
                    <a:pt x="1645186" y="893787"/>
                    <a:pt x="1639972" y="891172"/>
                    <a:pt x="1634750" y="888565"/>
                  </a:cubicBezTo>
                  <a:cubicBezTo>
                    <a:pt x="1647284" y="886428"/>
                    <a:pt x="1659027" y="882513"/>
                    <a:pt x="1669979" y="876822"/>
                  </a:cubicBezTo>
                  <a:cubicBezTo>
                    <a:pt x="1684040" y="886741"/>
                    <a:pt x="1698390" y="886741"/>
                    <a:pt x="1713038" y="876822"/>
                  </a:cubicBezTo>
                  <a:cubicBezTo>
                    <a:pt x="1715645" y="878129"/>
                    <a:pt x="1718259" y="879429"/>
                    <a:pt x="1720866" y="880736"/>
                  </a:cubicBezTo>
                  <a:cubicBezTo>
                    <a:pt x="1711268" y="893536"/>
                    <a:pt x="1700833" y="905280"/>
                    <a:pt x="1689551" y="915966"/>
                  </a:cubicBezTo>
                  <a:cubicBezTo>
                    <a:pt x="1683390" y="910157"/>
                    <a:pt x="1678176" y="903635"/>
                    <a:pt x="1673894" y="896394"/>
                  </a:cubicBezTo>
                  <a:cubicBezTo>
                    <a:pt x="1654518" y="898406"/>
                    <a:pt x="1654518" y="906235"/>
                    <a:pt x="1673894" y="919880"/>
                  </a:cubicBezTo>
                  <a:cubicBezTo>
                    <a:pt x="1559288" y="931388"/>
                    <a:pt x="1444472" y="933995"/>
                    <a:pt x="1329428" y="927709"/>
                  </a:cubicBezTo>
                  <a:cubicBezTo>
                    <a:pt x="1339723" y="916788"/>
                    <a:pt x="1337108" y="908959"/>
                    <a:pt x="1321599" y="904223"/>
                  </a:cubicBezTo>
                  <a:cubicBezTo>
                    <a:pt x="1331080" y="897232"/>
                    <a:pt x="1331080" y="890710"/>
                    <a:pt x="1321599" y="884651"/>
                  </a:cubicBezTo>
                  <a:cubicBezTo>
                    <a:pt x="1305002" y="891720"/>
                    <a:pt x="1302388" y="902164"/>
                    <a:pt x="1313771" y="915966"/>
                  </a:cubicBezTo>
                  <a:cubicBezTo>
                    <a:pt x="1278283" y="928296"/>
                    <a:pt x="1248267" y="920467"/>
                    <a:pt x="1223740" y="892479"/>
                  </a:cubicBezTo>
                  <a:cubicBezTo>
                    <a:pt x="1210227" y="900903"/>
                    <a:pt x="1195877" y="902210"/>
                    <a:pt x="1180681" y="896394"/>
                  </a:cubicBezTo>
                  <a:cubicBezTo>
                    <a:pt x="1163920" y="886154"/>
                    <a:pt x="1148263" y="874411"/>
                    <a:pt x="1133709" y="861164"/>
                  </a:cubicBezTo>
                  <a:cubicBezTo>
                    <a:pt x="1124510" y="871772"/>
                    <a:pt x="1116681" y="870465"/>
                    <a:pt x="1110223" y="857250"/>
                  </a:cubicBezTo>
                  <a:cubicBezTo>
                    <a:pt x="1132699" y="856326"/>
                    <a:pt x="1153578" y="851112"/>
                    <a:pt x="1172853" y="841592"/>
                  </a:cubicBezTo>
                  <a:cubicBezTo>
                    <a:pt x="1167631" y="836371"/>
                    <a:pt x="1162417" y="831157"/>
                    <a:pt x="1157195" y="825935"/>
                  </a:cubicBezTo>
                  <a:cubicBezTo>
                    <a:pt x="1128769" y="823164"/>
                    <a:pt x="1101368" y="816642"/>
                    <a:pt x="1074993" y="806363"/>
                  </a:cubicBezTo>
                  <a:cubicBezTo>
                    <a:pt x="1055672" y="814215"/>
                    <a:pt x="1036100" y="818130"/>
                    <a:pt x="1016277" y="818106"/>
                  </a:cubicBezTo>
                  <a:cubicBezTo>
                    <a:pt x="1028858" y="809894"/>
                    <a:pt x="1034072" y="798151"/>
                    <a:pt x="1031935" y="782877"/>
                  </a:cubicBezTo>
                  <a:cubicBezTo>
                    <a:pt x="1016277" y="782877"/>
                    <a:pt x="1000620" y="782877"/>
                    <a:pt x="984962" y="782877"/>
                  </a:cubicBezTo>
                  <a:cubicBezTo>
                    <a:pt x="989378" y="806684"/>
                    <a:pt x="991985" y="828871"/>
                    <a:pt x="992791" y="849421"/>
                  </a:cubicBezTo>
                  <a:cubicBezTo>
                    <a:pt x="982668" y="853257"/>
                    <a:pt x="972225" y="854565"/>
                    <a:pt x="961476" y="853336"/>
                  </a:cubicBezTo>
                  <a:cubicBezTo>
                    <a:pt x="964748" y="847683"/>
                    <a:pt x="969962" y="843769"/>
                    <a:pt x="977134" y="841592"/>
                  </a:cubicBezTo>
                  <a:cubicBezTo>
                    <a:pt x="967011" y="837756"/>
                    <a:pt x="956567" y="836449"/>
                    <a:pt x="945818" y="837678"/>
                  </a:cubicBezTo>
                  <a:cubicBezTo>
                    <a:pt x="946938" y="823884"/>
                    <a:pt x="944323" y="810833"/>
                    <a:pt x="937990" y="798534"/>
                  </a:cubicBezTo>
                  <a:cubicBezTo>
                    <a:pt x="919584" y="794526"/>
                    <a:pt x="903927" y="786697"/>
                    <a:pt x="891017" y="775048"/>
                  </a:cubicBezTo>
                  <a:cubicBezTo>
                    <a:pt x="900325" y="767775"/>
                    <a:pt x="910761" y="765168"/>
                    <a:pt x="922332" y="767219"/>
                  </a:cubicBezTo>
                  <a:cubicBezTo>
                    <a:pt x="922332" y="756783"/>
                    <a:pt x="922332" y="746340"/>
                    <a:pt x="922332" y="735904"/>
                  </a:cubicBezTo>
                  <a:cubicBezTo>
                    <a:pt x="909031" y="737157"/>
                    <a:pt x="895981" y="735857"/>
                    <a:pt x="883188" y="731990"/>
                  </a:cubicBezTo>
                  <a:cubicBezTo>
                    <a:pt x="902267" y="721225"/>
                    <a:pt x="923138" y="717311"/>
                    <a:pt x="945818" y="720247"/>
                  </a:cubicBezTo>
                  <a:cubicBezTo>
                    <a:pt x="945818" y="709811"/>
                    <a:pt x="945818" y="699367"/>
                    <a:pt x="945818" y="688932"/>
                  </a:cubicBezTo>
                  <a:cubicBezTo>
                    <a:pt x="932517" y="690184"/>
                    <a:pt x="919467" y="688885"/>
                    <a:pt x="906675" y="685017"/>
                  </a:cubicBezTo>
                  <a:cubicBezTo>
                    <a:pt x="921534" y="677971"/>
                    <a:pt x="934576" y="668843"/>
                    <a:pt x="945818" y="657616"/>
                  </a:cubicBezTo>
                  <a:cubicBezTo>
                    <a:pt x="931899" y="657077"/>
                    <a:pt x="917549" y="654461"/>
                    <a:pt x="902760" y="649788"/>
                  </a:cubicBezTo>
                  <a:cubicBezTo>
                    <a:pt x="898885" y="634341"/>
                    <a:pt x="897578" y="618684"/>
                    <a:pt x="898846" y="602815"/>
                  </a:cubicBezTo>
                  <a:cubicBezTo>
                    <a:pt x="885545" y="604067"/>
                    <a:pt x="872494" y="602768"/>
                    <a:pt x="859702" y="598901"/>
                  </a:cubicBezTo>
                  <a:cubicBezTo>
                    <a:pt x="850769" y="593099"/>
                    <a:pt x="850769" y="586570"/>
                    <a:pt x="859702" y="579329"/>
                  </a:cubicBezTo>
                  <a:cubicBezTo>
                    <a:pt x="846651" y="576722"/>
                    <a:pt x="833609" y="574107"/>
                    <a:pt x="820558" y="571500"/>
                  </a:cubicBezTo>
                  <a:cubicBezTo>
                    <a:pt x="754319" y="572220"/>
                    <a:pt x="687774" y="572220"/>
                    <a:pt x="620925" y="571500"/>
                  </a:cubicBezTo>
                  <a:cubicBezTo>
                    <a:pt x="582274" y="583682"/>
                    <a:pt x="545737" y="599339"/>
                    <a:pt x="511322" y="618473"/>
                  </a:cubicBezTo>
                  <a:cubicBezTo>
                    <a:pt x="491586" y="609290"/>
                    <a:pt x="472014" y="609290"/>
                    <a:pt x="452606" y="618473"/>
                  </a:cubicBezTo>
                  <a:cubicBezTo>
                    <a:pt x="457828" y="621080"/>
                    <a:pt x="463042" y="623694"/>
                    <a:pt x="468264" y="626301"/>
                  </a:cubicBezTo>
                  <a:cubicBezTo>
                    <a:pt x="440096" y="646734"/>
                    <a:pt x="410088" y="651948"/>
                    <a:pt x="378233" y="641959"/>
                  </a:cubicBezTo>
                  <a:cubicBezTo>
                    <a:pt x="374397" y="631836"/>
                    <a:pt x="373089" y="621393"/>
                    <a:pt x="374318" y="610644"/>
                  </a:cubicBezTo>
                  <a:cubicBezTo>
                    <a:pt x="358661" y="610644"/>
                    <a:pt x="343003" y="610644"/>
                    <a:pt x="327346" y="610644"/>
                  </a:cubicBezTo>
                  <a:cubicBezTo>
                    <a:pt x="325295" y="599073"/>
                    <a:pt x="327902" y="588637"/>
                    <a:pt x="335175" y="579329"/>
                  </a:cubicBezTo>
                  <a:cubicBezTo>
                    <a:pt x="355028" y="582022"/>
                    <a:pt x="371993" y="589851"/>
                    <a:pt x="386062" y="602815"/>
                  </a:cubicBezTo>
                  <a:cubicBezTo>
                    <a:pt x="432337" y="590219"/>
                    <a:pt x="480617" y="582390"/>
                    <a:pt x="530894" y="579329"/>
                  </a:cubicBezTo>
                  <a:cubicBezTo>
                    <a:pt x="501669" y="562669"/>
                    <a:pt x="470354" y="552233"/>
                    <a:pt x="436949" y="548014"/>
                  </a:cubicBezTo>
                  <a:cubicBezTo>
                    <a:pt x="437340" y="564376"/>
                    <a:pt x="429511" y="574811"/>
                    <a:pt x="413462" y="579329"/>
                  </a:cubicBezTo>
                  <a:cubicBezTo>
                    <a:pt x="407207" y="532349"/>
                    <a:pt x="401985" y="485376"/>
                    <a:pt x="397805" y="438411"/>
                  </a:cubicBezTo>
                  <a:cubicBezTo>
                    <a:pt x="407004" y="440125"/>
                    <a:pt x="414832" y="437518"/>
                    <a:pt x="421291" y="430582"/>
                  </a:cubicBezTo>
                  <a:cubicBezTo>
                    <a:pt x="409196" y="423129"/>
                    <a:pt x="396145" y="420522"/>
                    <a:pt x="382147" y="422753"/>
                  </a:cubicBezTo>
                  <a:cubicBezTo>
                    <a:pt x="380785" y="441237"/>
                    <a:pt x="378178" y="459501"/>
                    <a:pt x="374318" y="477555"/>
                  </a:cubicBezTo>
                  <a:cubicBezTo>
                    <a:pt x="358661" y="477555"/>
                    <a:pt x="343003" y="477555"/>
                    <a:pt x="327346" y="477555"/>
                  </a:cubicBezTo>
                  <a:cubicBezTo>
                    <a:pt x="327346" y="487991"/>
                    <a:pt x="327346" y="498434"/>
                    <a:pt x="327346" y="508870"/>
                  </a:cubicBezTo>
                  <a:cubicBezTo>
                    <a:pt x="343003" y="508870"/>
                    <a:pt x="358661" y="508870"/>
                    <a:pt x="374318" y="508870"/>
                  </a:cubicBezTo>
                  <a:cubicBezTo>
                    <a:pt x="374318" y="521920"/>
                    <a:pt x="374318" y="534963"/>
                    <a:pt x="374318" y="548014"/>
                  </a:cubicBezTo>
                  <a:cubicBezTo>
                    <a:pt x="360524" y="546894"/>
                    <a:pt x="347474" y="549509"/>
                    <a:pt x="335175" y="555842"/>
                  </a:cubicBezTo>
                  <a:cubicBezTo>
                    <a:pt x="313927" y="537437"/>
                    <a:pt x="291748" y="537437"/>
                    <a:pt x="268630" y="555842"/>
                  </a:cubicBezTo>
                  <a:cubicBezTo>
                    <a:pt x="248056" y="545422"/>
                    <a:pt x="225869" y="538901"/>
                    <a:pt x="202086" y="536271"/>
                  </a:cubicBezTo>
                  <a:cubicBezTo>
                    <a:pt x="210321" y="522836"/>
                    <a:pt x="205107" y="515008"/>
                    <a:pt x="186428" y="512784"/>
                  </a:cubicBezTo>
                  <a:cubicBezTo>
                    <a:pt x="207824" y="506850"/>
                    <a:pt x="227396" y="510764"/>
                    <a:pt x="245144" y="524527"/>
                  </a:cubicBezTo>
                  <a:cubicBezTo>
                    <a:pt x="249058" y="521920"/>
                    <a:pt x="252973" y="519306"/>
                    <a:pt x="256887" y="516699"/>
                  </a:cubicBezTo>
                  <a:cubicBezTo>
                    <a:pt x="251665" y="511477"/>
                    <a:pt x="246451" y="506263"/>
                    <a:pt x="241229" y="501041"/>
                  </a:cubicBezTo>
                  <a:cubicBezTo>
                    <a:pt x="253325" y="493588"/>
                    <a:pt x="266375" y="490981"/>
                    <a:pt x="280373" y="493212"/>
                  </a:cubicBezTo>
                  <a:cubicBezTo>
                    <a:pt x="280373" y="480162"/>
                    <a:pt x="280373" y="467119"/>
                    <a:pt x="280373" y="454069"/>
                  </a:cubicBezTo>
                  <a:cubicBezTo>
                    <a:pt x="256386" y="450718"/>
                    <a:pt x="232900" y="445504"/>
                    <a:pt x="209914" y="438411"/>
                  </a:cubicBezTo>
                  <a:cubicBezTo>
                    <a:pt x="212921" y="421462"/>
                    <a:pt x="207699" y="408411"/>
                    <a:pt x="194257" y="399267"/>
                  </a:cubicBezTo>
                  <a:cubicBezTo>
                    <a:pt x="186585" y="419512"/>
                    <a:pt x="183978" y="440392"/>
                    <a:pt x="186428" y="461897"/>
                  </a:cubicBezTo>
                  <a:cubicBezTo>
                    <a:pt x="178599" y="461897"/>
                    <a:pt x="170770" y="461897"/>
                    <a:pt x="162942" y="461897"/>
                  </a:cubicBezTo>
                  <a:cubicBezTo>
                    <a:pt x="165350" y="442920"/>
                    <a:pt x="162740" y="424656"/>
                    <a:pt x="155113" y="407096"/>
                  </a:cubicBezTo>
                  <a:cubicBezTo>
                    <a:pt x="148953" y="412905"/>
                    <a:pt x="143734" y="419426"/>
                    <a:pt x="139455" y="426668"/>
                  </a:cubicBezTo>
                  <a:cubicBezTo>
                    <a:pt x="142065" y="439718"/>
                    <a:pt x="144675" y="452761"/>
                    <a:pt x="147284" y="465812"/>
                  </a:cubicBezTo>
                  <a:cubicBezTo>
                    <a:pt x="131340" y="462031"/>
                    <a:pt x="115683" y="455509"/>
                    <a:pt x="100312" y="446240"/>
                  </a:cubicBezTo>
                  <a:cubicBezTo>
                    <a:pt x="95874" y="434261"/>
                    <a:pt x="90656" y="422518"/>
                    <a:pt x="84654" y="411010"/>
                  </a:cubicBezTo>
                  <a:cubicBezTo>
                    <a:pt x="88766" y="405593"/>
                    <a:pt x="93985" y="401678"/>
                    <a:pt x="100312" y="399267"/>
                  </a:cubicBezTo>
                  <a:cubicBezTo>
                    <a:pt x="102921" y="404489"/>
                    <a:pt x="105531" y="409703"/>
                    <a:pt x="108140" y="414925"/>
                  </a:cubicBezTo>
                  <a:cubicBezTo>
                    <a:pt x="118665" y="388917"/>
                    <a:pt x="110837" y="381089"/>
                    <a:pt x="84654" y="391438"/>
                  </a:cubicBezTo>
                  <a:cubicBezTo>
                    <a:pt x="58421" y="346400"/>
                    <a:pt x="66250" y="335964"/>
                    <a:pt x="108140" y="360123"/>
                  </a:cubicBezTo>
                  <a:cubicBezTo>
                    <a:pt x="159478" y="358135"/>
                    <a:pt x="185575" y="332042"/>
                    <a:pt x="186428" y="281836"/>
                  </a:cubicBezTo>
                  <a:cubicBezTo>
                    <a:pt x="194257" y="281836"/>
                    <a:pt x="202086" y="281836"/>
                    <a:pt x="209914" y="281836"/>
                  </a:cubicBezTo>
                  <a:cubicBezTo>
                    <a:pt x="209914" y="294886"/>
                    <a:pt x="209914" y="307929"/>
                    <a:pt x="209914" y="320979"/>
                  </a:cubicBezTo>
                  <a:cubicBezTo>
                    <a:pt x="217743" y="320979"/>
                    <a:pt x="225572" y="320979"/>
                    <a:pt x="233401" y="320979"/>
                  </a:cubicBezTo>
                  <a:cubicBezTo>
                    <a:pt x="235522" y="339150"/>
                    <a:pt x="230300" y="354807"/>
                    <a:pt x="217743" y="367952"/>
                  </a:cubicBezTo>
                  <a:cubicBezTo>
                    <a:pt x="221657" y="370559"/>
                    <a:pt x="225572" y="373174"/>
                    <a:pt x="229486" y="375781"/>
                  </a:cubicBezTo>
                  <a:cubicBezTo>
                    <a:pt x="244525" y="364014"/>
                    <a:pt x="261490" y="358800"/>
                    <a:pt x="280373" y="360123"/>
                  </a:cubicBezTo>
                  <a:cubicBezTo>
                    <a:pt x="280373" y="347073"/>
                    <a:pt x="280373" y="334030"/>
                    <a:pt x="280373" y="320979"/>
                  </a:cubicBezTo>
                  <a:cubicBezTo>
                    <a:pt x="267323" y="320979"/>
                    <a:pt x="254280" y="320979"/>
                    <a:pt x="241229" y="320979"/>
                  </a:cubicBezTo>
                  <a:cubicBezTo>
                    <a:pt x="246287" y="280669"/>
                    <a:pt x="228022" y="262405"/>
                    <a:pt x="186428" y="266178"/>
                  </a:cubicBezTo>
                  <a:cubicBezTo>
                    <a:pt x="186428" y="255742"/>
                    <a:pt x="186428" y="245299"/>
                    <a:pt x="186428" y="234863"/>
                  </a:cubicBezTo>
                  <a:cubicBezTo>
                    <a:pt x="173380" y="234863"/>
                    <a:pt x="160332" y="234863"/>
                    <a:pt x="147284" y="234863"/>
                  </a:cubicBezTo>
                  <a:cubicBezTo>
                    <a:pt x="148455" y="243099"/>
                    <a:pt x="147150" y="250928"/>
                    <a:pt x="143370" y="258349"/>
                  </a:cubicBezTo>
                  <a:cubicBezTo>
                    <a:pt x="104947" y="224952"/>
                    <a:pt x="80156" y="183193"/>
                    <a:pt x="68997" y="133089"/>
                  </a:cubicBezTo>
                  <a:cubicBezTo>
                    <a:pt x="64409" y="134725"/>
                    <a:pt x="60494" y="137340"/>
                    <a:pt x="57253" y="140918"/>
                  </a:cubicBezTo>
                  <a:cubicBezTo>
                    <a:pt x="41158" y="132439"/>
                    <a:pt x="30720" y="119389"/>
                    <a:pt x="25938" y="101774"/>
                  </a:cubicBezTo>
                  <a:cubicBezTo>
                    <a:pt x="18110" y="112210"/>
                    <a:pt x="10281" y="112210"/>
                    <a:pt x="2452" y="101774"/>
                  </a:cubicBezTo>
                  <a:cubicBezTo>
                    <a:pt x="-3116" y="87158"/>
                    <a:pt x="799" y="75414"/>
                    <a:pt x="14195" y="66545"/>
                  </a:cubicBezTo>
                  <a:cubicBezTo>
                    <a:pt x="11586" y="63937"/>
                    <a:pt x="8976" y="61323"/>
                    <a:pt x="6366" y="58716"/>
                  </a:cubicBezTo>
                  <a:cubicBezTo>
                    <a:pt x="21810" y="54841"/>
                    <a:pt x="37468" y="53533"/>
                    <a:pt x="53339" y="54801"/>
                  </a:cubicBezTo>
                  <a:cubicBezTo>
                    <a:pt x="62762" y="72291"/>
                    <a:pt x="71896" y="90555"/>
                    <a:pt x="80740" y="109603"/>
                  </a:cubicBezTo>
                  <a:cubicBezTo>
                    <a:pt x="84062" y="93045"/>
                    <a:pt x="93196" y="86524"/>
                    <a:pt x="108140" y="90031"/>
                  </a:cubicBezTo>
                  <a:cubicBezTo>
                    <a:pt x="99892" y="100897"/>
                    <a:pt x="98587" y="112640"/>
                    <a:pt x="104226" y="125260"/>
                  </a:cubicBezTo>
                  <a:cubicBezTo>
                    <a:pt x="116705" y="134780"/>
                    <a:pt x="128448" y="145216"/>
                    <a:pt x="139455" y="156575"/>
                  </a:cubicBezTo>
                  <a:cubicBezTo>
                    <a:pt x="144675" y="153968"/>
                    <a:pt x="149894" y="151354"/>
                    <a:pt x="155113" y="148747"/>
                  </a:cubicBezTo>
                  <a:cubicBezTo>
                    <a:pt x="162565" y="160842"/>
                    <a:pt x="165175" y="173892"/>
                    <a:pt x="162942" y="187890"/>
                  </a:cubicBezTo>
                  <a:cubicBezTo>
                    <a:pt x="117513" y="186419"/>
                    <a:pt x="113599" y="196862"/>
                    <a:pt x="151199" y="219205"/>
                  </a:cubicBezTo>
                  <a:cubicBezTo>
                    <a:pt x="164676" y="218336"/>
                    <a:pt x="165981" y="214422"/>
                    <a:pt x="155113" y="207462"/>
                  </a:cubicBezTo>
                  <a:cubicBezTo>
                    <a:pt x="165551" y="199634"/>
                    <a:pt x="175990" y="191805"/>
                    <a:pt x="186428" y="183976"/>
                  </a:cubicBezTo>
                  <a:cubicBezTo>
                    <a:pt x="165237" y="143000"/>
                    <a:pt x="171762" y="139086"/>
                    <a:pt x="206000" y="172233"/>
                  </a:cubicBezTo>
                  <a:cubicBezTo>
                    <a:pt x="209914" y="170926"/>
                    <a:pt x="213829" y="169626"/>
                    <a:pt x="217743" y="168319"/>
                  </a:cubicBezTo>
                  <a:cubicBezTo>
                    <a:pt x="207307" y="160490"/>
                    <a:pt x="207307" y="152661"/>
                    <a:pt x="217743" y="144832"/>
                  </a:cubicBezTo>
                  <a:cubicBezTo>
                    <a:pt x="196355" y="141716"/>
                    <a:pt x="182005" y="129973"/>
                    <a:pt x="174685" y="109603"/>
                  </a:cubicBezTo>
                  <a:cubicBezTo>
                    <a:pt x="173257" y="136072"/>
                    <a:pt x="161514" y="143900"/>
                    <a:pt x="139455" y="133089"/>
                  </a:cubicBezTo>
                  <a:cubicBezTo>
                    <a:pt x="143647" y="119224"/>
                    <a:pt x="150171" y="116617"/>
                    <a:pt x="159027" y="125260"/>
                  </a:cubicBezTo>
                  <a:cubicBezTo>
                    <a:pt x="164666" y="112640"/>
                    <a:pt x="163361" y="100897"/>
                    <a:pt x="155113" y="90031"/>
                  </a:cubicBezTo>
                  <a:cubicBezTo>
                    <a:pt x="172818" y="84543"/>
                    <a:pt x="180646" y="75407"/>
                    <a:pt x="178599" y="62630"/>
                  </a:cubicBezTo>
                  <a:cubicBezTo>
                    <a:pt x="201827" y="75516"/>
                    <a:pt x="225314" y="82045"/>
                    <a:pt x="249058" y="82202"/>
                  </a:cubicBezTo>
                  <a:cubicBezTo>
                    <a:pt x="257020" y="90415"/>
                    <a:pt x="258327" y="99551"/>
                    <a:pt x="252973" y="109603"/>
                  </a:cubicBezTo>
                  <a:cubicBezTo>
                    <a:pt x="243147" y="115169"/>
                    <a:pt x="234019" y="121690"/>
                    <a:pt x="225572" y="129175"/>
                  </a:cubicBezTo>
                  <a:cubicBezTo>
                    <a:pt x="241965" y="139759"/>
                    <a:pt x="260230" y="143673"/>
                    <a:pt x="280373" y="140918"/>
                  </a:cubicBezTo>
                  <a:cubicBezTo>
                    <a:pt x="278698" y="128047"/>
                    <a:pt x="281313" y="116304"/>
                    <a:pt x="288202" y="105688"/>
                  </a:cubicBezTo>
                  <a:cubicBezTo>
                    <a:pt x="280373" y="103081"/>
                    <a:pt x="272544" y="100467"/>
                    <a:pt x="264716" y="97860"/>
                  </a:cubicBezTo>
                  <a:cubicBezTo>
                    <a:pt x="308189" y="85568"/>
                    <a:pt x="352547" y="82961"/>
                    <a:pt x="397805" y="90031"/>
                  </a:cubicBezTo>
                  <a:cubicBezTo>
                    <a:pt x="392552" y="103003"/>
                    <a:pt x="392552" y="118660"/>
                    <a:pt x="397805" y="137003"/>
                  </a:cubicBezTo>
                  <a:cubicBezTo>
                    <a:pt x="467504" y="134686"/>
                    <a:pt x="536656" y="135993"/>
                    <a:pt x="605267" y="140918"/>
                  </a:cubicBezTo>
                  <a:cubicBezTo>
                    <a:pt x="627509" y="116249"/>
                    <a:pt x="641859" y="120164"/>
                    <a:pt x="648325" y="152661"/>
                  </a:cubicBezTo>
                  <a:cubicBezTo>
                    <a:pt x="665674" y="148402"/>
                    <a:pt x="682639" y="149709"/>
                    <a:pt x="699212" y="156575"/>
                  </a:cubicBezTo>
                  <a:cubicBezTo>
                    <a:pt x="720788" y="157170"/>
                    <a:pt x="729925" y="146734"/>
                    <a:pt x="726613" y="125260"/>
                  </a:cubicBezTo>
                  <a:cubicBezTo>
                    <a:pt x="700387" y="126552"/>
                    <a:pt x="674293" y="125245"/>
                    <a:pt x="648325" y="121346"/>
                  </a:cubicBezTo>
                  <a:cubicBezTo>
                    <a:pt x="667044" y="111098"/>
                    <a:pt x="667044" y="103269"/>
                    <a:pt x="648325" y="97860"/>
                  </a:cubicBezTo>
                  <a:cubicBezTo>
                    <a:pt x="672853" y="85568"/>
                    <a:pt x="698954" y="82961"/>
                    <a:pt x="726613" y="90031"/>
                  </a:cubicBezTo>
                  <a:cubicBezTo>
                    <a:pt x="727709" y="99926"/>
                    <a:pt x="727709" y="109063"/>
                    <a:pt x="726613" y="117432"/>
                  </a:cubicBezTo>
                  <a:cubicBezTo>
                    <a:pt x="734058" y="110965"/>
                    <a:pt x="741887" y="109665"/>
                    <a:pt x="750099" y="113517"/>
                  </a:cubicBezTo>
                  <a:cubicBezTo>
                    <a:pt x="747492" y="121346"/>
                    <a:pt x="744877" y="129175"/>
                    <a:pt x="742270" y="137003"/>
                  </a:cubicBezTo>
                  <a:cubicBezTo>
                    <a:pt x="758092" y="140143"/>
                    <a:pt x="768536" y="149279"/>
                    <a:pt x="773586" y="164404"/>
                  </a:cubicBezTo>
                  <a:cubicBezTo>
                    <a:pt x="748831" y="180015"/>
                    <a:pt x="722730" y="191758"/>
                    <a:pt x="695298" y="199634"/>
                  </a:cubicBezTo>
                  <a:cubicBezTo>
                    <a:pt x="726770" y="228381"/>
                    <a:pt x="763306" y="237509"/>
                    <a:pt x="804901" y="227034"/>
                  </a:cubicBezTo>
                  <a:cubicBezTo>
                    <a:pt x="840287" y="217319"/>
                    <a:pt x="871602" y="201661"/>
                    <a:pt x="898846" y="180062"/>
                  </a:cubicBezTo>
                  <a:cubicBezTo>
                    <a:pt x="898846" y="172233"/>
                    <a:pt x="898846" y="164404"/>
                    <a:pt x="898846" y="156575"/>
                  </a:cubicBezTo>
                  <a:cubicBezTo>
                    <a:pt x="915318" y="154234"/>
                    <a:pt x="930975" y="156842"/>
                    <a:pt x="945818" y="164404"/>
                  </a:cubicBezTo>
                  <a:cubicBezTo>
                    <a:pt x="939360" y="171340"/>
                    <a:pt x="931531" y="173947"/>
                    <a:pt x="922332" y="172233"/>
                  </a:cubicBezTo>
                  <a:cubicBezTo>
                    <a:pt x="922332" y="182669"/>
                    <a:pt x="922332" y="193112"/>
                    <a:pt x="922332" y="203548"/>
                  </a:cubicBezTo>
                  <a:cubicBezTo>
                    <a:pt x="941215" y="204871"/>
                    <a:pt x="958180" y="199657"/>
                    <a:pt x="973219" y="187890"/>
                  </a:cubicBezTo>
                  <a:cubicBezTo>
                    <a:pt x="977134" y="190497"/>
                    <a:pt x="981048" y="193112"/>
                    <a:pt x="984962" y="195719"/>
                  </a:cubicBezTo>
                  <a:cubicBezTo>
                    <a:pt x="979740" y="200941"/>
                    <a:pt x="974527" y="206155"/>
                    <a:pt x="969305" y="211377"/>
                  </a:cubicBezTo>
                  <a:cubicBezTo>
                    <a:pt x="979607" y="221609"/>
                    <a:pt x="987436" y="233352"/>
                    <a:pt x="992791" y="246606"/>
                  </a:cubicBezTo>
                  <a:cubicBezTo>
                    <a:pt x="1005842" y="249213"/>
                    <a:pt x="1018884" y="251828"/>
                    <a:pt x="1031935" y="254435"/>
                  </a:cubicBezTo>
                  <a:cubicBezTo>
                    <a:pt x="1029328" y="257042"/>
                    <a:pt x="1026713" y="259657"/>
                    <a:pt x="1024106" y="262264"/>
                  </a:cubicBezTo>
                  <a:cubicBezTo>
                    <a:pt x="1040155" y="266382"/>
                    <a:pt x="1054505" y="272903"/>
                    <a:pt x="1067164" y="281836"/>
                  </a:cubicBezTo>
                  <a:cubicBezTo>
                    <a:pt x="1104171" y="282345"/>
                    <a:pt x="1142015" y="281045"/>
                    <a:pt x="1180681" y="277921"/>
                  </a:cubicBezTo>
                  <a:cubicBezTo>
                    <a:pt x="1200574" y="295552"/>
                    <a:pt x="1221446" y="312517"/>
                    <a:pt x="1243312" y="328808"/>
                  </a:cubicBezTo>
                  <a:cubicBezTo>
                    <a:pt x="1249152" y="338485"/>
                    <a:pt x="1251759" y="348928"/>
                    <a:pt x="1251140" y="360123"/>
                  </a:cubicBezTo>
                  <a:cubicBezTo>
                    <a:pt x="1260339" y="361838"/>
                    <a:pt x="1268168" y="359231"/>
                    <a:pt x="1274627" y="352295"/>
                  </a:cubicBezTo>
                  <a:cubicBezTo>
                    <a:pt x="1262993" y="317128"/>
                    <a:pt x="1239507" y="296248"/>
                    <a:pt x="1204168" y="289664"/>
                  </a:cubicBezTo>
                  <a:cubicBezTo>
                    <a:pt x="1204168" y="281836"/>
                    <a:pt x="1204168" y="274007"/>
                    <a:pt x="1204168" y="266178"/>
                  </a:cubicBezTo>
                  <a:cubicBezTo>
                    <a:pt x="1228781" y="271439"/>
                    <a:pt x="1252268" y="279268"/>
                    <a:pt x="1274627" y="289664"/>
                  </a:cubicBezTo>
                  <a:cubicBezTo>
                    <a:pt x="1273460" y="297900"/>
                    <a:pt x="1274760" y="305729"/>
                    <a:pt x="1278541" y="313151"/>
                  </a:cubicBezTo>
                  <a:cubicBezTo>
                    <a:pt x="1285532" y="303670"/>
                    <a:pt x="1292053" y="303670"/>
                    <a:pt x="1298113" y="313151"/>
                  </a:cubicBezTo>
                  <a:cubicBezTo>
                    <a:pt x="1290284" y="318372"/>
                    <a:pt x="1282455" y="323587"/>
                    <a:pt x="1274627" y="328808"/>
                  </a:cubicBezTo>
                  <a:cubicBezTo>
                    <a:pt x="1278541" y="331415"/>
                    <a:pt x="1282455" y="334030"/>
                    <a:pt x="1286370" y="336637"/>
                  </a:cubicBezTo>
                  <a:cubicBezTo>
                    <a:pt x="1321975" y="336034"/>
                    <a:pt x="1355897" y="338649"/>
                    <a:pt x="1388144" y="344466"/>
                  </a:cubicBezTo>
                  <a:cubicBezTo>
                    <a:pt x="1390907" y="335290"/>
                    <a:pt x="1389608" y="326162"/>
                    <a:pt x="1384229" y="317065"/>
                  </a:cubicBezTo>
                  <a:cubicBezTo>
                    <a:pt x="1391150" y="308469"/>
                    <a:pt x="1398979" y="304555"/>
                    <a:pt x="1407716" y="305322"/>
                  </a:cubicBezTo>
                  <a:cubicBezTo>
                    <a:pt x="1406079" y="300734"/>
                    <a:pt x="1403465" y="296820"/>
                    <a:pt x="1399887" y="293579"/>
                  </a:cubicBezTo>
                  <a:cubicBezTo>
                    <a:pt x="1419709" y="292271"/>
                    <a:pt x="1434067" y="301408"/>
                    <a:pt x="1442945" y="320979"/>
                  </a:cubicBezTo>
                  <a:cubicBezTo>
                    <a:pt x="1447776" y="313550"/>
                    <a:pt x="1446476" y="307029"/>
                    <a:pt x="1439031" y="301408"/>
                  </a:cubicBezTo>
                  <a:cubicBezTo>
                    <a:pt x="1454203" y="304406"/>
                    <a:pt x="1467246" y="303099"/>
                    <a:pt x="1478175" y="297493"/>
                  </a:cubicBezTo>
                  <a:cubicBezTo>
                    <a:pt x="1469626" y="287073"/>
                    <a:pt x="1459182" y="280552"/>
                    <a:pt x="1446860" y="277921"/>
                  </a:cubicBezTo>
                  <a:cubicBezTo>
                    <a:pt x="1485988" y="274571"/>
                    <a:pt x="1487295" y="268049"/>
                    <a:pt x="1450774" y="258349"/>
                  </a:cubicBezTo>
                  <a:cubicBezTo>
                    <a:pt x="1425604" y="265951"/>
                    <a:pt x="1400811" y="272480"/>
                    <a:pt x="1376401" y="277921"/>
                  </a:cubicBezTo>
                  <a:cubicBezTo>
                    <a:pt x="1382194" y="260134"/>
                    <a:pt x="1382194" y="244477"/>
                    <a:pt x="1376401" y="230949"/>
                  </a:cubicBezTo>
                  <a:cubicBezTo>
                    <a:pt x="1361651" y="229258"/>
                    <a:pt x="1348601" y="224036"/>
                    <a:pt x="1337257" y="215291"/>
                  </a:cubicBezTo>
                  <a:cubicBezTo>
                    <a:pt x="1354050" y="209474"/>
                    <a:pt x="1355349" y="202953"/>
                    <a:pt x="1341171" y="195719"/>
                  </a:cubicBezTo>
                  <a:cubicBezTo>
                    <a:pt x="1332074" y="201098"/>
                    <a:pt x="1322946" y="202397"/>
                    <a:pt x="1313771" y="199634"/>
                  </a:cubicBezTo>
                  <a:cubicBezTo>
                    <a:pt x="1321270" y="190654"/>
                    <a:pt x="1318663" y="182825"/>
                    <a:pt x="1305942" y="176147"/>
                  </a:cubicBezTo>
                  <a:cubicBezTo>
                    <a:pt x="1327698" y="174981"/>
                    <a:pt x="1331612" y="168452"/>
                    <a:pt x="1317685" y="156575"/>
                  </a:cubicBezTo>
                  <a:cubicBezTo>
                    <a:pt x="1302372" y="158799"/>
                    <a:pt x="1285407" y="158799"/>
                    <a:pt x="1266798" y="156575"/>
                  </a:cubicBezTo>
                  <a:cubicBezTo>
                    <a:pt x="1267972" y="185237"/>
                    <a:pt x="1256229" y="193065"/>
                    <a:pt x="1231568" y="180062"/>
                  </a:cubicBezTo>
                  <a:cubicBezTo>
                    <a:pt x="1226347" y="151354"/>
                    <a:pt x="1226347" y="122653"/>
                    <a:pt x="1231568" y="93945"/>
                  </a:cubicBezTo>
                  <a:cubicBezTo>
                    <a:pt x="1244932" y="88950"/>
                    <a:pt x="1259282" y="88950"/>
                    <a:pt x="1274627" y="93945"/>
                  </a:cubicBezTo>
                  <a:cubicBezTo>
                    <a:pt x="1274627" y="86116"/>
                    <a:pt x="1274627" y="78288"/>
                    <a:pt x="1274627" y="70459"/>
                  </a:cubicBezTo>
                  <a:cubicBezTo>
                    <a:pt x="1284976" y="69128"/>
                    <a:pt x="1294112" y="71735"/>
                    <a:pt x="1302027" y="78288"/>
                  </a:cubicBezTo>
                  <a:cubicBezTo>
                    <a:pt x="1305926" y="52320"/>
                    <a:pt x="1307233" y="26226"/>
                    <a:pt x="1305942" y="0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F3514D59-D311-4C2E-9430-87157777A7E4}"/>
                </a:ext>
              </a:extLst>
            </p:cNvPr>
            <p:cNvSpPr/>
            <p:nvPr/>
          </p:nvSpPr>
          <p:spPr>
            <a:xfrm>
              <a:off x="4971144" y="4389732"/>
              <a:ext cx="84892" cy="85910"/>
            </a:xfrm>
            <a:custGeom>
              <a:avLst/>
              <a:gdLst>
                <a:gd name="connsiteX0" fmla="*/ 77064 w 84892"/>
                <a:gd name="connsiteY0" fmla="*/ 29606 h 85910"/>
                <a:gd name="connsiteX1" fmla="*/ 84893 w 84892"/>
                <a:gd name="connsiteY1" fmla="*/ 53092 h 85910"/>
                <a:gd name="connsiteX2" fmla="*/ 22263 w 84892"/>
                <a:gd name="connsiteY2" fmla="*/ 84407 h 85910"/>
                <a:gd name="connsiteX3" fmla="*/ 10520 w 84892"/>
                <a:gd name="connsiteY3" fmla="*/ 13949 h 85910"/>
                <a:gd name="connsiteX4" fmla="*/ 77064 w 84892"/>
                <a:gd name="connsiteY4" fmla="*/ 29606 h 8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92" h="85910">
                  <a:moveTo>
                    <a:pt x="77064" y="29606"/>
                  </a:moveTo>
                  <a:cubicBezTo>
                    <a:pt x="77511" y="38288"/>
                    <a:pt x="80118" y="46117"/>
                    <a:pt x="84893" y="53092"/>
                  </a:cubicBezTo>
                  <a:cubicBezTo>
                    <a:pt x="72946" y="79655"/>
                    <a:pt x="52067" y="90091"/>
                    <a:pt x="22263" y="84407"/>
                  </a:cubicBezTo>
                  <a:cubicBezTo>
                    <a:pt x="-2781" y="65008"/>
                    <a:pt x="-6696" y="41521"/>
                    <a:pt x="10520" y="13949"/>
                  </a:cubicBezTo>
                  <a:cubicBezTo>
                    <a:pt x="39768" y="-8896"/>
                    <a:pt x="61947" y="-3682"/>
                    <a:pt x="77064" y="29606"/>
                  </a:cubicBezTo>
                  <a:close/>
                </a:path>
              </a:pathLst>
            </a:custGeom>
            <a:solidFill>
              <a:srgbClr val="C68C1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3B907317-A99E-4B7F-8D71-E1A77053CFCF}"/>
                </a:ext>
              </a:extLst>
            </p:cNvPr>
            <p:cNvSpPr/>
            <p:nvPr/>
          </p:nvSpPr>
          <p:spPr>
            <a:xfrm>
              <a:off x="5048208" y="4419339"/>
              <a:ext cx="1745815" cy="24463"/>
            </a:xfrm>
            <a:custGeom>
              <a:avLst/>
              <a:gdLst>
                <a:gd name="connsiteX0" fmla="*/ 0 w 1745815"/>
                <a:gd name="connsiteY0" fmla="*/ 0 h 24463"/>
                <a:gd name="connsiteX1" fmla="*/ 1205630 w 1745815"/>
                <a:gd name="connsiteY1" fmla="*/ 7829 h 24463"/>
                <a:gd name="connsiteX2" fmla="*/ 1229116 w 1745815"/>
                <a:gd name="connsiteY2" fmla="*/ 7829 h 24463"/>
                <a:gd name="connsiteX3" fmla="*/ 1745815 w 1745815"/>
                <a:gd name="connsiteY3" fmla="*/ 15658 h 24463"/>
                <a:gd name="connsiteX4" fmla="*/ 1221288 w 1745815"/>
                <a:gd name="connsiteY4" fmla="*/ 23486 h 24463"/>
                <a:gd name="connsiteX5" fmla="*/ 1189973 w 1745815"/>
                <a:gd name="connsiteY5" fmla="*/ 23486 h 24463"/>
                <a:gd name="connsiteX6" fmla="*/ 7829 w 1745815"/>
                <a:gd name="connsiteY6" fmla="*/ 23486 h 24463"/>
                <a:gd name="connsiteX7" fmla="*/ 0 w 1745815"/>
                <a:gd name="connsiteY7" fmla="*/ 0 h 2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5815" h="24463">
                  <a:moveTo>
                    <a:pt x="0" y="0"/>
                  </a:moveTo>
                  <a:cubicBezTo>
                    <a:pt x="401318" y="7790"/>
                    <a:pt x="803192" y="10404"/>
                    <a:pt x="1205630" y="7829"/>
                  </a:cubicBezTo>
                  <a:cubicBezTo>
                    <a:pt x="1213459" y="7829"/>
                    <a:pt x="1221288" y="7829"/>
                    <a:pt x="1229116" y="7829"/>
                  </a:cubicBezTo>
                  <a:cubicBezTo>
                    <a:pt x="1401428" y="5222"/>
                    <a:pt x="1573661" y="7829"/>
                    <a:pt x="1745815" y="15658"/>
                  </a:cubicBezTo>
                  <a:cubicBezTo>
                    <a:pt x="1571054" y="23486"/>
                    <a:pt x="1396206" y="26093"/>
                    <a:pt x="1221288" y="23486"/>
                  </a:cubicBezTo>
                  <a:cubicBezTo>
                    <a:pt x="1210852" y="23486"/>
                    <a:pt x="1200408" y="23486"/>
                    <a:pt x="1189973" y="23486"/>
                  </a:cubicBezTo>
                  <a:cubicBezTo>
                    <a:pt x="795927" y="23486"/>
                    <a:pt x="401874" y="23486"/>
                    <a:pt x="7829" y="23486"/>
                  </a:cubicBezTo>
                  <a:cubicBezTo>
                    <a:pt x="3053" y="16511"/>
                    <a:pt x="446" y="8682"/>
                    <a:pt x="0" y="0"/>
                  </a:cubicBezTo>
                  <a:close/>
                </a:path>
              </a:pathLst>
            </a:custGeom>
            <a:solidFill>
              <a:srgbClr val="CFA04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BDF5EE2A-E2C7-4F5B-B232-C2C8481ED9DA}"/>
                </a:ext>
              </a:extLst>
            </p:cNvPr>
            <p:cNvSpPr/>
            <p:nvPr/>
          </p:nvSpPr>
          <p:spPr>
            <a:xfrm>
              <a:off x="4993406" y="4442825"/>
              <a:ext cx="1244773" cy="39143"/>
            </a:xfrm>
            <a:custGeom>
              <a:avLst/>
              <a:gdLst>
                <a:gd name="connsiteX0" fmla="*/ 62630 w 1244773"/>
                <a:gd name="connsiteY0" fmla="*/ 0 h 39143"/>
                <a:gd name="connsiteX1" fmla="*/ 1244774 w 1244773"/>
                <a:gd name="connsiteY1" fmla="*/ 0 h 39143"/>
                <a:gd name="connsiteX2" fmla="*/ 1244774 w 1244773"/>
                <a:gd name="connsiteY2" fmla="*/ 7829 h 39143"/>
                <a:gd name="connsiteX3" fmla="*/ 1143000 w 1244773"/>
                <a:gd name="connsiteY3" fmla="*/ 7829 h 39143"/>
                <a:gd name="connsiteX4" fmla="*/ 62630 w 1244773"/>
                <a:gd name="connsiteY4" fmla="*/ 15658 h 39143"/>
                <a:gd name="connsiteX5" fmla="*/ 27401 w 1244773"/>
                <a:gd name="connsiteY5" fmla="*/ 39144 h 39143"/>
                <a:gd name="connsiteX6" fmla="*/ 0 w 1244773"/>
                <a:gd name="connsiteY6" fmla="*/ 31315 h 39143"/>
                <a:gd name="connsiteX7" fmla="*/ 62630 w 1244773"/>
                <a:gd name="connsiteY7" fmla="*/ 0 h 3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4773" h="39143">
                  <a:moveTo>
                    <a:pt x="62630" y="0"/>
                  </a:moveTo>
                  <a:cubicBezTo>
                    <a:pt x="456676" y="0"/>
                    <a:pt x="850729" y="0"/>
                    <a:pt x="1244774" y="0"/>
                  </a:cubicBezTo>
                  <a:cubicBezTo>
                    <a:pt x="1244774" y="2607"/>
                    <a:pt x="1244774" y="5222"/>
                    <a:pt x="1244774" y="7829"/>
                  </a:cubicBezTo>
                  <a:cubicBezTo>
                    <a:pt x="1210852" y="7829"/>
                    <a:pt x="1176922" y="7829"/>
                    <a:pt x="1143000" y="7829"/>
                  </a:cubicBezTo>
                  <a:cubicBezTo>
                    <a:pt x="782838" y="5222"/>
                    <a:pt x="422714" y="7829"/>
                    <a:pt x="62630" y="15658"/>
                  </a:cubicBezTo>
                  <a:cubicBezTo>
                    <a:pt x="56524" y="30963"/>
                    <a:pt x="44781" y="38792"/>
                    <a:pt x="27401" y="39144"/>
                  </a:cubicBezTo>
                  <a:cubicBezTo>
                    <a:pt x="16558" y="39034"/>
                    <a:pt x="7430" y="36419"/>
                    <a:pt x="0" y="31315"/>
                  </a:cubicBezTo>
                  <a:cubicBezTo>
                    <a:pt x="29804" y="36999"/>
                    <a:pt x="50683" y="26563"/>
                    <a:pt x="62630" y="0"/>
                  </a:cubicBezTo>
                  <a:close/>
                </a:path>
              </a:pathLst>
            </a:custGeom>
            <a:solidFill>
              <a:srgbClr val="F4F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C50B8CBC-DC06-4A5B-AE91-5FABE35055E0}"/>
                </a:ext>
              </a:extLst>
            </p:cNvPr>
            <p:cNvSpPr/>
            <p:nvPr/>
          </p:nvSpPr>
          <p:spPr>
            <a:xfrm>
              <a:off x="2918783" y="3417256"/>
              <a:ext cx="3460314" cy="2685680"/>
            </a:xfrm>
            <a:custGeom>
              <a:avLst/>
              <a:gdLst>
                <a:gd name="connsiteX0" fmla="*/ 2223370 w 3460314"/>
                <a:gd name="connsiteY0" fmla="*/ 0 h 2685680"/>
                <a:gd name="connsiteX1" fmla="*/ 2231199 w 3460314"/>
                <a:gd name="connsiteY1" fmla="*/ 665445 h 2685680"/>
                <a:gd name="connsiteX2" fmla="*/ 2379945 w 3460314"/>
                <a:gd name="connsiteY2" fmla="*/ 876822 h 2685680"/>
                <a:gd name="connsiteX3" fmla="*/ 2411260 w 3460314"/>
                <a:gd name="connsiteY3" fmla="*/ 884651 h 2685680"/>
                <a:gd name="connsiteX4" fmla="*/ 3100192 w 3460314"/>
                <a:gd name="connsiteY4" fmla="*/ 880736 h 2685680"/>
                <a:gd name="connsiteX5" fmla="*/ 3299825 w 3460314"/>
                <a:gd name="connsiteY5" fmla="*/ 649788 h 2685680"/>
                <a:gd name="connsiteX6" fmla="*/ 3311569 w 3460314"/>
                <a:gd name="connsiteY6" fmla="*/ 501041 h 2685680"/>
                <a:gd name="connsiteX7" fmla="*/ 3327226 w 3460314"/>
                <a:gd name="connsiteY7" fmla="*/ 320979 h 2685680"/>
                <a:gd name="connsiteX8" fmla="*/ 3335055 w 3460314"/>
                <a:gd name="connsiteY8" fmla="*/ 281836 h 2685680"/>
                <a:gd name="connsiteX9" fmla="*/ 3429000 w 3460314"/>
                <a:gd name="connsiteY9" fmla="*/ 281836 h 2685680"/>
                <a:gd name="connsiteX10" fmla="*/ 3460315 w 3460314"/>
                <a:gd name="connsiteY10" fmla="*/ 281836 h 2685680"/>
                <a:gd name="connsiteX11" fmla="*/ 3335055 w 3460314"/>
                <a:gd name="connsiteY11" fmla="*/ 1009911 h 2685680"/>
                <a:gd name="connsiteX12" fmla="*/ 2129425 w 3460314"/>
                <a:gd name="connsiteY12" fmla="*/ 1002082 h 2685680"/>
                <a:gd name="connsiteX13" fmla="*/ 2062880 w 3460314"/>
                <a:gd name="connsiteY13" fmla="*/ 986425 h 2685680"/>
                <a:gd name="connsiteX14" fmla="*/ 2074623 w 3460314"/>
                <a:gd name="connsiteY14" fmla="*/ 1056884 h 2685680"/>
                <a:gd name="connsiteX15" fmla="*/ 2102024 w 3460314"/>
                <a:gd name="connsiteY15" fmla="*/ 1064712 h 2685680"/>
                <a:gd name="connsiteX16" fmla="*/ 2137253 w 3460314"/>
                <a:gd name="connsiteY16" fmla="*/ 1041226 h 2685680"/>
                <a:gd name="connsiteX17" fmla="*/ 3217623 w 3460314"/>
                <a:gd name="connsiteY17" fmla="*/ 1033397 h 2685680"/>
                <a:gd name="connsiteX18" fmla="*/ 3303740 w 3460314"/>
                <a:gd name="connsiteY18" fmla="*/ 1045140 h 2685680"/>
                <a:gd name="connsiteX19" fmla="*/ 3241110 w 3460314"/>
                <a:gd name="connsiteY19" fmla="*/ 1056884 h 2685680"/>
                <a:gd name="connsiteX20" fmla="*/ 3221538 w 3460314"/>
                <a:gd name="connsiteY20" fmla="*/ 1119514 h 2685680"/>
                <a:gd name="connsiteX21" fmla="*/ 3194137 w 3460314"/>
                <a:gd name="connsiteY21" fmla="*/ 1170401 h 2685680"/>
                <a:gd name="connsiteX22" fmla="*/ 3201966 w 3460314"/>
                <a:gd name="connsiteY22" fmla="*/ 1189973 h 2685680"/>
                <a:gd name="connsiteX23" fmla="*/ 3092363 w 3460314"/>
                <a:gd name="connsiteY23" fmla="*/ 1189973 h 2685680"/>
                <a:gd name="connsiteX24" fmla="*/ 3162822 w 3460314"/>
                <a:gd name="connsiteY24" fmla="*/ 1213459 h 2685680"/>
                <a:gd name="connsiteX25" fmla="*/ 3166736 w 3460314"/>
                <a:gd name="connsiteY25" fmla="*/ 1189973 h 2685680"/>
                <a:gd name="connsiteX26" fmla="*/ 3217623 w 3460314"/>
                <a:gd name="connsiteY26" fmla="*/ 1205630 h 2685680"/>
                <a:gd name="connsiteX27" fmla="*/ 3182394 w 3460314"/>
                <a:gd name="connsiteY27" fmla="*/ 1252603 h 2685680"/>
                <a:gd name="connsiteX28" fmla="*/ 3178479 w 3460314"/>
                <a:gd name="connsiteY28" fmla="*/ 1229117 h 2685680"/>
                <a:gd name="connsiteX29" fmla="*/ 2904473 w 3460314"/>
                <a:gd name="connsiteY29" fmla="*/ 1182144 h 2685680"/>
                <a:gd name="connsiteX30" fmla="*/ 2927959 w 3460314"/>
                <a:gd name="connsiteY30" fmla="*/ 1119514 h 2685680"/>
                <a:gd name="connsiteX31" fmla="*/ 2982760 w 3460314"/>
                <a:gd name="connsiteY31" fmla="*/ 1111685 h 2685680"/>
                <a:gd name="connsiteX32" fmla="*/ 2841843 w 3460314"/>
                <a:gd name="connsiteY32" fmla="*/ 1052969 h 2685680"/>
                <a:gd name="connsiteX33" fmla="*/ 2747897 w 3460314"/>
                <a:gd name="connsiteY33" fmla="*/ 1049055 h 2685680"/>
                <a:gd name="connsiteX34" fmla="*/ 2747897 w 3460314"/>
                <a:gd name="connsiteY34" fmla="*/ 1072541 h 2685680"/>
                <a:gd name="connsiteX35" fmla="*/ 2669610 w 3460314"/>
                <a:gd name="connsiteY35" fmla="*/ 1092113 h 2685680"/>
                <a:gd name="connsiteX36" fmla="*/ 2685267 w 3460314"/>
                <a:gd name="connsiteY36" fmla="*/ 1107771 h 2685680"/>
                <a:gd name="connsiteX37" fmla="*/ 2794870 w 3460314"/>
                <a:gd name="connsiteY37" fmla="*/ 1107771 h 2685680"/>
                <a:gd name="connsiteX38" fmla="*/ 2775298 w 3460314"/>
                <a:gd name="connsiteY38" fmla="*/ 1143000 h 2685680"/>
                <a:gd name="connsiteX39" fmla="*/ 2849671 w 3460314"/>
                <a:gd name="connsiteY39" fmla="*/ 1143000 h 2685680"/>
                <a:gd name="connsiteX40" fmla="*/ 2880986 w 3460314"/>
                <a:gd name="connsiteY40" fmla="*/ 1174315 h 2685680"/>
                <a:gd name="connsiteX41" fmla="*/ 2826185 w 3460314"/>
                <a:gd name="connsiteY41" fmla="*/ 1182144 h 2685680"/>
                <a:gd name="connsiteX42" fmla="*/ 2763555 w 3460314"/>
                <a:gd name="connsiteY42" fmla="*/ 1166486 h 2685680"/>
                <a:gd name="connsiteX43" fmla="*/ 2763555 w 3460314"/>
                <a:gd name="connsiteY43" fmla="*/ 1143000 h 2685680"/>
                <a:gd name="connsiteX44" fmla="*/ 2732240 w 3460314"/>
                <a:gd name="connsiteY44" fmla="*/ 1143000 h 2685680"/>
                <a:gd name="connsiteX45" fmla="*/ 2724411 w 3460314"/>
                <a:gd name="connsiteY45" fmla="*/ 1166486 h 2685680"/>
                <a:gd name="connsiteX46" fmla="*/ 2724411 w 3460314"/>
                <a:gd name="connsiteY46" fmla="*/ 1146914 h 2685680"/>
                <a:gd name="connsiteX47" fmla="*/ 2677438 w 3460314"/>
                <a:gd name="connsiteY47" fmla="*/ 1131257 h 2685680"/>
                <a:gd name="connsiteX48" fmla="*/ 2673524 w 3460314"/>
                <a:gd name="connsiteY48" fmla="*/ 1119514 h 2685680"/>
                <a:gd name="connsiteX49" fmla="*/ 2653952 w 3460314"/>
                <a:gd name="connsiteY49" fmla="*/ 1131257 h 2685680"/>
                <a:gd name="connsiteX50" fmla="*/ 2657866 w 3460314"/>
                <a:gd name="connsiteY50" fmla="*/ 1150829 h 2685680"/>
                <a:gd name="connsiteX51" fmla="*/ 2622637 w 3460314"/>
                <a:gd name="connsiteY51" fmla="*/ 1139086 h 2685680"/>
                <a:gd name="connsiteX52" fmla="*/ 2614808 w 3460314"/>
                <a:gd name="connsiteY52" fmla="*/ 1072541 h 2685680"/>
                <a:gd name="connsiteX53" fmla="*/ 2469976 w 3460314"/>
                <a:gd name="connsiteY53" fmla="*/ 1049055 h 2685680"/>
                <a:gd name="connsiteX54" fmla="*/ 2434747 w 3460314"/>
                <a:gd name="connsiteY54" fmla="*/ 1064712 h 2685680"/>
                <a:gd name="connsiteX55" fmla="*/ 2434747 w 3460314"/>
                <a:gd name="connsiteY55" fmla="*/ 1084284 h 2685680"/>
                <a:gd name="connsiteX56" fmla="*/ 2454319 w 3460314"/>
                <a:gd name="connsiteY56" fmla="*/ 1103856 h 2685680"/>
                <a:gd name="connsiteX57" fmla="*/ 2466062 w 3460314"/>
                <a:gd name="connsiteY57" fmla="*/ 1080370 h 2685680"/>
                <a:gd name="connsiteX58" fmla="*/ 2540435 w 3460314"/>
                <a:gd name="connsiteY58" fmla="*/ 1064712 h 2685680"/>
                <a:gd name="connsiteX59" fmla="*/ 2560007 w 3460314"/>
                <a:gd name="connsiteY59" fmla="*/ 1096027 h 2685680"/>
                <a:gd name="connsiteX60" fmla="*/ 2599151 w 3460314"/>
                <a:gd name="connsiteY60" fmla="*/ 1092113 h 2685680"/>
                <a:gd name="connsiteX61" fmla="*/ 2599151 w 3460314"/>
                <a:gd name="connsiteY61" fmla="*/ 1131257 h 2685680"/>
                <a:gd name="connsiteX62" fmla="*/ 2583493 w 3460314"/>
                <a:gd name="connsiteY62" fmla="*/ 1182144 h 2685680"/>
                <a:gd name="connsiteX63" fmla="*/ 2661781 w 3460314"/>
                <a:gd name="connsiteY63" fmla="*/ 1174315 h 2685680"/>
                <a:gd name="connsiteX64" fmla="*/ 2591322 w 3460314"/>
                <a:gd name="connsiteY64" fmla="*/ 1201716 h 2685680"/>
                <a:gd name="connsiteX65" fmla="*/ 2618723 w 3460314"/>
                <a:gd name="connsiteY65" fmla="*/ 1205630 h 2685680"/>
                <a:gd name="connsiteX66" fmla="*/ 2614808 w 3460314"/>
                <a:gd name="connsiteY66" fmla="*/ 1225202 h 2685680"/>
                <a:gd name="connsiteX67" fmla="*/ 2638295 w 3460314"/>
                <a:gd name="connsiteY67" fmla="*/ 1229117 h 2685680"/>
                <a:gd name="connsiteX68" fmla="*/ 2653952 w 3460314"/>
                <a:gd name="connsiteY68" fmla="*/ 1256517 h 2685680"/>
                <a:gd name="connsiteX69" fmla="*/ 2630466 w 3460314"/>
                <a:gd name="connsiteY69" fmla="*/ 1268260 h 2685680"/>
                <a:gd name="connsiteX70" fmla="*/ 2638295 w 3460314"/>
                <a:gd name="connsiteY70" fmla="*/ 1377863 h 2685680"/>
                <a:gd name="connsiteX71" fmla="*/ 2591322 w 3460314"/>
                <a:gd name="connsiteY71" fmla="*/ 1354377 h 2685680"/>
                <a:gd name="connsiteX72" fmla="*/ 2614808 w 3460314"/>
                <a:gd name="connsiteY72" fmla="*/ 1342634 h 2685680"/>
                <a:gd name="connsiteX73" fmla="*/ 2603065 w 3460314"/>
                <a:gd name="connsiteY73" fmla="*/ 1276089 h 2685680"/>
                <a:gd name="connsiteX74" fmla="*/ 2614808 w 3460314"/>
                <a:gd name="connsiteY74" fmla="*/ 1283918 h 2685680"/>
                <a:gd name="connsiteX75" fmla="*/ 2618723 w 3460314"/>
                <a:gd name="connsiteY75" fmla="*/ 1260432 h 2685680"/>
                <a:gd name="connsiteX76" fmla="*/ 2528692 w 3460314"/>
                <a:gd name="connsiteY76" fmla="*/ 1244774 h 2685680"/>
                <a:gd name="connsiteX77" fmla="*/ 2528692 w 3460314"/>
                <a:gd name="connsiteY77" fmla="*/ 1213459 h 2685680"/>
                <a:gd name="connsiteX78" fmla="*/ 2575664 w 3460314"/>
                <a:gd name="connsiteY78" fmla="*/ 1205630 h 2685680"/>
                <a:gd name="connsiteX79" fmla="*/ 2528692 w 3460314"/>
                <a:gd name="connsiteY79" fmla="*/ 1182144 h 2685680"/>
                <a:gd name="connsiteX80" fmla="*/ 2560007 w 3460314"/>
                <a:gd name="connsiteY80" fmla="*/ 1143000 h 2685680"/>
                <a:gd name="connsiteX81" fmla="*/ 2548264 w 3460314"/>
                <a:gd name="connsiteY81" fmla="*/ 1135171 h 2685680"/>
                <a:gd name="connsiteX82" fmla="*/ 2462147 w 3460314"/>
                <a:gd name="connsiteY82" fmla="*/ 1182144 h 2685680"/>
                <a:gd name="connsiteX83" fmla="*/ 2379945 w 3460314"/>
                <a:gd name="connsiteY83" fmla="*/ 1162572 h 2685680"/>
                <a:gd name="connsiteX84" fmla="*/ 2372116 w 3460314"/>
                <a:gd name="connsiteY84" fmla="*/ 1135171 h 2685680"/>
                <a:gd name="connsiteX85" fmla="*/ 2340801 w 3460314"/>
                <a:gd name="connsiteY85" fmla="*/ 1119514 h 2685680"/>
                <a:gd name="connsiteX86" fmla="*/ 2305572 w 3460314"/>
                <a:gd name="connsiteY86" fmla="*/ 1111685 h 2685680"/>
                <a:gd name="connsiteX87" fmla="*/ 2309486 w 3460314"/>
                <a:gd name="connsiteY87" fmla="*/ 1131257 h 2685680"/>
                <a:gd name="connsiteX88" fmla="*/ 2356459 w 3460314"/>
                <a:gd name="connsiteY88" fmla="*/ 1150829 h 2685680"/>
                <a:gd name="connsiteX89" fmla="*/ 2317315 w 3460314"/>
                <a:gd name="connsiteY89" fmla="*/ 1174315 h 2685680"/>
                <a:gd name="connsiteX90" fmla="*/ 2329058 w 3460314"/>
                <a:gd name="connsiteY90" fmla="*/ 1174315 h 2685680"/>
                <a:gd name="connsiteX91" fmla="*/ 2297743 w 3460314"/>
                <a:gd name="connsiteY91" fmla="*/ 1174315 h 2685680"/>
                <a:gd name="connsiteX92" fmla="*/ 2274257 w 3460314"/>
                <a:gd name="connsiteY92" fmla="*/ 1197801 h 2685680"/>
                <a:gd name="connsiteX93" fmla="*/ 2203798 w 3460314"/>
                <a:gd name="connsiteY93" fmla="*/ 1166486 h 2685680"/>
                <a:gd name="connsiteX94" fmla="*/ 2192055 w 3460314"/>
                <a:gd name="connsiteY94" fmla="*/ 1178230 h 2685680"/>
                <a:gd name="connsiteX95" fmla="*/ 2199884 w 3460314"/>
                <a:gd name="connsiteY95" fmla="*/ 1213459 h 2685680"/>
                <a:gd name="connsiteX96" fmla="*/ 2235113 w 3460314"/>
                <a:gd name="connsiteY96" fmla="*/ 1197801 h 2685680"/>
                <a:gd name="connsiteX97" fmla="*/ 2325144 w 3460314"/>
                <a:gd name="connsiteY97" fmla="*/ 1205630 h 2685680"/>
                <a:gd name="connsiteX98" fmla="*/ 2329058 w 3460314"/>
                <a:gd name="connsiteY98" fmla="*/ 1229117 h 2685680"/>
                <a:gd name="connsiteX99" fmla="*/ 2344716 w 3460314"/>
                <a:gd name="connsiteY99" fmla="*/ 1229117 h 2685680"/>
                <a:gd name="connsiteX100" fmla="*/ 2348630 w 3460314"/>
                <a:gd name="connsiteY100" fmla="*/ 1260432 h 2685680"/>
                <a:gd name="connsiteX101" fmla="*/ 2274257 w 3460314"/>
                <a:gd name="connsiteY101" fmla="*/ 1236945 h 2685680"/>
                <a:gd name="connsiteX102" fmla="*/ 2301658 w 3460314"/>
                <a:gd name="connsiteY102" fmla="*/ 1280003 h 2685680"/>
                <a:gd name="connsiteX103" fmla="*/ 2258599 w 3460314"/>
                <a:gd name="connsiteY103" fmla="*/ 1276089 h 2685680"/>
                <a:gd name="connsiteX104" fmla="*/ 2223370 w 3460314"/>
                <a:gd name="connsiteY104" fmla="*/ 1291747 h 2685680"/>
                <a:gd name="connsiteX105" fmla="*/ 2152911 w 3460314"/>
                <a:gd name="connsiteY105" fmla="*/ 1276089 h 2685680"/>
                <a:gd name="connsiteX106" fmla="*/ 2152911 w 3460314"/>
                <a:gd name="connsiteY106" fmla="*/ 1307404 h 2685680"/>
                <a:gd name="connsiteX107" fmla="*/ 2239027 w 3460314"/>
                <a:gd name="connsiteY107" fmla="*/ 1323062 h 2685680"/>
                <a:gd name="connsiteX108" fmla="*/ 2188140 w 3460314"/>
                <a:gd name="connsiteY108" fmla="*/ 1354377 h 2685680"/>
                <a:gd name="connsiteX109" fmla="*/ 2176397 w 3460314"/>
                <a:gd name="connsiteY109" fmla="*/ 1362206 h 2685680"/>
                <a:gd name="connsiteX110" fmla="*/ 2223370 w 3460314"/>
                <a:gd name="connsiteY110" fmla="*/ 1366120 h 2685680"/>
                <a:gd name="connsiteX111" fmla="*/ 2250771 w 3460314"/>
                <a:gd name="connsiteY111" fmla="*/ 1401349 h 2685680"/>
                <a:gd name="connsiteX112" fmla="*/ 2266428 w 3460314"/>
                <a:gd name="connsiteY112" fmla="*/ 1393521 h 2685680"/>
                <a:gd name="connsiteX113" fmla="*/ 2325144 w 3460314"/>
                <a:gd name="connsiteY113" fmla="*/ 1428750 h 2685680"/>
                <a:gd name="connsiteX114" fmla="*/ 2286000 w 3460314"/>
                <a:gd name="connsiteY114" fmla="*/ 1444408 h 2685680"/>
                <a:gd name="connsiteX115" fmla="*/ 2289914 w 3460314"/>
                <a:gd name="connsiteY115" fmla="*/ 1479637 h 2685680"/>
                <a:gd name="connsiteX116" fmla="*/ 2282086 w 3460314"/>
                <a:gd name="connsiteY116" fmla="*/ 1471808 h 2685680"/>
                <a:gd name="connsiteX117" fmla="*/ 2282086 w 3460314"/>
                <a:gd name="connsiteY117" fmla="*/ 1495295 h 2685680"/>
                <a:gd name="connsiteX118" fmla="*/ 2348630 w 3460314"/>
                <a:gd name="connsiteY118" fmla="*/ 1495295 h 2685680"/>
                <a:gd name="connsiteX119" fmla="*/ 2348630 w 3460314"/>
                <a:gd name="connsiteY119" fmla="*/ 1526610 h 2685680"/>
                <a:gd name="connsiteX120" fmla="*/ 2372116 w 3460314"/>
                <a:gd name="connsiteY120" fmla="*/ 1526610 h 2685680"/>
                <a:gd name="connsiteX121" fmla="*/ 2372116 w 3460314"/>
                <a:gd name="connsiteY121" fmla="*/ 1557925 h 2685680"/>
                <a:gd name="connsiteX122" fmla="*/ 2282086 w 3460314"/>
                <a:gd name="connsiteY122" fmla="*/ 1503123 h 2685680"/>
                <a:gd name="connsiteX123" fmla="*/ 2274257 w 3460314"/>
                <a:gd name="connsiteY123" fmla="*/ 1510952 h 2685680"/>
                <a:gd name="connsiteX124" fmla="*/ 2254685 w 3460314"/>
                <a:gd name="connsiteY124" fmla="*/ 1483551 h 2685680"/>
                <a:gd name="connsiteX125" fmla="*/ 2266428 w 3460314"/>
                <a:gd name="connsiteY125" fmla="*/ 1456151 h 2685680"/>
                <a:gd name="connsiteX126" fmla="*/ 2188140 w 3460314"/>
                <a:gd name="connsiteY126" fmla="*/ 1456151 h 2685680"/>
                <a:gd name="connsiteX127" fmla="*/ 2172483 w 3460314"/>
                <a:gd name="connsiteY127" fmla="*/ 1479637 h 2685680"/>
                <a:gd name="connsiteX128" fmla="*/ 2137253 w 3460314"/>
                <a:gd name="connsiteY128" fmla="*/ 1440493 h 2685680"/>
                <a:gd name="connsiteX129" fmla="*/ 2102024 w 3460314"/>
                <a:gd name="connsiteY129" fmla="*/ 1456151 h 2685680"/>
                <a:gd name="connsiteX130" fmla="*/ 2027651 w 3460314"/>
                <a:gd name="connsiteY130" fmla="*/ 1417007 h 2685680"/>
                <a:gd name="connsiteX131" fmla="*/ 2011993 w 3460314"/>
                <a:gd name="connsiteY131" fmla="*/ 1420921 h 2685680"/>
                <a:gd name="connsiteX132" fmla="*/ 2121596 w 3460314"/>
                <a:gd name="connsiteY132" fmla="*/ 1471808 h 2685680"/>
                <a:gd name="connsiteX133" fmla="*/ 2113767 w 3460314"/>
                <a:gd name="connsiteY133" fmla="*/ 1522695 h 2685680"/>
                <a:gd name="connsiteX134" fmla="*/ 2192055 w 3460314"/>
                <a:gd name="connsiteY134" fmla="*/ 1530524 h 2685680"/>
                <a:gd name="connsiteX135" fmla="*/ 2184226 w 3460314"/>
                <a:gd name="connsiteY135" fmla="*/ 1538353 h 2685680"/>
                <a:gd name="connsiteX136" fmla="*/ 2223370 w 3460314"/>
                <a:gd name="connsiteY136" fmla="*/ 1546182 h 2685680"/>
                <a:gd name="connsiteX137" fmla="*/ 2231199 w 3460314"/>
                <a:gd name="connsiteY137" fmla="*/ 1577497 h 2685680"/>
                <a:gd name="connsiteX138" fmla="*/ 2254685 w 3460314"/>
                <a:gd name="connsiteY138" fmla="*/ 1573582 h 2685680"/>
                <a:gd name="connsiteX139" fmla="*/ 2254685 w 3460314"/>
                <a:gd name="connsiteY139" fmla="*/ 1593154 h 2685680"/>
                <a:gd name="connsiteX140" fmla="*/ 2192055 w 3460314"/>
                <a:gd name="connsiteY140" fmla="*/ 1616640 h 2685680"/>
                <a:gd name="connsiteX141" fmla="*/ 2215541 w 3460314"/>
                <a:gd name="connsiteY141" fmla="*/ 1604897 h 2685680"/>
                <a:gd name="connsiteX142" fmla="*/ 2278171 w 3460314"/>
                <a:gd name="connsiteY142" fmla="*/ 1612726 h 2685680"/>
                <a:gd name="connsiteX143" fmla="*/ 2262514 w 3460314"/>
                <a:gd name="connsiteY143" fmla="*/ 1644041 h 2685680"/>
                <a:gd name="connsiteX144" fmla="*/ 2348630 w 3460314"/>
                <a:gd name="connsiteY144" fmla="*/ 1659699 h 2685680"/>
                <a:gd name="connsiteX145" fmla="*/ 2348630 w 3460314"/>
                <a:gd name="connsiteY145" fmla="*/ 1691014 h 2685680"/>
                <a:gd name="connsiteX146" fmla="*/ 2379945 w 3460314"/>
                <a:gd name="connsiteY146" fmla="*/ 1687099 h 2685680"/>
                <a:gd name="connsiteX147" fmla="*/ 2411260 w 3460314"/>
                <a:gd name="connsiteY147" fmla="*/ 1644041 h 2685680"/>
                <a:gd name="connsiteX148" fmla="*/ 2481719 w 3460314"/>
                <a:gd name="connsiteY148" fmla="*/ 1659699 h 2685680"/>
                <a:gd name="connsiteX149" fmla="*/ 2481719 w 3460314"/>
                <a:gd name="connsiteY149" fmla="*/ 1589240 h 2685680"/>
                <a:gd name="connsiteX150" fmla="*/ 2560007 w 3460314"/>
                <a:gd name="connsiteY150" fmla="*/ 1612726 h 2685680"/>
                <a:gd name="connsiteX151" fmla="*/ 2567836 w 3460314"/>
                <a:gd name="connsiteY151" fmla="*/ 1557925 h 2685680"/>
                <a:gd name="connsiteX152" fmla="*/ 2513034 w 3460314"/>
                <a:gd name="connsiteY152" fmla="*/ 1573582 h 2685680"/>
                <a:gd name="connsiteX153" fmla="*/ 2489548 w 3460314"/>
                <a:gd name="connsiteY153" fmla="*/ 1565753 h 2685680"/>
                <a:gd name="connsiteX154" fmla="*/ 2528692 w 3460314"/>
                <a:gd name="connsiteY154" fmla="*/ 1550096 h 2685680"/>
                <a:gd name="connsiteX155" fmla="*/ 2513034 w 3460314"/>
                <a:gd name="connsiteY155" fmla="*/ 1550096 h 2685680"/>
                <a:gd name="connsiteX156" fmla="*/ 2505206 w 3460314"/>
                <a:gd name="connsiteY156" fmla="*/ 1503123 h 2685680"/>
                <a:gd name="connsiteX157" fmla="*/ 2563921 w 3460314"/>
                <a:gd name="connsiteY157" fmla="*/ 1495295 h 2685680"/>
                <a:gd name="connsiteX158" fmla="*/ 2614808 w 3460314"/>
                <a:gd name="connsiteY158" fmla="*/ 1510952 h 2685680"/>
                <a:gd name="connsiteX159" fmla="*/ 2646123 w 3460314"/>
                <a:gd name="connsiteY159" fmla="*/ 1561839 h 2685680"/>
                <a:gd name="connsiteX160" fmla="*/ 2583493 w 3460314"/>
                <a:gd name="connsiteY160" fmla="*/ 1573582 h 2685680"/>
                <a:gd name="connsiteX161" fmla="*/ 2579579 w 3460314"/>
                <a:gd name="connsiteY161" fmla="*/ 1628384 h 2685680"/>
                <a:gd name="connsiteX162" fmla="*/ 2528692 w 3460314"/>
                <a:gd name="connsiteY162" fmla="*/ 1655784 h 2685680"/>
                <a:gd name="connsiteX163" fmla="*/ 2536521 w 3460314"/>
                <a:gd name="connsiteY163" fmla="*/ 1671442 h 2685680"/>
                <a:gd name="connsiteX164" fmla="*/ 2575664 w 3460314"/>
                <a:gd name="connsiteY164" fmla="*/ 1675356 h 2685680"/>
                <a:gd name="connsiteX165" fmla="*/ 2575664 w 3460314"/>
                <a:gd name="connsiteY165" fmla="*/ 1722329 h 2685680"/>
                <a:gd name="connsiteX166" fmla="*/ 2528692 w 3460314"/>
                <a:gd name="connsiteY166" fmla="*/ 1737986 h 2685680"/>
                <a:gd name="connsiteX167" fmla="*/ 2520863 w 3460314"/>
                <a:gd name="connsiteY167" fmla="*/ 1769301 h 2685680"/>
                <a:gd name="connsiteX168" fmla="*/ 2552178 w 3460314"/>
                <a:gd name="connsiteY168" fmla="*/ 1777130 h 2685680"/>
                <a:gd name="connsiteX169" fmla="*/ 2552178 w 3460314"/>
                <a:gd name="connsiteY169" fmla="*/ 1816274 h 2685680"/>
                <a:gd name="connsiteX170" fmla="*/ 2501291 w 3460314"/>
                <a:gd name="connsiteY170" fmla="*/ 1824103 h 2685680"/>
                <a:gd name="connsiteX171" fmla="*/ 2513034 w 3460314"/>
                <a:gd name="connsiteY171" fmla="*/ 1777130 h 2685680"/>
                <a:gd name="connsiteX172" fmla="*/ 2481719 w 3460314"/>
                <a:gd name="connsiteY172" fmla="*/ 1777130 h 2685680"/>
                <a:gd name="connsiteX173" fmla="*/ 2477805 w 3460314"/>
                <a:gd name="connsiteY173" fmla="*/ 1714500 h 2685680"/>
                <a:gd name="connsiteX174" fmla="*/ 2458233 w 3460314"/>
                <a:gd name="connsiteY174" fmla="*/ 1710586 h 2685680"/>
                <a:gd name="connsiteX175" fmla="*/ 2462147 w 3460314"/>
                <a:gd name="connsiteY175" fmla="*/ 1698843 h 2685680"/>
                <a:gd name="connsiteX176" fmla="*/ 2505206 w 3460314"/>
                <a:gd name="connsiteY176" fmla="*/ 1706671 h 2685680"/>
                <a:gd name="connsiteX177" fmla="*/ 2513034 w 3460314"/>
                <a:gd name="connsiteY177" fmla="*/ 1679271 h 2685680"/>
                <a:gd name="connsiteX178" fmla="*/ 2462147 w 3460314"/>
                <a:gd name="connsiteY178" fmla="*/ 1683185 h 2685680"/>
                <a:gd name="connsiteX179" fmla="*/ 2415175 w 3460314"/>
                <a:gd name="connsiteY179" fmla="*/ 1659699 h 2685680"/>
                <a:gd name="connsiteX180" fmla="*/ 2368202 w 3460314"/>
                <a:gd name="connsiteY180" fmla="*/ 1706671 h 2685680"/>
                <a:gd name="connsiteX181" fmla="*/ 2301658 w 3460314"/>
                <a:gd name="connsiteY181" fmla="*/ 1687099 h 2685680"/>
                <a:gd name="connsiteX182" fmla="*/ 2301658 w 3460314"/>
                <a:gd name="connsiteY182" fmla="*/ 1667527 h 2685680"/>
                <a:gd name="connsiteX183" fmla="*/ 2152911 w 3460314"/>
                <a:gd name="connsiteY183" fmla="*/ 1675356 h 2685680"/>
                <a:gd name="connsiteX184" fmla="*/ 2160740 w 3460314"/>
                <a:gd name="connsiteY184" fmla="*/ 1722329 h 2685680"/>
                <a:gd name="connsiteX185" fmla="*/ 2231199 w 3460314"/>
                <a:gd name="connsiteY185" fmla="*/ 1710586 h 2685680"/>
                <a:gd name="connsiteX186" fmla="*/ 2246856 w 3460314"/>
                <a:gd name="connsiteY186" fmla="*/ 1749730 h 2685680"/>
                <a:gd name="connsiteX187" fmla="*/ 2301658 w 3460314"/>
                <a:gd name="connsiteY187" fmla="*/ 1757558 h 2685680"/>
                <a:gd name="connsiteX188" fmla="*/ 2329058 w 3460314"/>
                <a:gd name="connsiteY188" fmla="*/ 1777130 h 2685680"/>
                <a:gd name="connsiteX189" fmla="*/ 2301658 w 3460314"/>
                <a:gd name="connsiteY189" fmla="*/ 1788873 h 2685680"/>
                <a:gd name="connsiteX190" fmla="*/ 2344716 w 3460314"/>
                <a:gd name="connsiteY190" fmla="*/ 1831932 h 2685680"/>
                <a:gd name="connsiteX191" fmla="*/ 2360373 w 3460314"/>
                <a:gd name="connsiteY191" fmla="*/ 1831932 h 2685680"/>
                <a:gd name="connsiteX192" fmla="*/ 2376031 w 3460314"/>
                <a:gd name="connsiteY192" fmla="*/ 1863247 h 2685680"/>
                <a:gd name="connsiteX193" fmla="*/ 2403432 w 3460314"/>
                <a:gd name="connsiteY193" fmla="*/ 1808445 h 2685680"/>
                <a:gd name="connsiteX194" fmla="*/ 2434747 w 3460314"/>
                <a:gd name="connsiteY194" fmla="*/ 1847589 h 2685680"/>
                <a:gd name="connsiteX195" fmla="*/ 2395603 w 3460314"/>
                <a:gd name="connsiteY195" fmla="*/ 1863247 h 2685680"/>
                <a:gd name="connsiteX196" fmla="*/ 2426918 w 3460314"/>
                <a:gd name="connsiteY196" fmla="*/ 1871075 h 2685680"/>
                <a:gd name="connsiteX197" fmla="*/ 2434747 w 3460314"/>
                <a:gd name="connsiteY197" fmla="*/ 1894562 h 2685680"/>
                <a:gd name="connsiteX198" fmla="*/ 2387774 w 3460314"/>
                <a:gd name="connsiteY198" fmla="*/ 1929791 h 2685680"/>
                <a:gd name="connsiteX199" fmla="*/ 2403432 w 3460314"/>
                <a:gd name="connsiteY199" fmla="*/ 1945449 h 2685680"/>
                <a:gd name="connsiteX200" fmla="*/ 2391688 w 3460314"/>
                <a:gd name="connsiteY200" fmla="*/ 1972849 h 2685680"/>
                <a:gd name="connsiteX201" fmla="*/ 2407346 w 3460314"/>
                <a:gd name="connsiteY201" fmla="*/ 2004164 h 2685680"/>
                <a:gd name="connsiteX202" fmla="*/ 2423003 w 3460314"/>
                <a:gd name="connsiteY202" fmla="*/ 2004164 h 2685680"/>
                <a:gd name="connsiteX203" fmla="*/ 2426918 w 3460314"/>
                <a:gd name="connsiteY203" fmla="*/ 2027651 h 2685680"/>
                <a:gd name="connsiteX204" fmla="*/ 2458233 w 3460314"/>
                <a:gd name="connsiteY204" fmla="*/ 2027651 h 2685680"/>
                <a:gd name="connsiteX205" fmla="*/ 2458233 w 3460314"/>
                <a:gd name="connsiteY205" fmla="*/ 2058966 h 2685680"/>
                <a:gd name="connsiteX206" fmla="*/ 2426918 w 3460314"/>
                <a:gd name="connsiteY206" fmla="*/ 2062880 h 2685680"/>
                <a:gd name="connsiteX207" fmla="*/ 2419089 w 3460314"/>
                <a:gd name="connsiteY207" fmla="*/ 2090281 h 2685680"/>
                <a:gd name="connsiteX208" fmla="*/ 2379945 w 3460314"/>
                <a:gd name="connsiteY208" fmla="*/ 2098110 h 2685680"/>
                <a:gd name="connsiteX209" fmla="*/ 2383860 w 3460314"/>
                <a:gd name="connsiteY209" fmla="*/ 2137254 h 2685680"/>
                <a:gd name="connsiteX210" fmla="*/ 2419089 w 3460314"/>
                <a:gd name="connsiteY210" fmla="*/ 2141168 h 2685680"/>
                <a:gd name="connsiteX211" fmla="*/ 2423003 w 3460314"/>
                <a:gd name="connsiteY211" fmla="*/ 2121596 h 2685680"/>
                <a:gd name="connsiteX212" fmla="*/ 2434747 w 3460314"/>
                <a:gd name="connsiteY212" fmla="*/ 2098110 h 2685680"/>
                <a:gd name="connsiteX213" fmla="*/ 2540435 w 3460314"/>
                <a:gd name="connsiteY213" fmla="*/ 2098110 h 2685680"/>
                <a:gd name="connsiteX214" fmla="*/ 2560007 w 3460314"/>
                <a:gd name="connsiteY214" fmla="*/ 2062880 h 2685680"/>
                <a:gd name="connsiteX215" fmla="*/ 2473890 w 3460314"/>
                <a:gd name="connsiteY215" fmla="*/ 2082452 h 2685680"/>
                <a:gd name="connsiteX216" fmla="*/ 2473890 w 3460314"/>
                <a:gd name="connsiteY216" fmla="*/ 2058966 h 2685680"/>
                <a:gd name="connsiteX217" fmla="*/ 2481719 w 3460314"/>
                <a:gd name="connsiteY217" fmla="*/ 1972849 h 2685680"/>
                <a:gd name="connsiteX218" fmla="*/ 2458233 w 3460314"/>
                <a:gd name="connsiteY218" fmla="*/ 1972849 h 2685680"/>
                <a:gd name="connsiteX219" fmla="*/ 2458233 w 3460314"/>
                <a:gd name="connsiteY219" fmla="*/ 1949363 h 2685680"/>
                <a:gd name="connsiteX220" fmla="*/ 2481719 w 3460314"/>
                <a:gd name="connsiteY220" fmla="*/ 1949363 h 2685680"/>
                <a:gd name="connsiteX221" fmla="*/ 2481719 w 3460314"/>
                <a:gd name="connsiteY221" fmla="*/ 1925877 h 2685680"/>
                <a:gd name="connsiteX222" fmla="*/ 2505206 w 3460314"/>
                <a:gd name="connsiteY222" fmla="*/ 1925877 h 2685680"/>
                <a:gd name="connsiteX223" fmla="*/ 2505206 w 3460314"/>
                <a:gd name="connsiteY223" fmla="*/ 2004164 h 2685680"/>
                <a:gd name="connsiteX224" fmla="*/ 2552178 w 3460314"/>
                <a:gd name="connsiteY224" fmla="*/ 2008079 h 2685680"/>
                <a:gd name="connsiteX225" fmla="*/ 2552178 w 3460314"/>
                <a:gd name="connsiteY225" fmla="*/ 2027651 h 2685680"/>
                <a:gd name="connsiteX226" fmla="*/ 2603065 w 3460314"/>
                <a:gd name="connsiteY226" fmla="*/ 2004164 h 2685680"/>
                <a:gd name="connsiteX227" fmla="*/ 2646123 w 3460314"/>
                <a:gd name="connsiteY227" fmla="*/ 2027651 h 2685680"/>
                <a:gd name="connsiteX228" fmla="*/ 2685267 w 3460314"/>
                <a:gd name="connsiteY228" fmla="*/ 2011993 h 2685680"/>
                <a:gd name="connsiteX229" fmla="*/ 2693096 w 3460314"/>
                <a:gd name="connsiteY229" fmla="*/ 1976764 h 2685680"/>
                <a:gd name="connsiteX230" fmla="*/ 2661781 w 3460314"/>
                <a:gd name="connsiteY230" fmla="*/ 1972849 h 2685680"/>
                <a:gd name="connsiteX231" fmla="*/ 2661781 w 3460314"/>
                <a:gd name="connsiteY231" fmla="*/ 1941534 h 2685680"/>
                <a:gd name="connsiteX232" fmla="*/ 2700925 w 3460314"/>
                <a:gd name="connsiteY232" fmla="*/ 1941534 h 2685680"/>
                <a:gd name="connsiteX233" fmla="*/ 2700925 w 3460314"/>
                <a:gd name="connsiteY233" fmla="*/ 1972849 h 2685680"/>
                <a:gd name="connsiteX234" fmla="*/ 2771384 w 3460314"/>
                <a:gd name="connsiteY234" fmla="*/ 1941534 h 2685680"/>
                <a:gd name="connsiteX235" fmla="*/ 2771384 w 3460314"/>
                <a:gd name="connsiteY235" fmla="*/ 1910219 h 2685680"/>
                <a:gd name="connsiteX236" fmla="*/ 2794870 w 3460314"/>
                <a:gd name="connsiteY236" fmla="*/ 1910219 h 2685680"/>
                <a:gd name="connsiteX237" fmla="*/ 2790956 w 3460314"/>
                <a:gd name="connsiteY237" fmla="*/ 1965021 h 2685680"/>
                <a:gd name="connsiteX238" fmla="*/ 2834014 w 3460314"/>
                <a:gd name="connsiteY238" fmla="*/ 1953277 h 2685680"/>
                <a:gd name="connsiteX239" fmla="*/ 2818356 w 3460314"/>
                <a:gd name="connsiteY239" fmla="*/ 1929791 h 2685680"/>
                <a:gd name="connsiteX240" fmla="*/ 2857500 w 3460314"/>
                <a:gd name="connsiteY240" fmla="*/ 1898476 h 2685680"/>
                <a:gd name="connsiteX241" fmla="*/ 2794870 w 3460314"/>
                <a:gd name="connsiteY241" fmla="*/ 1894562 h 2685680"/>
                <a:gd name="connsiteX242" fmla="*/ 2794870 w 3460314"/>
                <a:gd name="connsiteY242" fmla="*/ 1863247 h 2685680"/>
                <a:gd name="connsiteX243" fmla="*/ 2841843 w 3460314"/>
                <a:gd name="connsiteY243" fmla="*/ 1863247 h 2685680"/>
                <a:gd name="connsiteX244" fmla="*/ 2857500 w 3460314"/>
                <a:gd name="connsiteY244" fmla="*/ 1863247 h 2685680"/>
                <a:gd name="connsiteX245" fmla="*/ 2904473 w 3460314"/>
                <a:gd name="connsiteY245" fmla="*/ 1859332 h 2685680"/>
                <a:gd name="connsiteX246" fmla="*/ 2880986 w 3460314"/>
                <a:gd name="connsiteY246" fmla="*/ 1847589 h 2685680"/>
                <a:gd name="connsiteX247" fmla="*/ 2920130 w 3460314"/>
                <a:gd name="connsiteY247" fmla="*/ 1820188 h 2685680"/>
                <a:gd name="connsiteX248" fmla="*/ 2908387 w 3460314"/>
                <a:gd name="connsiteY248" fmla="*/ 1792788 h 2685680"/>
                <a:gd name="connsiteX249" fmla="*/ 2908387 w 3460314"/>
                <a:gd name="connsiteY249" fmla="*/ 1769301 h 2685680"/>
                <a:gd name="connsiteX250" fmla="*/ 2857500 w 3460314"/>
                <a:gd name="connsiteY250" fmla="*/ 1773216 h 2685680"/>
                <a:gd name="connsiteX251" fmla="*/ 2857500 w 3460314"/>
                <a:gd name="connsiteY251" fmla="*/ 1753644 h 2685680"/>
                <a:gd name="connsiteX252" fmla="*/ 2857500 w 3460314"/>
                <a:gd name="connsiteY252" fmla="*/ 1722329 h 2685680"/>
                <a:gd name="connsiteX253" fmla="*/ 2880986 w 3460314"/>
                <a:gd name="connsiteY253" fmla="*/ 1694928 h 2685680"/>
                <a:gd name="connsiteX254" fmla="*/ 2912301 w 3460314"/>
                <a:gd name="connsiteY254" fmla="*/ 1694928 h 2685680"/>
                <a:gd name="connsiteX255" fmla="*/ 2920130 w 3460314"/>
                <a:gd name="connsiteY255" fmla="*/ 1718414 h 2685680"/>
                <a:gd name="connsiteX256" fmla="*/ 3021904 w 3460314"/>
                <a:gd name="connsiteY256" fmla="*/ 1683185 h 2685680"/>
                <a:gd name="connsiteX257" fmla="*/ 2998418 w 3460314"/>
                <a:gd name="connsiteY257" fmla="*/ 1667527 h 2685680"/>
                <a:gd name="connsiteX258" fmla="*/ 3014075 w 3460314"/>
                <a:gd name="connsiteY258" fmla="*/ 1655784 h 2685680"/>
                <a:gd name="connsiteX259" fmla="*/ 2998418 w 3460314"/>
                <a:gd name="connsiteY259" fmla="*/ 1620555 h 2685680"/>
                <a:gd name="connsiteX260" fmla="*/ 2967103 w 3460314"/>
                <a:gd name="connsiteY260" fmla="*/ 1636212 h 2685680"/>
                <a:gd name="connsiteX261" fmla="*/ 2963188 w 3460314"/>
                <a:gd name="connsiteY261" fmla="*/ 1604897 h 2685680"/>
                <a:gd name="connsiteX262" fmla="*/ 2974932 w 3460314"/>
                <a:gd name="connsiteY262" fmla="*/ 1612726 h 2685680"/>
                <a:gd name="connsiteX263" fmla="*/ 3045390 w 3460314"/>
                <a:gd name="connsiteY263" fmla="*/ 1589240 h 2685680"/>
                <a:gd name="connsiteX264" fmla="*/ 3049305 w 3460314"/>
                <a:gd name="connsiteY264" fmla="*/ 1620555 h 2685680"/>
                <a:gd name="connsiteX265" fmla="*/ 3064962 w 3460314"/>
                <a:gd name="connsiteY265" fmla="*/ 1620555 h 2685680"/>
                <a:gd name="connsiteX266" fmla="*/ 3100192 w 3460314"/>
                <a:gd name="connsiteY266" fmla="*/ 1550096 h 2685680"/>
                <a:gd name="connsiteX267" fmla="*/ 3131507 w 3460314"/>
                <a:gd name="connsiteY267" fmla="*/ 1550096 h 2685680"/>
                <a:gd name="connsiteX268" fmla="*/ 2900558 w 3460314"/>
                <a:gd name="connsiteY268" fmla="*/ 1902390 h 2685680"/>
                <a:gd name="connsiteX269" fmla="*/ 2317315 w 3460314"/>
                <a:gd name="connsiteY269" fmla="*/ 2516949 h 2685680"/>
                <a:gd name="connsiteX270" fmla="*/ 1730158 w 3460314"/>
                <a:gd name="connsiteY270" fmla="*/ 2681353 h 2685680"/>
                <a:gd name="connsiteX271" fmla="*/ 1236945 w 3460314"/>
                <a:gd name="connsiteY271" fmla="*/ 2650038 h 2685680"/>
                <a:gd name="connsiteX272" fmla="*/ 798534 w 3460314"/>
                <a:gd name="connsiteY272" fmla="*/ 2364288 h 2685680"/>
                <a:gd name="connsiteX273" fmla="*/ 790705 w 3460314"/>
                <a:gd name="connsiteY273" fmla="*/ 2297743 h 2685680"/>
                <a:gd name="connsiteX274" fmla="*/ 735904 w 3460314"/>
                <a:gd name="connsiteY274" fmla="*/ 2317315 h 2685680"/>
                <a:gd name="connsiteX275" fmla="*/ 90031 w 3460314"/>
                <a:gd name="connsiteY275" fmla="*/ 1526610 h 2685680"/>
                <a:gd name="connsiteX276" fmla="*/ 0 w 3460314"/>
                <a:gd name="connsiteY276" fmla="*/ 1323062 h 2685680"/>
                <a:gd name="connsiteX277" fmla="*/ 15658 w 3460314"/>
                <a:gd name="connsiteY277" fmla="*/ 1291747 h 2685680"/>
                <a:gd name="connsiteX278" fmla="*/ 0 w 3460314"/>
                <a:gd name="connsiteY278" fmla="*/ 1268260 h 2685680"/>
                <a:gd name="connsiteX279" fmla="*/ 46973 w 3460314"/>
                <a:gd name="connsiteY279" fmla="*/ 1287832 h 2685680"/>
                <a:gd name="connsiteX280" fmla="*/ 39144 w 3460314"/>
                <a:gd name="connsiteY280" fmla="*/ 1248688 h 2685680"/>
                <a:gd name="connsiteX281" fmla="*/ 54801 w 3460314"/>
                <a:gd name="connsiteY281" fmla="*/ 1229117 h 2685680"/>
                <a:gd name="connsiteX282" fmla="*/ 62630 w 3460314"/>
                <a:gd name="connsiteY282" fmla="*/ 1283918 h 2685680"/>
                <a:gd name="connsiteX283" fmla="*/ 86116 w 3460314"/>
                <a:gd name="connsiteY283" fmla="*/ 1283918 h 2685680"/>
                <a:gd name="connsiteX284" fmla="*/ 93945 w 3460314"/>
                <a:gd name="connsiteY284" fmla="*/ 1221288 h 2685680"/>
                <a:gd name="connsiteX285" fmla="*/ 109603 w 3460314"/>
                <a:gd name="connsiteY285" fmla="*/ 1260432 h 2685680"/>
                <a:gd name="connsiteX286" fmla="*/ 180062 w 3460314"/>
                <a:gd name="connsiteY286" fmla="*/ 1276089 h 2685680"/>
                <a:gd name="connsiteX287" fmla="*/ 180062 w 3460314"/>
                <a:gd name="connsiteY287" fmla="*/ 1315233 h 2685680"/>
                <a:gd name="connsiteX288" fmla="*/ 140918 w 3460314"/>
                <a:gd name="connsiteY288" fmla="*/ 1323062 h 2685680"/>
                <a:gd name="connsiteX289" fmla="*/ 156575 w 3460314"/>
                <a:gd name="connsiteY289" fmla="*/ 1338719 h 2685680"/>
                <a:gd name="connsiteX290" fmla="*/ 144832 w 3460314"/>
                <a:gd name="connsiteY290" fmla="*/ 1346548 h 2685680"/>
                <a:gd name="connsiteX291" fmla="*/ 86116 w 3460314"/>
                <a:gd name="connsiteY291" fmla="*/ 1334805 h 2685680"/>
                <a:gd name="connsiteX292" fmla="*/ 101774 w 3460314"/>
                <a:gd name="connsiteY292" fmla="*/ 1358291 h 2685680"/>
                <a:gd name="connsiteX293" fmla="*/ 168318 w 3460314"/>
                <a:gd name="connsiteY293" fmla="*/ 1377863 h 2685680"/>
                <a:gd name="connsiteX294" fmla="*/ 234863 w 3460314"/>
                <a:gd name="connsiteY294" fmla="*/ 1377863 h 2685680"/>
                <a:gd name="connsiteX295" fmla="*/ 274007 w 3460314"/>
                <a:gd name="connsiteY295" fmla="*/ 1370034 h 2685680"/>
                <a:gd name="connsiteX296" fmla="*/ 274007 w 3460314"/>
                <a:gd name="connsiteY296" fmla="*/ 1330890 h 2685680"/>
                <a:gd name="connsiteX297" fmla="*/ 227034 w 3460314"/>
                <a:gd name="connsiteY297" fmla="*/ 1330890 h 2685680"/>
                <a:gd name="connsiteX298" fmla="*/ 227034 w 3460314"/>
                <a:gd name="connsiteY298" fmla="*/ 1299575 h 2685680"/>
                <a:gd name="connsiteX299" fmla="*/ 274007 w 3460314"/>
                <a:gd name="connsiteY299" fmla="*/ 1299575 h 2685680"/>
                <a:gd name="connsiteX300" fmla="*/ 281836 w 3460314"/>
                <a:gd name="connsiteY300" fmla="*/ 1244774 h 2685680"/>
                <a:gd name="connsiteX301" fmla="*/ 320979 w 3460314"/>
                <a:gd name="connsiteY301" fmla="*/ 1252603 h 2685680"/>
                <a:gd name="connsiteX302" fmla="*/ 297493 w 3460314"/>
                <a:gd name="connsiteY302" fmla="*/ 1260432 h 2685680"/>
                <a:gd name="connsiteX303" fmla="*/ 313151 w 3460314"/>
                <a:gd name="connsiteY303" fmla="*/ 1401349 h 2685680"/>
                <a:gd name="connsiteX304" fmla="*/ 336637 w 3460314"/>
                <a:gd name="connsiteY304" fmla="*/ 1370034 h 2685680"/>
                <a:gd name="connsiteX305" fmla="*/ 430582 w 3460314"/>
                <a:gd name="connsiteY305" fmla="*/ 1401349 h 2685680"/>
                <a:gd name="connsiteX306" fmla="*/ 285750 w 3460314"/>
                <a:gd name="connsiteY306" fmla="*/ 1424836 h 2685680"/>
                <a:gd name="connsiteX307" fmla="*/ 234863 w 3460314"/>
                <a:gd name="connsiteY307" fmla="*/ 1401349 h 2685680"/>
                <a:gd name="connsiteX308" fmla="*/ 227034 w 3460314"/>
                <a:gd name="connsiteY308" fmla="*/ 1432664 h 2685680"/>
                <a:gd name="connsiteX309" fmla="*/ 274007 w 3460314"/>
                <a:gd name="connsiteY309" fmla="*/ 1432664 h 2685680"/>
                <a:gd name="connsiteX310" fmla="*/ 277921 w 3460314"/>
                <a:gd name="connsiteY310" fmla="*/ 1463980 h 2685680"/>
                <a:gd name="connsiteX311" fmla="*/ 367952 w 3460314"/>
                <a:gd name="connsiteY311" fmla="*/ 1448322 h 2685680"/>
                <a:gd name="connsiteX312" fmla="*/ 352295 w 3460314"/>
                <a:gd name="connsiteY312" fmla="*/ 1440493 h 2685680"/>
                <a:gd name="connsiteX313" fmla="*/ 411010 w 3460314"/>
                <a:gd name="connsiteY313" fmla="*/ 1440493 h 2685680"/>
                <a:gd name="connsiteX314" fmla="*/ 520613 w 3460314"/>
                <a:gd name="connsiteY314" fmla="*/ 1393521 h 2685680"/>
                <a:gd name="connsiteX315" fmla="*/ 720247 w 3460314"/>
                <a:gd name="connsiteY315" fmla="*/ 1393521 h 2685680"/>
                <a:gd name="connsiteX316" fmla="*/ 759390 w 3460314"/>
                <a:gd name="connsiteY316" fmla="*/ 1401349 h 2685680"/>
                <a:gd name="connsiteX317" fmla="*/ 759390 w 3460314"/>
                <a:gd name="connsiteY317" fmla="*/ 1420921 h 2685680"/>
                <a:gd name="connsiteX318" fmla="*/ 798534 w 3460314"/>
                <a:gd name="connsiteY318" fmla="*/ 1424836 h 2685680"/>
                <a:gd name="connsiteX319" fmla="*/ 802449 w 3460314"/>
                <a:gd name="connsiteY319" fmla="*/ 1471808 h 2685680"/>
                <a:gd name="connsiteX320" fmla="*/ 845507 w 3460314"/>
                <a:gd name="connsiteY320" fmla="*/ 1479637 h 2685680"/>
                <a:gd name="connsiteX321" fmla="*/ 806363 w 3460314"/>
                <a:gd name="connsiteY321" fmla="*/ 1507038 h 2685680"/>
                <a:gd name="connsiteX322" fmla="*/ 845507 w 3460314"/>
                <a:gd name="connsiteY322" fmla="*/ 1510952 h 2685680"/>
                <a:gd name="connsiteX323" fmla="*/ 845507 w 3460314"/>
                <a:gd name="connsiteY323" fmla="*/ 1542267 h 2685680"/>
                <a:gd name="connsiteX324" fmla="*/ 782877 w 3460314"/>
                <a:gd name="connsiteY324" fmla="*/ 1554010 h 2685680"/>
                <a:gd name="connsiteX325" fmla="*/ 822021 w 3460314"/>
                <a:gd name="connsiteY325" fmla="*/ 1557925 h 2685680"/>
                <a:gd name="connsiteX326" fmla="*/ 822021 w 3460314"/>
                <a:gd name="connsiteY326" fmla="*/ 1589240 h 2685680"/>
                <a:gd name="connsiteX327" fmla="*/ 790705 w 3460314"/>
                <a:gd name="connsiteY327" fmla="*/ 1597069 h 2685680"/>
                <a:gd name="connsiteX328" fmla="*/ 837678 w 3460314"/>
                <a:gd name="connsiteY328" fmla="*/ 1620555 h 2685680"/>
                <a:gd name="connsiteX329" fmla="*/ 845507 w 3460314"/>
                <a:gd name="connsiteY329" fmla="*/ 1659699 h 2685680"/>
                <a:gd name="connsiteX330" fmla="*/ 876822 w 3460314"/>
                <a:gd name="connsiteY330" fmla="*/ 1663613 h 2685680"/>
                <a:gd name="connsiteX331" fmla="*/ 861164 w 3460314"/>
                <a:gd name="connsiteY331" fmla="*/ 1675356 h 2685680"/>
                <a:gd name="connsiteX332" fmla="*/ 892479 w 3460314"/>
                <a:gd name="connsiteY332" fmla="*/ 1671442 h 2685680"/>
                <a:gd name="connsiteX333" fmla="*/ 884651 w 3460314"/>
                <a:gd name="connsiteY333" fmla="*/ 1604897 h 2685680"/>
                <a:gd name="connsiteX334" fmla="*/ 931623 w 3460314"/>
                <a:gd name="connsiteY334" fmla="*/ 1604897 h 2685680"/>
                <a:gd name="connsiteX335" fmla="*/ 915966 w 3460314"/>
                <a:gd name="connsiteY335" fmla="*/ 1640127 h 2685680"/>
                <a:gd name="connsiteX336" fmla="*/ 974682 w 3460314"/>
                <a:gd name="connsiteY336" fmla="*/ 1628384 h 2685680"/>
                <a:gd name="connsiteX337" fmla="*/ 1056884 w 3460314"/>
                <a:gd name="connsiteY337" fmla="*/ 1647956 h 2685680"/>
                <a:gd name="connsiteX338" fmla="*/ 1072541 w 3460314"/>
                <a:gd name="connsiteY338" fmla="*/ 1663613 h 2685680"/>
                <a:gd name="connsiteX339" fmla="*/ 1009911 w 3460314"/>
                <a:gd name="connsiteY339" fmla="*/ 1679271 h 2685680"/>
                <a:gd name="connsiteX340" fmla="*/ 1033397 w 3460314"/>
                <a:gd name="connsiteY340" fmla="*/ 1683185 h 2685680"/>
                <a:gd name="connsiteX341" fmla="*/ 1080370 w 3460314"/>
                <a:gd name="connsiteY341" fmla="*/ 1718414 h 2685680"/>
                <a:gd name="connsiteX342" fmla="*/ 1123428 w 3460314"/>
                <a:gd name="connsiteY342" fmla="*/ 1714500 h 2685680"/>
                <a:gd name="connsiteX343" fmla="*/ 1213459 w 3460314"/>
                <a:gd name="connsiteY343" fmla="*/ 1737986 h 2685680"/>
                <a:gd name="connsiteX344" fmla="*/ 1221288 w 3460314"/>
                <a:gd name="connsiteY344" fmla="*/ 1706671 h 2685680"/>
                <a:gd name="connsiteX345" fmla="*/ 1221288 w 3460314"/>
                <a:gd name="connsiteY345" fmla="*/ 1726243 h 2685680"/>
                <a:gd name="connsiteX346" fmla="*/ 1229116 w 3460314"/>
                <a:gd name="connsiteY346" fmla="*/ 1749730 h 2685680"/>
                <a:gd name="connsiteX347" fmla="*/ 1573582 w 3460314"/>
                <a:gd name="connsiteY347" fmla="*/ 1741901 h 2685680"/>
                <a:gd name="connsiteX348" fmla="*/ 1573582 w 3460314"/>
                <a:gd name="connsiteY348" fmla="*/ 1718414 h 2685680"/>
                <a:gd name="connsiteX349" fmla="*/ 1589240 w 3460314"/>
                <a:gd name="connsiteY349" fmla="*/ 1737986 h 2685680"/>
                <a:gd name="connsiteX350" fmla="*/ 1620555 w 3460314"/>
                <a:gd name="connsiteY350" fmla="*/ 1702757 h 2685680"/>
                <a:gd name="connsiteX351" fmla="*/ 1612726 w 3460314"/>
                <a:gd name="connsiteY351" fmla="*/ 1698843 h 2685680"/>
                <a:gd name="connsiteX352" fmla="*/ 1569668 w 3460314"/>
                <a:gd name="connsiteY352" fmla="*/ 1698843 h 2685680"/>
                <a:gd name="connsiteX353" fmla="*/ 1534438 w 3460314"/>
                <a:gd name="connsiteY353" fmla="*/ 1710586 h 2685680"/>
                <a:gd name="connsiteX354" fmla="*/ 1550096 w 3460314"/>
                <a:gd name="connsiteY354" fmla="*/ 1718414 h 2685680"/>
                <a:gd name="connsiteX355" fmla="*/ 1510952 w 3460314"/>
                <a:gd name="connsiteY355" fmla="*/ 1706671 h 2685680"/>
                <a:gd name="connsiteX356" fmla="*/ 1507038 w 3460314"/>
                <a:gd name="connsiteY356" fmla="*/ 1730158 h 2685680"/>
                <a:gd name="connsiteX357" fmla="*/ 1417007 w 3460314"/>
                <a:gd name="connsiteY357" fmla="*/ 1741901 h 2685680"/>
                <a:gd name="connsiteX358" fmla="*/ 1417007 w 3460314"/>
                <a:gd name="connsiteY358" fmla="*/ 1726243 h 2685680"/>
                <a:gd name="connsiteX359" fmla="*/ 1405264 w 3460314"/>
                <a:gd name="connsiteY359" fmla="*/ 1722329 h 2685680"/>
                <a:gd name="connsiteX360" fmla="*/ 1354377 w 3460314"/>
                <a:gd name="connsiteY360" fmla="*/ 1734072 h 2685680"/>
                <a:gd name="connsiteX361" fmla="*/ 1354377 w 3460314"/>
                <a:gd name="connsiteY361" fmla="*/ 1722329 h 2685680"/>
                <a:gd name="connsiteX362" fmla="*/ 1330890 w 3460314"/>
                <a:gd name="connsiteY362" fmla="*/ 1730158 h 2685680"/>
                <a:gd name="connsiteX363" fmla="*/ 1244774 w 3460314"/>
                <a:gd name="connsiteY363" fmla="*/ 1737986 h 2685680"/>
                <a:gd name="connsiteX364" fmla="*/ 1264346 w 3460314"/>
                <a:gd name="connsiteY364" fmla="*/ 1706671 h 2685680"/>
                <a:gd name="connsiteX365" fmla="*/ 1283918 w 3460314"/>
                <a:gd name="connsiteY365" fmla="*/ 1710586 h 2685680"/>
                <a:gd name="connsiteX366" fmla="*/ 1236945 w 3460314"/>
                <a:gd name="connsiteY366" fmla="*/ 1698843 h 2685680"/>
                <a:gd name="connsiteX367" fmla="*/ 1236945 w 3460314"/>
                <a:gd name="connsiteY367" fmla="*/ 1675356 h 2685680"/>
                <a:gd name="connsiteX368" fmla="*/ 1256517 w 3460314"/>
                <a:gd name="connsiteY368" fmla="*/ 1628384 h 2685680"/>
                <a:gd name="connsiteX369" fmla="*/ 1229116 w 3460314"/>
                <a:gd name="connsiteY369" fmla="*/ 1632298 h 2685680"/>
                <a:gd name="connsiteX370" fmla="*/ 1213459 w 3460314"/>
                <a:gd name="connsiteY370" fmla="*/ 1565753 h 2685680"/>
                <a:gd name="connsiteX371" fmla="*/ 1244774 w 3460314"/>
                <a:gd name="connsiteY371" fmla="*/ 1565753 h 2685680"/>
                <a:gd name="connsiteX372" fmla="*/ 1213459 w 3460314"/>
                <a:gd name="connsiteY372" fmla="*/ 1550096 h 2685680"/>
                <a:gd name="connsiteX373" fmla="*/ 1221288 w 3460314"/>
                <a:gd name="connsiteY373" fmla="*/ 1538353 h 2685680"/>
                <a:gd name="connsiteX374" fmla="*/ 1178229 w 3460314"/>
                <a:gd name="connsiteY374" fmla="*/ 1518781 h 2685680"/>
                <a:gd name="connsiteX375" fmla="*/ 1170401 w 3460314"/>
                <a:gd name="connsiteY375" fmla="*/ 1487466 h 2685680"/>
                <a:gd name="connsiteX376" fmla="*/ 1127342 w 3460314"/>
                <a:gd name="connsiteY376" fmla="*/ 1495295 h 2685680"/>
                <a:gd name="connsiteX377" fmla="*/ 1111685 w 3460314"/>
                <a:gd name="connsiteY377" fmla="*/ 1452236 h 2685680"/>
                <a:gd name="connsiteX378" fmla="*/ 1158658 w 3460314"/>
                <a:gd name="connsiteY378" fmla="*/ 1420921 h 2685680"/>
                <a:gd name="connsiteX379" fmla="*/ 1139086 w 3460314"/>
                <a:gd name="connsiteY379" fmla="*/ 1409178 h 2685680"/>
                <a:gd name="connsiteX380" fmla="*/ 1111685 w 3460314"/>
                <a:gd name="connsiteY380" fmla="*/ 1428750 h 2685680"/>
                <a:gd name="connsiteX381" fmla="*/ 1127342 w 3460314"/>
                <a:gd name="connsiteY381" fmla="*/ 1436579 h 2685680"/>
                <a:gd name="connsiteX382" fmla="*/ 1084284 w 3460314"/>
                <a:gd name="connsiteY382" fmla="*/ 1424836 h 2685680"/>
                <a:gd name="connsiteX383" fmla="*/ 1049055 w 3460314"/>
                <a:gd name="connsiteY383" fmla="*/ 1444408 h 2685680"/>
                <a:gd name="connsiteX384" fmla="*/ 1041226 w 3460314"/>
                <a:gd name="connsiteY384" fmla="*/ 1479637 h 2685680"/>
                <a:gd name="connsiteX385" fmla="*/ 1072541 w 3460314"/>
                <a:gd name="connsiteY385" fmla="*/ 1483551 h 2685680"/>
                <a:gd name="connsiteX386" fmla="*/ 1064712 w 3460314"/>
                <a:gd name="connsiteY386" fmla="*/ 1510952 h 2685680"/>
                <a:gd name="connsiteX387" fmla="*/ 1017740 w 3460314"/>
                <a:gd name="connsiteY387" fmla="*/ 1534438 h 2685680"/>
                <a:gd name="connsiteX388" fmla="*/ 1088199 w 3460314"/>
                <a:gd name="connsiteY388" fmla="*/ 1546182 h 2685680"/>
                <a:gd name="connsiteX389" fmla="*/ 986425 w 3460314"/>
                <a:gd name="connsiteY389" fmla="*/ 1550096 h 2685680"/>
                <a:gd name="connsiteX390" fmla="*/ 974682 w 3460314"/>
                <a:gd name="connsiteY390" fmla="*/ 1510952 h 2685680"/>
                <a:gd name="connsiteX391" fmla="*/ 923795 w 3460314"/>
                <a:gd name="connsiteY391" fmla="*/ 1514867 h 2685680"/>
                <a:gd name="connsiteX392" fmla="*/ 943366 w 3460314"/>
                <a:gd name="connsiteY392" fmla="*/ 1510952 h 2685680"/>
                <a:gd name="connsiteX393" fmla="*/ 915966 w 3460314"/>
                <a:gd name="connsiteY393" fmla="*/ 1452236 h 2685680"/>
                <a:gd name="connsiteX394" fmla="*/ 923795 w 3460314"/>
                <a:gd name="connsiteY394" fmla="*/ 1444408 h 2685680"/>
                <a:gd name="connsiteX395" fmla="*/ 900308 w 3460314"/>
                <a:gd name="connsiteY395" fmla="*/ 1440493 h 2685680"/>
                <a:gd name="connsiteX396" fmla="*/ 900308 w 3460314"/>
                <a:gd name="connsiteY396" fmla="*/ 1417007 h 2685680"/>
                <a:gd name="connsiteX397" fmla="*/ 923795 w 3460314"/>
                <a:gd name="connsiteY397" fmla="*/ 1417007 h 2685680"/>
                <a:gd name="connsiteX398" fmla="*/ 931623 w 3460314"/>
                <a:gd name="connsiteY398" fmla="*/ 1436579 h 2685680"/>
                <a:gd name="connsiteX399" fmla="*/ 994253 w 3460314"/>
                <a:gd name="connsiteY399" fmla="*/ 1436579 h 2685680"/>
                <a:gd name="connsiteX400" fmla="*/ 1260432 w 3460314"/>
                <a:gd name="connsiteY400" fmla="*/ 1366120 h 2685680"/>
                <a:gd name="connsiteX401" fmla="*/ 1401349 w 3460314"/>
                <a:gd name="connsiteY401" fmla="*/ 1346548 h 2685680"/>
                <a:gd name="connsiteX402" fmla="*/ 1612726 w 3460314"/>
                <a:gd name="connsiteY402" fmla="*/ 1385692 h 2685680"/>
                <a:gd name="connsiteX403" fmla="*/ 1675356 w 3460314"/>
                <a:gd name="connsiteY403" fmla="*/ 1381777 h 2685680"/>
                <a:gd name="connsiteX404" fmla="*/ 1933705 w 3460314"/>
                <a:gd name="connsiteY404" fmla="*/ 1366120 h 2685680"/>
                <a:gd name="connsiteX405" fmla="*/ 2184226 w 3460314"/>
                <a:gd name="connsiteY405" fmla="*/ 1436579 h 2685680"/>
                <a:gd name="connsiteX406" fmla="*/ 2278171 w 3460314"/>
                <a:gd name="connsiteY406" fmla="*/ 1436579 h 2685680"/>
                <a:gd name="connsiteX407" fmla="*/ 1910219 w 3460314"/>
                <a:gd name="connsiteY407" fmla="*/ 1334805 h 2685680"/>
                <a:gd name="connsiteX408" fmla="*/ 1812360 w 3460314"/>
                <a:gd name="connsiteY408" fmla="*/ 1323062 h 2685680"/>
                <a:gd name="connsiteX409" fmla="*/ 1612726 w 3460314"/>
                <a:gd name="connsiteY409" fmla="*/ 1362206 h 2685680"/>
                <a:gd name="connsiteX410" fmla="*/ 1448322 w 3460314"/>
                <a:gd name="connsiteY410" fmla="*/ 1326976 h 2685680"/>
                <a:gd name="connsiteX411" fmla="*/ 1330890 w 3460314"/>
                <a:gd name="connsiteY411" fmla="*/ 1326976 h 2685680"/>
                <a:gd name="connsiteX412" fmla="*/ 1033397 w 3460314"/>
                <a:gd name="connsiteY412" fmla="*/ 1405264 h 2685680"/>
                <a:gd name="connsiteX413" fmla="*/ 978596 w 3460314"/>
                <a:gd name="connsiteY413" fmla="*/ 1409178 h 2685680"/>
                <a:gd name="connsiteX414" fmla="*/ 1017740 w 3460314"/>
                <a:gd name="connsiteY414" fmla="*/ 1397435 h 2685680"/>
                <a:gd name="connsiteX415" fmla="*/ 970767 w 3460314"/>
                <a:gd name="connsiteY415" fmla="*/ 1389606 h 2685680"/>
                <a:gd name="connsiteX416" fmla="*/ 1064712 w 3460314"/>
                <a:gd name="connsiteY416" fmla="*/ 1362206 h 2685680"/>
                <a:gd name="connsiteX417" fmla="*/ 1088199 w 3460314"/>
                <a:gd name="connsiteY417" fmla="*/ 1354377 h 2685680"/>
                <a:gd name="connsiteX418" fmla="*/ 1064712 w 3460314"/>
                <a:gd name="connsiteY418" fmla="*/ 1338719 h 2685680"/>
                <a:gd name="connsiteX419" fmla="*/ 1119514 w 3460314"/>
                <a:gd name="connsiteY419" fmla="*/ 1323062 h 2685680"/>
                <a:gd name="connsiteX420" fmla="*/ 1111685 w 3460314"/>
                <a:gd name="connsiteY420" fmla="*/ 1311319 h 2685680"/>
                <a:gd name="connsiteX421" fmla="*/ 1170401 w 3460314"/>
                <a:gd name="connsiteY421" fmla="*/ 1291747 h 2685680"/>
                <a:gd name="connsiteX422" fmla="*/ 1182144 w 3460314"/>
                <a:gd name="connsiteY422" fmla="*/ 1307404 h 2685680"/>
                <a:gd name="connsiteX423" fmla="*/ 1127342 w 3460314"/>
                <a:gd name="connsiteY423" fmla="*/ 1315233 h 2685680"/>
                <a:gd name="connsiteX424" fmla="*/ 1131257 w 3460314"/>
                <a:gd name="connsiteY424" fmla="*/ 1338719 h 2685680"/>
                <a:gd name="connsiteX425" fmla="*/ 1189973 w 3460314"/>
                <a:gd name="connsiteY425" fmla="*/ 1319147 h 2685680"/>
                <a:gd name="connsiteX426" fmla="*/ 1197801 w 3460314"/>
                <a:gd name="connsiteY426" fmla="*/ 1276089 h 2685680"/>
                <a:gd name="connsiteX427" fmla="*/ 1119514 w 3460314"/>
                <a:gd name="connsiteY427" fmla="*/ 1276089 h 2685680"/>
                <a:gd name="connsiteX428" fmla="*/ 1111685 w 3460314"/>
                <a:gd name="connsiteY428" fmla="*/ 1264346 h 2685680"/>
                <a:gd name="connsiteX429" fmla="*/ 1205630 w 3460314"/>
                <a:gd name="connsiteY429" fmla="*/ 1260432 h 2685680"/>
                <a:gd name="connsiteX430" fmla="*/ 1236945 w 3460314"/>
                <a:gd name="connsiteY430" fmla="*/ 1268260 h 2685680"/>
                <a:gd name="connsiteX431" fmla="*/ 1291747 w 3460314"/>
                <a:gd name="connsiteY431" fmla="*/ 1291747 h 2685680"/>
                <a:gd name="connsiteX432" fmla="*/ 1417007 w 3460314"/>
                <a:gd name="connsiteY432" fmla="*/ 1291747 h 2685680"/>
                <a:gd name="connsiteX433" fmla="*/ 1417007 w 3460314"/>
                <a:gd name="connsiteY433" fmla="*/ 1303490 h 2685680"/>
                <a:gd name="connsiteX434" fmla="*/ 1475723 w 3460314"/>
                <a:gd name="connsiteY434" fmla="*/ 1291747 h 2685680"/>
                <a:gd name="connsiteX435" fmla="*/ 1495295 w 3460314"/>
                <a:gd name="connsiteY435" fmla="*/ 1307404 h 2685680"/>
                <a:gd name="connsiteX436" fmla="*/ 1510952 w 3460314"/>
                <a:gd name="connsiteY436" fmla="*/ 1272175 h 2685680"/>
                <a:gd name="connsiteX437" fmla="*/ 1503123 w 3460314"/>
                <a:gd name="connsiteY437" fmla="*/ 1260432 h 2685680"/>
                <a:gd name="connsiteX438" fmla="*/ 1499209 w 3460314"/>
                <a:gd name="connsiteY438" fmla="*/ 1283918 h 2685680"/>
                <a:gd name="connsiteX439" fmla="*/ 1460065 w 3460314"/>
                <a:gd name="connsiteY439" fmla="*/ 1260432 h 2685680"/>
                <a:gd name="connsiteX440" fmla="*/ 1424836 w 3460314"/>
                <a:gd name="connsiteY440" fmla="*/ 1280003 h 2685680"/>
                <a:gd name="connsiteX441" fmla="*/ 1456151 w 3460314"/>
                <a:gd name="connsiteY441" fmla="*/ 1233031 h 2685680"/>
                <a:gd name="connsiteX442" fmla="*/ 1401349 w 3460314"/>
                <a:gd name="connsiteY442" fmla="*/ 1225202 h 2685680"/>
                <a:gd name="connsiteX443" fmla="*/ 1428750 w 3460314"/>
                <a:gd name="connsiteY443" fmla="*/ 1205630 h 2685680"/>
                <a:gd name="connsiteX444" fmla="*/ 1428750 w 3460314"/>
                <a:gd name="connsiteY444" fmla="*/ 1189973 h 2685680"/>
                <a:gd name="connsiteX445" fmla="*/ 1362206 w 3460314"/>
                <a:gd name="connsiteY445" fmla="*/ 1189973 h 2685680"/>
                <a:gd name="connsiteX446" fmla="*/ 1323062 w 3460314"/>
                <a:gd name="connsiteY446" fmla="*/ 1189973 h 2685680"/>
                <a:gd name="connsiteX447" fmla="*/ 1354377 w 3460314"/>
                <a:gd name="connsiteY447" fmla="*/ 1166486 h 2685680"/>
                <a:gd name="connsiteX448" fmla="*/ 1354377 w 3460314"/>
                <a:gd name="connsiteY448" fmla="*/ 1143000 h 2685680"/>
                <a:gd name="connsiteX449" fmla="*/ 1428750 w 3460314"/>
                <a:gd name="connsiteY449" fmla="*/ 1166486 h 2685680"/>
                <a:gd name="connsiteX450" fmla="*/ 1440493 w 3460314"/>
                <a:gd name="connsiteY450" fmla="*/ 1158658 h 2685680"/>
                <a:gd name="connsiteX451" fmla="*/ 1385692 w 3460314"/>
                <a:gd name="connsiteY451" fmla="*/ 1131257 h 2685680"/>
                <a:gd name="connsiteX452" fmla="*/ 1413092 w 3460314"/>
                <a:gd name="connsiteY452" fmla="*/ 1119514 h 2685680"/>
                <a:gd name="connsiteX453" fmla="*/ 1436579 w 3460314"/>
                <a:gd name="connsiteY453" fmla="*/ 1135171 h 2685680"/>
                <a:gd name="connsiteX454" fmla="*/ 1471808 w 3460314"/>
                <a:gd name="connsiteY454" fmla="*/ 1103856 h 2685680"/>
                <a:gd name="connsiteX455" fmla="*/ 1475723 w 3460314"/>
                <a:gd name="connsiteY455" fmla="*/ 1127343 h 2685680"/>
                <a:gd name="connsiteX456" fmla="*/ 1530524 w 3460314"/>
                <a:gd name="connsiteY456" fmla="*/ 1143000 h 2685680"/>
                <a:gd name="connsiteX457" fmla="*/ 1530524 w 3460314"/>
                <a:gd name="connsiteY457" fmla="*/ 1205630 h 2685680"/>
                <a:gd name="connsiteX458" fmla="*/ 1554010 w 3460314"/>
                <a:gd name="connsiteY458" fmla="*/ 1158658 h 2685680"/>
                <a:gd name="connsiteX459" fmla="*/ 1581411 w 3460314"/>
                <a:gd name="connsiteY459" fmla="*/ 1166486 h 2685680"/>
                <a:gd name="connsiteX460" fmla="*/ 1569668 w 3460314"/>
                <a:gd name="connsiteY460" fmla="*/ 1135171 h 2685680"/>
                <a:gd name="connsiteX461" fmla="*/ 1510952 w 3460314"/>
                <a:gd name="connsiteY461" fmla="*/ 1111685 h 2685680"/>
                <a:gd name="connsiteX462" fmla="*/ 1604897 w 3460314"/>
                <a:gd name="connsiteY462" fmla="*/ 1111685 h 2685680"/>
                <a:gd name="connsiteX463" fmla="*/ 1640127 w 3460314"/>
                <a:gd name="connsiteY463" fmla="*/ 1127343 h 2685680"/>
                <a:gd name="connsiteX464" fmla="*/ 1698842 w 3460314"/>
                <a:gd name="connsiteY464" fmla="*/ 1111685 h 2685680"/>
                <a:gd name="connsiteX465" fmla="*/ 1710586 w 3460314"/>
                <a:gd name="connsiteY465" fmla="*/ 1135171 h 2685680"/>
                <a:gd name="connsiteX466" fmla="*/ 1667527 w 3460314"/>
                <a:gd name="connsiteY466" fmla="*/ 1139086 h 2685680"/>
                <a:gd name="connsiteX467" fmla="*/ 1745815 w 3460314"/>
                <a:gd name="connsiteY467" fmla="*/ 1166486 h 2685680"/>
                <a:gd name="connsiteX468" fmla="*/ 1761473 w 3460314"/>
                <a:gd name="connsiteY468" fmla="*/ 1150829 h 2685680"/>
                <a:gd name="connsiteX469" fmla="*/ 1730158 w 3460314"/>
                <a:gd name="connsiteY469" fmla="*/ 1135171 h 2685680"/>
                <a:gd name="connsiteX470" fmla="*/ 1737986 w 3460314"/>
                <a:gd name="connsiteY470" fmla="*/ 1103856 h 2685680"/>
                <a:gd name="connsiteX471" fmla="*/ 1644041 w 3460314"/>
                <a:gd name="connsiteY471" fmla="*/ 1099942 h 2685680"/>
                <a:gd name="connsiteX472" fmla="*/ 1757558 w 3460314"/>
                <a:gd name="connsiteY472" fmla="*/ 1103856 h 2685680"/>
                <a:gd name="connsiteX473" fmla="*/ 1961106 w 3460314"/>
                <a:gd name="connsiteY473" fmla="*/ 1072541 h 2685680"/>
                <a:gd name="connsiteX474" fmla="*/ 1988507 w 3460314"/>
                <a:gd name="connsiteY474" fmla="*/ 1033397 h 2685680"/>
                <a:gd name="connsiteX475" fmla="*/ 2035479 w 3460314"/>
                <a:gd name="connsiteY475" fmla="*/ 1005997 h 2685680"/>
                <a:gd name="connsiteX476" fmla="*/ 1988507 w 3460314"/>
                <a:gd name="connsiteY476" fmla="*/ 962938 h 2685680"/>
                <a:gd name="connsiteX477" fmla="*/ 1996336 w 3460314"/>
                <a:gd name="connsiteY477" fmla="*/ 939452 h 2685680"/>
                <a:gd name="connsiteX478" fmla="*/ 2031565 w 3460314"/>
                <a:gd name="connsiteY478" fmla="*/ 962938 h 2685680"/>
                <a:gd name="connsiteX479" fmla="*/ 2043308 w 3460314"/>
                <a:gd name="connsiteY479" fmla="*/ 927709 h 2685680"/>
                <a:gd name="connsiteX480" fmla="*/ 2015908 w 3460314"/>
                <a:gd name="connsiteY480" fmla="*/ 931623 h 2685680"/>
                <a:gd name="connsiteX481" fmla="*/ 2023736 w 3460314"/>
                <a:gd name="connsiteY481" fmla="*/ 884651 h 2685680"/>
                <a:gd name="connsiteX482" fmla="*/ 2031565 w 3460314"/>
                <a:gd name="connsiteY482" fmla="*/ 908137 h 2685680"/>
                <a:gd name="connsiteX483" fmla="*/ 2105938 w 3460314"/>
                <a:gd name="connsiteY483" fmla="*/ 908137 h 2685680"/>
                <a:gd name="connsiteX484" fmla="*/ 2105938 w 3460314"/>
                <a:gd name="connsiteY484" fmla="*/ 935538 h 2685680"/>
                <a:gd name="connsiteX485" fmla="*/ 2137253 w 3460314"/>
                <a:gd name="connsiteY485" fmla="*/ 966853 h 2685680"/>
                <a:gd name="connsiteX486" fmla="*/ 2227284 w 3460314"/>
                <a:gd name="connsiteY486" fmla="*/ 994253 h 2685680"/>
                <a:gd name="connsiteX487" fmla="*/ 2325144 w 3460314"/>
                <a:gd name="connsiteY487" fmla="*/ 990339 h 2685680"/>
                <a:gd name="connsiteX488" fmla="*/ 2262514 w 3460314"/>
                <a:gd name="connsiteY488" fmla="*/ 998168 h 2685680"/>
                <a:gd name="connsiteX489" fmla="*/ 2379945 w 3460314"/>
                <a:gd name="connsiteY489" fmla="*/ 1002082 h 2685680"/>
                <a:gd name="connsiteX490" fmla="*/ 2379945 w 3460314"/>
                <a:gd name="connsiteY490" fmla="*/ 990339 h 2685680"/>
                <a:gd name="connsiteX491" fmla="*/ 2505206 w 3460314"/>
                <a:gd name="connsiteY491" fmla="*/ 974682 h 2685680"/>
                <a:gd name="connsiteX492" fmla="*/ 2556093 w 3460314"/>
                <a:gd name="connsiteY492" fmla="*/ 923795 h 2685680"/>
                <a:gd name="connsiteX493" fmla="*/ 2563921 w 3460314"/>
                <a:gd name="connsiteY493" fmla="*/ 931623 h 2685680"/>
                <a:gd name="connsiteX494" fmla="*/ 2661781 w 3460314"/>
                <a:gd name="connsiteY494" fmla="*/ 919880 h 2685680"/>
                <a:gd name="connsiteX495" fmla="*/ 2614808 w 3460314"/>
                <a:gd name="connsiteY495" fmla="*/ 931623 h 2685680"/>
                <a:gd name="connsiteX496" fmla="*/ 2657866 w 3460314"/>
                <a:gd name="connsiteY496" fmla="*/ 955110 h 2685680"/>
                <a:gd name="connsiteX497" fmla="*/ 2708753 w 3460314"/>
                <a:gd name="connsiteY497" fmla="*/ 959024 h 2685680"/>
                <a:gd name="connsiteX498" fmla="*/ 2614808 w 3460314"/>
                <a:gd name="connsiteY498" fmla="*/ 970767 h 2685680"/>
                <a:gd name="connsiteX499" fmla="*/ 2606980 w 3460314"/>
                <a:gd name="connsiteY499" fmla="*/ 994253 h 2685680"/>
                <a:gd name="connsiteX500" fmla="*/ 2732240 w 3460314"/>
                <a:gd name="connsiteY500" fmla="*/ 994253 h 2685680"/>
                <a:gd name="connsiteX501" fmla="*/ 2767469 w 3460314"/>
                <a:gd name="connsiteY501" fmla="*/ 986425 h 2685680"/>
                <a:gd name="connsiteX502" fmla="*/ 2779212 w 3460314"/>
                <a:gd name="connsiteY502" fmla="*/ 970767 h 2685680"/>
                <a:gd name="connsiteX503" fmla="*/ 2787041 w 3460314"/>
                <a:gd name="connsiteY503" fmla="*/ 998168 h 2685680"/>
                <a:gd name="connsiteX504" fmla="*/ 2912301 w 3460314"/>
                <a:gd name="connsiteY504" fmla="*/ 998168 h 2685680"/>
                <a:gd name="connsiteX505" fmla="*/ 2818356 w 3460314"/>
                <a:gd name="connsiteY505" fmla="*/ 990339 h 2685680"/>
                <a:gd name="connsiteX506" fmla="*/ 2818356 w 3460314"/>
                <a:gd name="connsiteY506" fmla="*/ 966853 h 2685680"/>
                <a:gd name="connsiteX507" fmla="*/ 2967103 w 3460314"/>
                <a:gd name="connsiteY507" fmla="*/ 904223 h 2685680"/>
                <a:gd name="connsiteX508" fmla="*/ 2536521 w 3460314"/>
                <a:gd name="connsiteY508" fmla="*/ 900308 h 2685680"/>
                <a:gd name="connsiteX509" fmla="*/ 2481719 w 3460314"/>
                <a:gd name="connsiteY509" fmla="*/ 904223 h 2685680"/>
                <a:gd name="connsiteX510" fmla="*/ 2560007 w 3460314"/>
                <a:gd name="connsiteY510" fmla="*/ 912051 h 2685680"/>
                <a:gd name="connsiteX511" fmla="*/ 2469976 w 3460314"/>
                <a:gd name="connsiteY511" fmla="*/ 931623 h 2685680"/>
                <a:gd name="connsiteX512" fmla="*/ 2446490 w 3460314"/>
                <a:gd name="connsiteY512" fmla="*/ 900308 h 2685680"/>
                <a:gd name="connsiteX513" fmla="*/ 2438661 w 3460314"/>
                <a:gd name="connsiteY513" fmla="*/ 908137 h 2685680"/>
                <a:gd name="connsiteX514" fmla="*/ 2403432 w 3460314"/>
                <a:gd name="connsiteY514" fmla="*/ 892479 h 2685680"/>
                <a:gd name="connsiteX515" fmla="*/ 2403432 w 3460314"/>
                <a:gd name="connsiteY515" fmla="*/ 915966 h 2685680"/>
                <a:gd name="connsiteX516" fmla="*/ 2387774 w 3460314"/>
                <a:gd name="connsiteY516" fmla="*/ 935538 h 2685680"/>
                <a:gd name="connsiteX517" fmla="*/ 2395603 w 3460314"/>
                <a:gd name="connsiteY517" fmla="*/ 943366 h 2685680"/>
                <a:gd name="connsiteX518" fmla="*/ 2356459 w 3460314"/>
                <a:gd name="connsiteY518" fmla="*/ 966853 h 2685680"/>
                <a:gd name="connsiteX519" fmla="*/ 2235113 w 3460314"/>
                <a:gd name="connsiteY519" fmla="*/ 955110 h 2685680"/>
                <a:gd name="connsiteX520" fmla="*/ 2215541 w 3460314"/>
                <a:gd name="connsiteY520" fmla="*/ 955110 h 2685680"/>
                <a:gd name="connsiteX521" fmla="*/ 2246856 w 3460314"/>
                <a:gd name="connsiteY521" fmla="*/ 935538 h 2685680"/>
                <a:gd name="connsiteX522" fmla="*/ 2235113 w 3460314"/>
                <a:gd name="connsiteY522" fmla="*/ 923795 h 2685680"/>
                <a:gd name="connsiteX523" fmla="*/ 2203798 w 3460314"/>
                <a:gd name="connsiteY523" fmla="*/ 947281 h 2685680"/>
                <a:gd name="connsiteX524" fmla="*/ 2129425 w 3460314"/>
                <a:gd name="connsiteY524" fmla="*/ 927709 h 2685680"/>
                <a:gd name="connsiteX525" fmla="*/ 2215541 w 3460314"/>
                <a:gd name="connsiteY525" fmla="*/ 912051 h 2685680"/>
                <a:gd name="connsiteX526" fmla="*/ 2098110 w 3460314"/>
                <a:gd name="connsiteY526" fmla="*/ 872908 h 2685680"/>
                <a:gd name="connsiteX527" fmla="*/ 2090281 w 3460314"/>
                <a:gd name="connsiteY527" fmla="*/ 861164 h 2685680"/>
                <a:gd name="connsiteX528" fmla="*/ 2086366 w 3460314"/>
                <a:gd name="connsiteY528" fmla="*/ 892479 h 2685680"/>
                <a:gd name="connsiteX529" fmla="*/ 2082452 w 3460314"/>
                <a:gd name="connsiteY529" fmla="*/ 845507 h 2685680"/>
                <a:gd name="connsiteX530" fmla="*/ 2035479 w 3460314"/>
                <a:gd name="connsiteY530" fmla="*/ 845507 h 2685680"/>
                <a:gd name="connsiteX531" fmla="*/ 2035479 w 3460314"/>
                <a:gd name="connsiteY531" fmla="*/ 822021 h 2685680"/>
                <a:gd name="connsiteX532" fmla="*/ 2074623 w 3460314"/>
                <a:gd name="connsiteY532" fmla="*/ 814192 h 2685680"/>
                <a:gd name="connsiteX533" fmla="*/ 2043308 w 3460314"/>
                <a:gd name="connsiteY533" fmla="*/ 790706 h 2685680"/>
                <a:gd name="connsiteX534" fmla="*/ 2051137 w 3460314"/>
                <a:gd name="connsiteY534" fmla="*/ 532356 h 2685680"/>
                <a:gd name="connsiteX535" fmla="*/ 2066795 w 3460314"/>
                <a:gd name="connsiteY535" fmla="*/ 504955 h 2685680"/>
                <a:gd name="connsiteX536" fmla="*/ 2058966 w 3460314"/>
                <a:gd name="connsiteY536" fmla="*/ 497127 h 2685680"/>
                <a:gd name="connsiteX537" fmla="*/ 2082452 w 3460314"/>
                <a:gd name="connsiteY537" fmla="*/ 465812 h 2685680"/>
                <a:gd name="connsiteX538" fmla="*/ 2141168 w 3460314"/>
                <a:gd name="connsiteY538" fmla="*/ 454069 h 2685680"/>
                <a:gd name="connsiteX539" fmla="*/ 2129425 w 3460314"/>
                <a:gd name="connsiteY539" fmla="*/ 493212 h 2685680"/>
                <a:gd name="connsiteX540" fmla="*/ 2152911 w 3460314"/>
                <a:gd name="connsiteY540" fmla="*/ 508870 h 2685680"/>
                <a:gd name="connsiteX541" fmla="*/ 2129425 w 3460314"/>
                <a:gd name="connsiteY541" fmla="*/ 516699 h 2685680"/>
                <a:gd name="connsiteX542" fmla="*/ 2148997 w 3460314"/>
                <a:gd name="connsiteY542" fmla="*/ 532356 h 2685680"/>
                <a:gd name="connsiteX543" fmla="*/ 2195969 w 3460314"/>
                <a:gd name="connsiteY543" fmla="*/ 516699 h 2685680"/>
                <a:gd name="connsiteX544" fmla="*/ 2184226 w 3460314"/>
                <a:gd name="connsiteY544" fmla="*/ 548014 h 2685680"/>
                <a:gd name="connsiteX545" fmla="*/ 2207712 w 3460314"/>
                <a:gd name="connsiteY545" fmla="*/ 587158 h 2685680"/>
                <a:gd name="connsiteX546" fmla="*/ 2215541 w 3460314"/>
                <a:gd name="connsiteY546" fmla="*/ 281836 h 2685680"/>
                <a:gd name="connsiteX547" fmla="*/ 2215541 w 3460314"/>
                <a:gd name="connsiteY547" fmla="*/ 211377 h 2685680"/>
                <a:gd name="connsiteX548" fmla="*/ 2215541 w 3460314"/>
                <a:gd name="connsiteY548" fmla="*/ 183976 h 2685680"/>
                <a:gd name="connsiteX549" fmla="*/ 2199884 w 3460314"/>
                <a:gd name="connsiteY549" fmla="*/ 156575 h 2685680"/>
                <a:gd name="connsiteX550" fmla="*/ 2223370 w 3460314"/>
                <a:gd name="connsiteY550" fmla="*/ 0 h 268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</a:cxnLst>
              <a:rect l="l" t="t" r="r" b="b"/>
              <a:pathLst>
                <a:path w="3460314" h="2685680">
                  <a:moveTo>
                    <a:pt x="2223370" y="0"/>
                  </a:moveTo>
                  <a:cubicBezTo>
                    <a:pt x="2220779" y="223159"/>
                    <a:pt x="2223386" y="444972"/>
                    <a:pt x="2231199" y="665445"/>
                  </a:cubicBezTo>
                  <a:cubicBezTo>
                    <a:pt x="2232702" y="770359"/>
                    <a:pt x="2282281" y="840817"/>
                    <a:pt x="2379945" y="876822"/>
                  </a:cubicBezTo>
                  <a:cubicBezTo>
                    <a:pt x="2388306" y="884134"/>
                    <a:pt x="2398742" y="886749"/>
                    <a:pt x="2411260" y="884651"/>
                  </a:cubicBezTo>
                  <a:cubicBezTo>
                    <a:pt x="2640917" y="885958"/>
                    <a:pt x="2870566" y="884651"/>
                    <a:pt x="3100192" y="880736"/>
                  </a:cubicBezTo>
                  <a:cubicBezTo>
                    <a:pt x="3220222" y="851120"/>
                    <a:pt x="3286767" y="774140"/>
                    <a:pt x="3299825" y="649788"/>
                  </a:cubicBezTo>
                  <a:cubicBezTo>
                    <a:pt x="3305814" y="600333"/>
                    <a:pt x="3309729" y="550746"/>
                    <a:pt x="3311569" y="501041"/>
                  </a:cubicBezTo>
                  <a:cubicBezTo>
                    <a:pt x="3317863" y="442231"/>
                    <a:pt x="3323077" y="382208"/>
                    <a:pt x="3327226" y="320979"/>
                  </a:cubicBezTo>
                  <a:cubicBezTo>
                    <a:pt x="3324995" y="306982"/>
                    <a:pt x="3327602" y="293931"/>
                    <a:pt x="3335055" y="281836"/>
                  </a:cubicBezTo>
                  <a:cubicBezTo>
                    <a:pt x="3366668" y="323516"/>
                    <a:pt x="3397983" y="323516"/>
                    <a:pt x="3429000" y="281836"/>
                  </a:cubicBezTo>
                  <a:cubicBezTo>
                    <a:pt x="3439436" y="281836"/>
                    <a:pt x="3449879" y="281836"/>
                    <a:pt x="3460315" y="281836"/>
                  </a:cubicBezTo>
                  <a:cubicBezTo>
                    <a:pt x="3428742" y="526344"/>
                    <a:pt x="3386991" y="769035"/>
                    <a:pt x="3335055" y="1009911"/>
                  </a:cubicBezTo>
                  <a:cubicBezTo>
                    <a:pt x="2932617" y="1012486"/>
                    <a:pt x="2530743" y="1009872"/>
                    <a:pt x="2129425" y="1002082"/>
                  </a:cubicBezTo>
                  <a:cubicBezTo>
                    <a:pt x="2114307" y="968794"/>
                    <a:pt x="2092128" y="963580"/>
                    <a:pt x="2062880" y="986425"/>
                  </a:cubicBezTo>
                  <a:cubicBezTo>
                    <a:pt x="2045665" y="1013997"/>
                    <a:pt x="2049579" y="1037484"/>
                    <a:pt x="2074623" y="1056884"/>
                  </a:cubicBezTo>
                  <a:cubicBezTo>
                    <a:pt x="2082053" y="1061988"/>
                    <a:pt x="2091181" y="1064603"/>
                    <a:pt x="2102024" y="1064712"/>
                  </a:cubicBezTo>
                  <a:cubicBezTo>
                    <a:pt x="2119404" y="1064360"/>
                    <a:pt x="2131147" y="1056531"/>
                    <a:pt x="2137253" y="1041226"/>
                  </a:cubicBezTo>
                  <a:cubicBezTo>
                    <a:pt x="2497338" y="1033397"/>
                    <a:pt x="2857461" y="1030790"/>
                    <a:pt x="3217623" y="1033397"/>
                  </a:cubicBezTo>
                  <a:cubicBezTo>
                    <a:pt x="3244844" y="1039840"/>
                    <a:pt x="3273552" y="1043755"/>
                    <a:pt x="3303740" y="1045140"/>
                  </a:cubicBezTo>
                  <a:cubicBezTo>
                    <a:pt x="3282398" y="1046565"/>
                    <a:pt x="3261519" y="1050480"/>
                    <a:pt x="3241110" y="1056884"/>
                  </a:cubicBezTo>
                  <a:cubicBezTo>
                    <a:pt x="3251240" y="1082609"/>
                    <a:pt x="3244719" y="1103481"/>
                    <a:pt x="3221538" y="1119514"/>
                  </a:cubicBezTo>
                  <a:cubicBezTo>
                    <a:pt x="3222790" y="1143070"/>
                    <a:pt x="3213654" y="1160028"/>
                    <a:pt x="3194137" y="1170401"/>
                  </a:cubicBezTo>
                  <a:cubicBezTo>
                    <a:pt x="3219518" y="1172616"/>
                    <a:pt x="3222133" y="1179146"/>
                    <a:pt x="3201966" y="1189973"/>
                  </a:cubicBezTo>
                  <a:cubicBezTo>
                    <a:pt x="3165585" y="1179960"/>
                    <a:pt x="3129049" y="1179960"/>
                    <a:pt x="3092363" y="1189973"/>
                  </a:cubicBezTo>
                  <a:cubicBezTo>
                    <a:pt x="3117431" y="1194255"/>
                    <a:pt x="3140917" y="1202084"/>
                    <a:pt x="3162822" y="1213459"/>
                  </a:cubicBezTo>
                  <a:cubicBezTo>
                    <a:pt x="3166040" y="1207493"/>
                    <a:pt x="3167339" y="1199664"/>
                    <a:pt x="3166736" y="1189973"/>
                  </a:cubicBezTo>
                  <a:cubicBezTo>
                    <a:pt x="3183545" y="1194772"/>
                    <a:pt x="3200510" y="1199986"/>
                    <a:pt x="3217623" y="1205630"/>
                  </a:cubicBezTo>
                  <a:cubicBezTo>
                    <a:pt x="3198372" y="1215737"/>
                    <a:pt x="3186629" y="1231395"/>
                    <a:pt x="3182394" y="1252603"/>
                  </a:cubicBezTo>
                  <a:cubicBezTo>
                    <a:pt x="3178613" y="1245181"/>
                    <a:pt x="3177313" y="1237352"/>
                    <a:pt x="3178479" y="1229117"/>
                  </a:cubicBezTo>
                  <a:cubicBezTo>
                    <a:pt x="3088323" y="1207204"/>
                    <a:pt x="2996985" y="1191546"/>
                    <a:pt x="2904473" y="1182144"/>
                  </a:cubicBezTo>
                  <a:cubicBezTo>
                    <a:pt x="2901529" y="1157037"/>
                    <a:pt x="2909358" y="1136166"/>
                    <a:pt x="2927959" y="1119514"/>
                  </a:cubicBezTo>
                  <a:cubicBezTo>
                    <a:pt x="2948181" y="1130771"/>
                    <a:pt x="2966453" y="1128157"/>
                    <a:pt x="2982760" y="1111685"/>
                  </a:cubicBezTo>
                  <a:cubicBezTo>
                    <a:pt x="2934880" y="1093695"/>
                    <a:pt x="2887907" y="1074123"/>
                    <a:pt x="2841843" y="1052969"/>
                  </a:cubicBezTo>
                  <a:cubicBezTo>
                    <a:pt x="2810449" y="1058418"/>
                    <a:pt x="2779134" y="1057111"/>
                    <a:pt x="2747897" y="1049055"/>
                  </a:cubicBezTo>
                  <a:cubicBezTo>
                    <a:pt x="2747897" y="1056884"/>
                    <a:pt x="2747897" y="1064712"/>
                    <a:pt x="2747897" y="1072541"/>
                  </a:cubicBezTo>
                  <a:cubicBezTo>
                    <a:pt x="2722916" y="1082092"/>
                    <a:pt x="2696815" y="1088613"/>
                    <a:pt x="2669610" y="1092113"/>
                  </a:cubicBezTo>
                  <a:cubicBezTo>
                    <a:pt x="2674831" y="1097335"/>
                    <a:pt x="2680045" y="1102549"/>
                    <a:pt x="2685267" y="1107771"/>
                  </a:cubicBezTo>
                  <a:cubicBezTo>
                    <a:pt x="2720309" y="1111748"/>
                    <a:pt x="2756838" y="1111748"/>
                    <a:pt x="2794870" y="1107771"/>
                  </a:cubicBezTo>
                  <a:cubicBezTo>
                    <a:pt x="2778336" y="1114864"/>
                    <a:pt x="2771814" y="1126607"/>
                    <a:pt x="2775298" y="1143000"/>
                  </a:cubicBezTo>
                  <a:cubicBezTo>
                    <a:pt x="2798667" y="1148152"/>
                    <a:pt x="2823453" y="1148152"/>
                    <a:pt x="2849671" y="1143000"/>
                  </a:cubicBezTo>
                  <a:cubicBezTo>
                    <a:pt x="2860044" y="1153107"/>
                    <a:pt x="2870480" y="1163543"/>
                    <a:pt x="2880986" y="1174315"/>
                  </a:cubicBezTo>
                  <a:cubicBezTo>
                    <a:pt x="2863058" y="1174879"/>
                    <a:pt x="2844794" y="1177486"/>
                    <a:pt x="2826185" y="1182144"/>
                  </a:cubicBezTo>
                  <a:cubicBezTo>
                    <a:pt x="2807380" y="1170017"/>
                    <a:pt x="2786509" y="1164795"/>
                    <a:pt x="2763555" y="1166486"/>
                  </a:cubicBezTo>
                  <a:cubicBezTo>
                    <a:pt x="2763555" y="1158658"/>
                    <a:pt x="2763555" y="1150829"/>
                    <a:pt x="2763555" y="1143000"/>
                  </a:cubicBezTo>
                  <a:cubicBezTo>
                    <a:pt x="2753119" y="1143000"/>
                    <a:pt x="2742676" y="1143000"/>
                    <a:pt x="2732240" y="1143000"/>
                  </a:cubicBezTo>
                  <a:cubicBezTo>
                    <a:pt x="2733954" y="1152199"/>
                    <a:pt x="2731347" y="1160028"/>
                    <a:pt x="2724411" y="1166486"/>
                  </a:cubicBezTo>
                  <a:cubicBezTo>
                    <a:pt x="2714930" y="1160427"/>
                    <a:pt x="2714930" y="1153906"/>
                    <a:pt x="2724411" y="1146914"/>
                  </a:cubicBezTo>
                  <a:cubicBezTo>
                    <a:pt x="2707908" y="1144096"/>
                    <a:pt x="2692250" y="1138874"/>
                    <a:pt x="2677438" y="1131257"/>
                  </a:cubicBezTo>
                  <a:cubicBezTo>
                    <a:pt x="2688305" y="1124297"/>
                    <a:pt x="2687005" y="1120383"/>
                    <a:pt x="2673524" y="1119514"/>
                  </a:cubicBezTo>
                  <a:cubicBezTo>
                    <a:pt x="2665233" y="1120532"/>
                    <a:pt x="2658712" y="1124446"/>
                    <a:pt x="2653952" y="1131257"/>
                  </a:cubicBezTo>
                  <a:cubicBezTo>
                    <a:pt x="2661397" y="1136878"/>
                    <a:pt x="2662697" y="1143400"/>
                    <a:pt x="2657866" y="1150829"/>
                  </a:cubicBezTo>
                  <a:cubicBezTo>
                    <a:pt x="2646914" y="1145137"/>
                    <a:pt x="2635171" y="1141223"/>
                    <a:pt x="2622637" y="1139086"/>
                  </a:cubicBezTo>
                  <a:cubicBezTo>
                    <a:pt x="2615247" y="1117799"/>
                    <a:pt x="2612640" y="1095620"/>
                    <a:pt x="2614808" y="1072541"/>
                  </a:cubicBezTo>
                  <a:cubicBezTo>
                    <a:pt x="2564829" y="1064736"/>
                    <a:pt x="2516557" y="1056907"/>
                    <a:pt x="2469976" y="1049055"/>
                  </a:cubicBezTo>
                  <a:cubicBezTo>
                    <a:pt x="2457176" y="1052014"/>
                    <a:pt x="2445433" y="1057228"/>
                    <a:pt x="2434747" y="1064712"/>
                  </a:cubicBezTo>
                  <a:cubicBezTo>
                    <a:pt x="2443679" y="1071954"/>
                    <a:pt x="2443679" y="1078483"/>
                    <a:pt x="2434747" y="1084284"/>
                  </a:cubicBezTo>
                  <a:cubicBezTo>
                    <a:pt x="2443883" y="1088199"/>
                    <a:pt x="2450404" y="1094720"/>
                    <a:pt x="2454319" y="1103856"/>
                  </a:cubicBezTo>
                  <a:cubicBezTo>
                    <a:pt x="2458233" y="1096027"/>
                    <a:pt x="2462147" y="1088199"/>
                    <a:pt x="2466062" y="1080370"/>
                  </a:cubicBezTo>
                  <a:cubicBezTo>
                    <a:pt x="2491145" y="1074859"/>
                    <a:pt x="2515939" y="1069645"/>
                    <a:pt x="2540435" y="1064712"/>
                  </a:cubicBezTo>
                  <a:cubicBezTo>
                    <a:pt x="2544999" y="1076471"/>
                    <a:pt x="2551520" y="1086907"/>
                    <a:pt x="2560007" y="1096027"/>
                  </a:cubicBezTo>
                  <a:cubicBezTo>
                    <a:pt x="2572517" y="1088316"/>
                    <a:pt x="2585568" y="1087017"/>
                    <a:pt x="2599151" y="1092113"/>
                  </a:cubicBezTo>
                  <a:cubicBezTo>
                    <a:pt x="2588715" y="1105164"/>
                    <a:pt x="2588715" y="1118206"/>
                    <a:pt x="2599151" y="1131257"/>
                  </a:cubicBezTo>
                  <a:cubicBezTo>
                    <a:pt x="2566395" y="1141364"/>
                    <a:pt x="2561181" y="1158329"/>
                    <a:pt x="2583493" y="1182144"/>
                  </a:cubicBezTo>
                  <a:cubicBezTo>
                    <a:pt x="2608694" y="1158744"/>
                    <a:pt x="2634795" y="1156129"/>
                    <a:pt x="2661781" y="1174315"/>
                  </a:cubicBezTo>
                  <a:cubicBezTo>
                    <a:pt x="2639829" y="1187530"/>
                    <a:pt x="2616343" y="1196666"/>
                    <a:pt x="2591322" y="1201716"/>
                  </a:cubicBezTo>
                  <a:cubicBezTo>
                    <a:pt x="2599433" y="1214375"/>
                    <a:pt x="2608569" y="1215682"/>
                    <a:pt x="2618723" y="1205630"/>
                  </a:cubicBezTo>
                  <a:cubicBezTo>
                    <a:pt x="2623553" y="1213060"/>
                    <a:pt x="2622253" y="1219581"/>
                    <a:pt x="2614808" y="1225202"/>
                  </a:cubicBezTo>
                  <a:cubicBezTo>
                    <a:pt x="2622230" y="1228983"/>
                    <a:pt x="2630059" y="1230283"/>
                    <a:pt x="2638295" y="1229117"/>
                  </a:cubicBezTo>
                  <a:cubicBezTo>
                    <a:pt x="2637198" y="1241831"/>
                    <a:pt x="2642420" y="1250959"/>
                    <a:pt x="2653952" y="1256517"/>
                  </a:cubicBezTo>
                  <a:cubicBezTo>
                    <a:pt x="2645153" y="1258467"/>
                    <a:pt x="2637324" y="1262381"/>
                    <a:pt x="2630466" y="1268260"/>
                  </a:cubicBezTo>
                  <a:cubicBezTo>
                    <a:pt x="2637848" y="1304272"/>
                    <a:pt x="2640463" y="1340810"/>
                    <a:pt x="2638295" y="1377863"/>
                  </a:cubicBezTo>
                  <a:cubicBezTo>
                    <a:pt x="2620985" y="1374207"/>
                    <a:pt x="2605328" y="1366378"/>
                    <a:pt x="2591322" y="1354377"/>
                  </a:cubicBezTo>
                  <a:cubicBezTo>
                    <a:pt x="2598180" y="1348498"/>
                    <a:pt x="2606009" y="1344583"/>
                    <a:pt x="2614808" y="1342634"/>
                  </a:cubicBezTo>
                  <a:cubicBezTo>
                    <a:pt x="2584041" y="1323790"/>
                    <a:pt x="2580127" y="1301611"/>
                    <a:pt x="2603065" y="1276089"/>
                  </a:cubicBezTo>
                  <a:cubicBezTo>
                    <a:pt x="2606306" y="1279667"/>
                    <a:pt x="2610221" y="1282282"/>
                    <a:pt x="2614808" y="1283918"/>
                  </a:cubicBezTo>
                  <a:cubicBezTo>
                    <a:pt x="2623287" y="1277146"/>
                    <a:pt x="2624586" y="1269317"/>
                    <a:pt x="2618723" y="1260432"/>
                  </a:cubicBezTo>
                  <a:cubicBezTo>
                    <a:pt x="2590437" y="1255789"/>
                    <a:pt x="2560422" y="1250567"/>
                    <a:pt x="2528692" y="1244774"/>
                  </a:cubicBezTo>
                  <a:cubicBezTo>
                    <a:pt x="2528692" y="1234338"/>
                    <a:pt x="2528692" y="1223895"/>
                    <a:pt x="2528692" y="1213459"/>
                  </a:cubicBezTo>
                  <a:cubicBezTo>
                    <a:pt x="2545164" y="1215800"/>
                    <a:pt x="2560821" y="1213193"/>
                    <a:pt x="2575664" y="1205630"/>
                  </a:cubicBezTo>
                  <a:cubicBezTo>
                    <a:pt x="2566176" y="1186661"/>
                    <a:pt x="2550518" y="1178833"/>
                    <a:pt x="2528692" y="1182144"/>
                  </a:cubicBezTo>
                  <a:cubicBezTo>
                    <a:pt x="2527322" y="1159996"/>
                    <a:pt x="2537757" y="1146946"/>
                    <a:pt x="2560007" y="1143000"/>
                  </a:cubicBezTo>
                  <a:cubicBezTo>
                    <a:pt x="2556093" y="1140393"/>
                    <a:pt x="2552178" y="1137778"/>
                    <a:pt x="2548264" y="1135171"/>
                  </a:cubicBezTo>
                  <a:cubicBezTo>
                    <a:pt x="2524151" y="1158094"/>
                    <a:pt x="2495451" y="1173751"/>
                    <a:pt x="2462147" y="1182144"/>
                  </a:cubicBezTo>
                  <a:cubicBezTo>
                    <a:pt x="2435303" y="1173165"/>
                    <a:pt x="2407902" y="1166643"/>
                    <a:pt x="2379945" y="1162572"/>
                  </a:cubicBezTo>
                  <a:cubicBezTo>
                    <a:pt x="2373393" y="1154657"/>
                    <a:pt x="2370785" y="1145521"/>
                    <a:pt x="2372116" y="1135171"/>
                  </a:cubicBezTo>
                  <a:cubicBezTo>
                    <a:pt x="2359254" y="1135328"/>
                    <a:pt x="2348818" y="1130106"/>
                    <a:pt x="2340801" y="1119514"/>
                  </a:cubicBezTo>
                  <a:cubicBezTo>
                    <a:pt x="2326663" y="1130153"/>
                    <a:pt x="2314920" y="1127538"/>
                    <a:pt x="2305572" y="1111685"/>
                  </a:cubicBezTo>
                  <a:cubicBezTo>
                    <a:pt x="2300742" y="1119114"/>
                    <a:pt x="2302041" y="1125636"/>
                    <a:pt x="2309486" y="1131257"/>
                  </a:cubicBezTo>
                  <a:cubicBezTo>
                    <a:pt x="2325144" y="1137778"/>
                    <a:pt x="2340801" y="1144307"/>
                    <a:pt x="2356459" y="1150829"/>
                  </a:cubicBezTo>
                  <a:cubicBezTo>
                    <a:pt x="2342469" y="1157217"/>
                    <a:pt x="2329418" y="1165046"/>
                    <a:pt x="2317315" y="1174315"/>
                  </a:cubicBezTo>
                  <a:cubicBezTo>
                    <a:pt x="2320024" y="1183678"/>
                    <a:pt x="2323938" y="1183678"/>
                    <a:pt x="2329058" y="1174315"/>
                  </a:cubicBezTo>
                  <a:cubicBezTo>
                    <a:pt x="2320783" y="1203031"/>
                    <a:pt x="2310340" y="1203031"/>
                    <a:pt x="2297743" y="1174315"/>
                  </a:cubicBezTo>
                  <a:cubicBezTo>
                    <a:pt x="2295027" y="1187467"/>
                    <a:pt x="2287198" y="1195296"/>
                    <a:pt x="2274257" y="1197801"/>
                  </a:cubicBezTo>
                  <a:cubicBezTo>
                    <a:pt x="2249549" y="1188595"/>
                    <a:pt x="2226063" y="1178159"/>
                    <a:pt x="2203798" y="1166486"/>
                  </a:cubicBezTo>
                  <a:cubicBezTo>
                    <a:pt x="2199884" y="1170401"/>
                    <a:pt x="2195969" y="1174315"/>
                    <a:pt x="2192055" y="1178230"/>
                  </a:cubicBezTo>
                  <a:cubicBezTo>
                    <a:pt x="2198944" y="1188845"/>
                    <a:pt x="2201559" y="1200589"/>
                    <a:pt x="2199884" y="1213459"/>
                  </a:cubicBezTo>
                  <a:cubicBezTo>
                    <a:pt x="2214680" y="1215048"/>
                    <a:pt x="2226423" y="1209834"/>
                    <a:pt x="2235113" y="1197801"/>
                  </a:cubicBezTo>
                  <a:cubicBezTo>
                    <a:pt x="2262890" y="1216058"/>
                    <a:pt x="2292905" y="1218673"/>
                    <a:pt x="2325144" y="1205630"/>
                  </a:cubicBezTo>
                  <a:cubicBezTo>
                    <a:pt x="2328362" y="1211596"/>
                    <a:pt x="2329661" y="1219425"/>
                    <a:pt x="2329058" y="1229117"/>
                  </a:cubicBezTo>
                  <a:cubicBezTo>
                    <a:pt x="2334280" y="1239552"/>
                    <a:pt x="2339494" y="1239552"/>
                    <a:pt x="2344716" y="1229117"/>
                  </a:cubicBezTo>
                  <a:cubicBezTo>
                    <a:pt x="2348552" y="1239239"/>
                    <a:pt x="2349859" y="1249683"/>
                    <a:pt x="2348630" y="1260432"/>
                  </a:cubicBezTo>
                  <a:cubicBezTo>
                    <a:pt x="2321065" y="1253879"/>
                    <a:pt x="2296271" y="1246050"/>
                    <a:pt x="2274257" y="1236945"/>
                  </a:cubicBezTo>
                  <a:cubicBezTo>
                    <a:pt x="2277247" y="1253871"/>
                    <a:pt x="2286376" y="1268229"/>
                    <a:pt x="2301658" y="1280003"/>
                  </a:cubicBezTo>
                  <a:cubicBezTo>
                    <a:pt x="2287362" y="1282289"/>
                    <a:pt x="2273012" y="1280982"/>
                    <a:pt x="2258599" y="1276089"/>
                  </a:cubicBezTo>
                  <a:cubicBezTo>
                    <a:pt x="2246457" y="1280426"/>
                    <a:pt x="2234714" y="1285640"/>
                    <a:pt x="2223370" y="1291747"/>
                  </a:cubicBezTo>
                  <a:cubicBezTo>
                    <a:pt x="2201958" y="1279025"/>
                    <a:pt x="2178472" y="1273803"/>
                    <a:pt x="2152911" y="1276089"/>
                  </a:cubicBezTo>
                  <a:cubicBezTo>
                    <a:pt x="2152911" y="1286525"/>
                    <a:pt x="2152911" y="1296968"/>
                    <a:pt x="2152911" y="1307404"/>
                  </a:cubicBezTo>
                  <a:cubicBezTo>
                    <a:pt x="2181878" y="1310700"/>
                    <a:pt x="2210586" y="1315922"/>
                    <a:pt x="2239027" y="1323062"/>
                  </a:cubicBezTo>
                  <a:cubicBezTo>
                    <a:pt x="2217991" y="1327743"/>
                    <a:pt x="2201027" y="1338179"/>
                    <a:pt x="2188140" y="1354377"/>
                  </a:cubicBezTo>
                  <a:cubicBezTo>
                    <a:pt x="2179631" y="1335337"/>
                    <a:pt x="2175716" y="1337952"/>
                    <a:pt x="2176397" y="1362206"/>
                  </a:cubicBezTo>
                  <a:cubicBezTo>
                    <a:pt x="2192266" y="1360937"/>
                    <a:pt x="2207924" y="1362245"/>
                    <a:pt x="2223370" y="1366120"/>
                  </a:cubicBezTo>
                  <a:cubicBezTo>
                    <a:pt x="2229735" y="1380235"/>
                    <a:pt x="2238871" y="1391978"/>
                    <a:pt x="2250771" y="1401349"/>
                  </a:cubicBezTo>
                  <a:cubicBezTo>
                    <a:pt x="2256814" y="1400214"/>
                    <a:pt x="2262036" y="1397607"/>
                    <a:pt x="2266428" y="1393521"/>
                  </a:cubicBezTo>
                  <a:cubicBezTo>
                    <a:pt x="2284105" y="1408630"/>
                    <a:pt x="2303677" y="1420373"/>
                    <a:pt x="2325144" y="1428750"/>
                  </a:cubicBezTo>
                  <a:cubicBezTo>
                    <a:pt x="2312821" y="1431514"/>
                    <a:pt x="2299771" y="1436736"/>
                    <a:pt x="2286000" y="1444408"/>
                  </a:cubicBezTo>
                  <a:cubicBezTo>
                    <a:pt x="2305454" y="1453982"/>
                    <a:pt x="2306762" y="1465726"/>
                    <a:pt x="2289914" y="1479637"/>
                  </a:cubicBezTo>
                  <a:cubicBezTo>
                    <a:pt x="2287307" y="1477030"/>
                    <a:pt x="2284693" y="1474415"/>
                    <a:pt x="2282086" y="1471808"/>
                  </a:cubicBezTo>
                  <a:cubicBezTo>
                    <a:pt x="2276864" y="1479637"/>
                    <a:pt x="2276864" y="1487466"/>
                    <a:pt x="2282086" y="1495295"/>
                  </a:cubicBezTo>
                  <a:cubicBezTo>
                    <a:pt x="2303364" y="1491278"/>
                    <a:pt x="2325543" y="1491278"/>
                    <a:pt x="2348630" y="1495295"/>
                  </a:cubicBezTo>
                  <a:cubicBezTo>
                    <a:pt x="2348630" y="1505730"/>
                    <a:pt x="2348630" y="1516174"/>
                    <a:pt x="2348630" y="1526610"/>
                  </a:cubicBezTo>
                  <a:cubicBezTo>
                    <a:pt x="2356459" y="1526610"/>
                    <a:pt x="2364288" y="1526610"/>
                    <a:pt x="2372116" y="1526610"/>
                  </a:cubicBezTo>
                  <a:cubicBezTo>
                    <a:pt x="2372116" y="1537045"/>
                    <a:pt x="2372116" y="1547489"/>
                    <a:pt x="2372116" y="1557925"/>
                  </a:cubicBezTo>
                  <a:cubicBezTo>
                    <a:pt x="2323406" y="1567296"/>
                    <a:pt x="2293398" y="1549031"/>
                    <a:pt x="2282086" y="1503123"/>
                  </a:cubicBezTo>
                  <a:cubicBezTo>
                    <a:pt x="2279479" y="1505730"/>
                    <a:pt x="2276864" y="1508345"/>
                    <a:pt x="2274257" y="1510952"/>
                  </a:cubicBezTo>
                  <a:cubicBezTo>
                    <a:pt x="2270617" y="1499749"/>
                    <a:pt x="2264087" y="1490621"/>
                    <a:pt x="2254685" y="1483551"/>
                  </a:cubicBezTo>
                  <a:cubicBezTo>
                    <a:pt x="2266483" y="1476999"/>
                    <a:pt x="2270397" y="1467862"/>
                    <a:pt x="2266428" y="1456151"/>
                  </a:cubicBezTo>
                  <a:cubicBezTo>
                    <a:pt x="2238307" y="1449692"/>
                    <a:pt x="2212214" y="1449692"/>
                    <a:pt x="2188140" y="1456151"/>
                  </a:cubicBezTo>
                  <a:cubicBezTo>
                    <a:pt x="2180977" y="1462633"/>
                    <a:pt x="2175763" y="1470462"/>
                    <a:pt x="2172483" y="1479637"/>
                  </a:cubicBezTo>
                  <a:cubicBezTo>
                    <a:pt x="2159965" y="1467455"/>
                    <a:pt x="2148222" y="1454405"/>
                    <a:pt x="2137253" y="1440493"/>
                  </a:cubicBezTo>
                  <a:cubicBezTo>
                    <a:pt x="2127953" y="1450984"/>
                    <a:pt x="2116210" y="1456206"/>
                    <a:pt x="2102024" y="1456151"/>
                  </a:cubicBezTo>
                  <a:cubicBezTo>
                    <a:pt x="2073097" y="1450177"/>
                    <a:pt x="2048303" y="1437127"/>
                    <a:pt x="2027651" y="1417007"/>
                  </a:cubicBezTo>
                  <a:cubicBezTo>
                    <a:pt x="2022429" y="1418314"/>
                    <a:pt x="2017215" y="1419614"/>
                    <a:pt x="2011993" y="1420921"/>
                  </a:cubicBezTo>
                  <a:cubicBezTo>
                    <a:pt x="2043292" y="1453599"/>
                    <a:pt x="2079829" y="1470564"/>
                    <a:pt x="2121596" y="1471808"/>
                  </a:cubicBezTo>
                  <a:cubicBezTo>
                    <a:pt x="2138804" y="1489987"/>
                    <a:pt x="2136189" y="1506952"/>
                    <a:pt x="2113767" y="1522695"/>
                  </a:cubicBezTo>
                  <a:cubicBezTo>
                    <a:pt x="2139861" y="1525302"/>
                    <a:pt x="2165962" y="1527917"/>
                    <a:pt x="2192055" y="1530524"/>
                  </a:cubicBezTo>
                  <a:cubicBezTo>
                    <a:pt x="2189448" y="1533131"/>
                    <a:pt x="2186833" y="1535746"/>
                    <a:pt x="2184226" y="1538353"/>
                  </a:cubicBezTo>
                  <a:cubicBezTo>
                    <a:pt x="2197277" y="1540960"/>
                    <a:pt x="2210319" y="1543575"/>
                    <a:pt x="2223370" y="1546182"/>
                  </a:cubicBezTo>
                  <a:cubicBezTo>
                    <a:pt x="2213764" y="1558606"/>
                    <a:pt x="2216371" y="1569050"/>
                    <a:pt x="2231199" y="1577497"/>
                  </a:cubicBezTo>
                  <a:cubicBezTo>
                    <a:pt x="2239411" y="1581348"/>
                    <a:pt x="2247240" y="1580049"/>
                    <a:pt x="2254685" y="1573582"/>
                  </a:cubicBezTo>
                  <a:cubicBezTo>
                    <a:pt x="2264166" y="1579642"/>
                    <a:pt x="2264166" y="1586163"/>
                    <a:pt x="2254685" y="1593154"/>
                  </a:cubicBezTo>
                  <a:cubicBezTo>
                    <a:pt x="2230157" y="1592794"/>
                    <a:pt x="2209278" y="1600623"/>
                    <a:pt x="2192055" y="1616640"/>
                  </a:cubicBezTo>
                  <a:cubicBezTo>
                    <a:pt x="2207759" y="1632674"/>
                    <a:pt x="2215588" y="1628759"/>
                    <a:pt x="2215541" y="1604897"/>
                  </a:cubicBezTo>
                  <a:cubicBezTo>
                    <a:pt x="2237047" y="1602447"/>
                    <a:pt x="2257926" y="1605054"/>
                    <a:pt x="2278171" y="1612726"/>
                  </a:cubicBezTo>
                  <a:cubicBezTo>
                    <a:pt x="2267579" y="1620743"/>
                    <a:pt x="2262357" y="1631178"/>
                    <a:pt x="2262514" y="1644041"/>
                  </a:cubicBezTo>
                  <a:cubicBezTo>
                    <a:pt x="2291574" y="1647650"/>
                    <a:pt x="2320282" y="1652864"/>
                    <a:pt x="2348630" y="1659699"/>
                  </a:cubicBezTo>
                  <a:cubicBezTo>
                    <a:pt x="2348630" y="1670135"/>
                    <a:pt x="2348630" y="1680578"/>
                    <a:pt x="2348630" y="1691014"/>
                  </a:cubicBezTo>
                  <a:cubicBezTo>
                    <a:pt x="2359379" y="1692243"/>
                    <a:pt x="2369823" y="1690935"/>
                    <a:pt x="2379945" y="1687099"/>
                  </a:cubicBezTo>
                  <a:cubicBezTo>
                    <a:pt x="2387610" y="1670369"/>
                    <a:pt x="2398045" y="1656011"/>
                    <a:pt x="2411260" y="1644041"/>
                  </a:cubicBezTo>
                  <a:cubicBezTo>
                    <a:pt x="2433001" y="1662720"/>
                    <a:pt x="2456487" y="1667935"/>
                    <a:pt x="2481719" y="1659699"/>
                  </a:cubicBezTo>
                  <a:cubicBezTo>
                    <a:pt x="2481719" y="1636212"/>
                    <a:pt x="2481719" y="1612726"/>
                    <a:pt x="2481719" y="1589240"/>
                  </a:cubicBezTo>
                  <a:cubicBezTo>
                    <a:pt x="2511516" y="1585482"/>
                    <a:pt x="2537609" y="1593311"/>
                    <a:pt x="2560007" y="1612726"/>
                  </a:cubicBezTo>
                  <a:cubicBezTo>
                    <a:pt x="2567632" y="1595166"/>
                    <a:pt x="2570247" y="1576902"/>
                    <a:pt x="2567836" y="1557925"/>
                  </a:cubicBezTo>
                  <a:cubicBezTo>
                    <a:pt x="2549125" y="1560704"/>
                    <a:pt x="2530860" y="1565926"/>
                    <a:pt x="2513034" y="1573582"/>
                  </a:cubicBezTo>
                  <a:cubicBezTo>
                    <a:pt x="2505206" y="1570975"/>
                    <a:pt x="2497377" y="1568361"/>
                    <a:pt x="2489548" y="1565753"/>
                  </a:cubicBezTo>
                  <a:cubicBezTo>
                    <a:pt x="2502598" y="1560532"/>
                    <a:pt x="2515641" y="1555318"/>
                    <a:pt x="2528692" y="1550096"/>
                  </a:cubicBezTo>
                  <a:cubicBezTo>
                    <a:pt x="2525263" y="1542220"/>
                    <a:pt x="2520049" y="1542220"/>
                    <a:pt x="2513034" y="1550096"/>
                  </a:cubicBezTo>
                  <a:cubicBezTo>
                    <a:pt x="2505472" y="1535253"/>
                    <a:pt x="2502865" y="1519595"/>
                    <a:pt x="2505206" y="1503123"/>
                  </a:cubicBezTo>
                  <a:cubicBezTo>
                    <a:pt x="2525294" y="1504345"/>
                    <a:pt x="2544866" y="1501730"/>
                    <a:pt x="2563921" y="1495295"/>
                  </a:cubicBezTo>
                  <a:cubicBezTo>
                    <a:pt x="2578960" y="1507061"/>
                    <a:pt x="2595925" y="1512275"/>
                    <a:pt x="2614808" y="1510952"/>
                  </a:cubicBezTo>
                  <a:cubicBezTo>
                    <a:pt x="2621956" y="1529232"/>
                    <a:pt x="2632400" y="1546189"/>
                    <a:pt x="2646123" y="1561839"/>
                  </a:cubicBezTo>
                  <a:cubicBezTo>
                    <a:pt x="2627045" y="1572604"/>
                    <a:pt x="2606173" y="1576518"/>
                    <a:pt x="2583493" y="1573582"/>
                  </a:cubicBezTo>
                  <a:cubicBezTo>
                    <a:pt x="2584769" y="1592035"/>
                    <a:pt x="2583470" y="1610299"/>
                    <a:pt x="2579579" y="1628384"/>
                  </a:cubicBezTo>
                  <a:cubicBezTo>
                    <a:pt x="2561463" y="1631875"/>
                    <a:pt x="2544506" y="1641004"/>
                    <a:pt x="2528692" y="1655784"/>
                  </a:cubicBezTo>
                  <a:cubicBezTo>
                    <a:pt x="2529827" y="1661828"/>
                    <a:pt x="2532434" y="1667050"/>
                    <a:pt x="2536521" y="1671442"/>
                  </a:cubicBezTo>
                  <a:cubicBezTo>
                    <a:pt x="2549313" y="1675309"/>
                    <a:pt x="2562363" y="1676609"/>
                    <a:pt x="2575664" y="1675356"/>
                  </a:cubicBezTo>
                  <a:cubicBezTo>
                    <a:pt x="2575664" y="1691014"/>
                    <a:pt x="2575664" y="1706671"/>
                    <a:pt x="2575664" y="1722329"/>
                  </a:cubicBezTo>
                  <a:cubicBezTo>
                    <a:pt x="2560007" y="1727551"/>
                    <a:pt x="2544349" y="1732765"/>
                    <a:pt x="2528692" y="1737986"/>
                  </a:cubicBezTo>
                  <a:cubicBezTo>
                    <a:pt x="2529310" y="1749181"/>
                    <a:pt x="2526703" y="1759625"/>
                    <a:pt x="2520863" y="1769301"/>
                  </a:cubicBezTo>
                  <a:cubicBezTo>
                    <a:pt x="2530171" y="1776574"/>
                    <a:pt x="2540607" y="1779182"/>
                    <a:pt x="2552178" y="1777130"/>
                  </a:cubicBezTo>
                  <a:cubicBezTo>
                    <a:pt x="2552178" y="1790181"/>
                    <a:pt x="2552178" y="1803224"/>
                    <a:pt x="2552178" y="1816274"/>
                  </a:cubicBezTo>
                  <a:cubicBezTo>
                    <a:pt x="2534235" y="1814270"/>
                    <a:pt x="2517270" y="1816877"/>
                    <a:pt x="2501291" y="1824103"/>
                  </a:cubicBezTo>
                  <a:cubicBezTo>
                    <a:pt x="2500915" y="1808101"/>
                    <a:pt x="2504830" y="1792443"/>
                    <a:pt x="2513034" y="1777130"/>
                  </a:cubicBezTo>
                  <a:cubicBezTo>
                    <a:pt x="2504759" y="1773952"/>
                    <a:pt x="2494316" y="1773952"/>
                    <a:pt x="2481719" y="1777130"/>
                  </a:cubicBezTo>
                  <a:cubicBezTo>
                    <a:pt x="2483003" y="1756094"/>
                    <a:pt x="2481696" y="1735215"/>
                    <a:pt x="2477805" y="1714500"/>
                  </a:cubicBezTo>
                  <a:cubicBezTo>
                    <a:pt x="2468755" y="1726188"/>
                    <a:pt x="2462226" y="1724881"/>
                    <a:pt x="2458233" y="1710586"/>
                  </a:cubicBezTo>
                  <a:cubicBezTo>
                    <a:pt x="2459540" y="1706671"/>
                    <a:pt x="2460840" y="1702757"/>
                    <a:pt x="2462147" y="1698843"/>
                  </a:cubicBezTo>
                  <a:cubicBezTo>
                    <a:pt x="2475448" y="1705935"/>
                    <a:pt x="2489806" y="1708542"/>
                    <a:pt x="2505206" y="1706671"/>
                  </a:cubicBezTo>
                  <a:cubicBezTo>
                    <a:pt x="2503875" y="1696321"/>
                    <a:pt x="2506482" y="1687185"/>
                    <a:pt x="2513034" y="1679271"/>
                  </a:cubicBezTo>
                  <a:cubicBezTo>
                    <a:pt x="2495271" y="1673336"/>
                    <a:pt x="2478306" y="1674644"/>
                    <a:pt x="2462147" y="1683185"/>
                  </a:cubicBezTo>
                  <a:cubicBezTo>
                    <a:pt x="2444047" y="1679623"/>
                    <a:pt x="2428390" y="1671794"/>
                    <a:pt x="2415175" y="1659699"/>
                  </a:cubicBezTo>
                  <a:cubicBezTo>
                    <a:pt x="2409554" y="1686199"/>
                    <a:pt x="2393896" y="1701857"/>
                    <a:pt x="2368202" y="1706671"/>
                  </a:cubicBezTo>
                  <a:cubicBezTo>
                    <a:pt x="2347628" y="1696251"/>
                    <a:pt x="2325441" y="1689730"/>
                    <a:pt x="2301658" y="1687099"/>
                  </a:cubicBezTo>
                  <a:cubicBezTo>
                    <a:pt x="2311138" y="1680108"/>
                    <a:pt x="2311138" y="1673587"/>
                    <a:pt x="2301658" y="1667527"/>
                  </a:cubicBezTo>
                  <a:cubicBezTo>
                    <a:pt x="2252861" y="1672397"/>
                    <a:pt x="2203281" y="1675004"/>
                    <a:pt x="2152911" y="1675356"/>
                  </a:cubicBezTo>
                  <a:cubicBezTo>
                    <a:pt x="2150570" y="1691828"/>
                    <a:pt x="2153177" y="1707486"/>
                    <a:pt x="2160740" y="1722329"/>
                  </a:cubicBezTo>
                  <a:cubicBezTo>
                    <a:pt x="2182073" y="1707227"/>
                    <a:pt x="2205560" y="1703313"/>
                    <a:pt x="2231199" y="1710586"/>
                  </a:cubicBezTo>
                  <a:cubicBezTo>
                    <a:pt x="2197723" y="1735779"/>
                    <a:pt x="2202945" y="1748821"/>
                    <a:pt x="2246856" y="1749730"/>
                  </a:cubicBezTo>
                  <a:cubicBezTo>
                    <a:pt x="2267172" y="1772840"/>
                    <a:pt x="2285436" y="1775447"/>
                    <a:pt x="2301658" y="1757558"/>
                  </a:cubicBezTo>
                  <a:cubicBezTo>
                    <a:pt x="2322279" y="1750317"/>
                    <a:pt x="2331415" y="1756846"/>
                    <a:pt x="2329058" y="1777130"/>
                  </a:cubicBezTo>
                  <a:cubicBezTo>
                    <a:pt x="2320705" y="1782540"/>
                    <a:pt x="2311569" y="1786454"/>
                    <a:pt x="2301658" y="1788873"/>
                  </a:cubicBezTo>
                  <a:cubicBezTo>
                    <a:pt x="2329074" y="1790236"/>
                    <a:pt x="2343424" y="1804586"/>
                    <a:pt x="2344716" y="1831932"/>
                  </a:cubicBezTo>
                  <a:cubicBezTo>
                    <a:pt x="2349938" y="1842367"/>
                    <a:pt x="2355152" y="1842367"/>
                    <a:pt x="2360373" y="1831932"/>
                  </a:cubicBezTo>
                  <a:cubicBezTo>
                    <a:pt x="2365595" y="1842367"/>
                    <a:pt x="2370809" y="1852811"/>
                    <a:pt x="2376031" y="1863247"/>
                  </a:cubicBezTo>
                  <a:cubicBezTo>
                    <a:pt x="2388158" y="1846665"/>
                    <a:pt x="2397294" y="1828401"/>
                    <a:pt x="2403432" y="1808445"/>
                  </a:cubicBezTo>
                  <a:cubicBezTo>
                    <a:pt x="2413844" y="1820917"/>
                    <a:pt x="2424287" y="1833967"/>
                    <a:pt x="2434747" y="1847589"/>
                  </a:cubicBezTo>
                  <a:cubicBezTo>
                    <a:pt x="2424178" y="1858941"/>
                    <a:pt x="2411135" y="1864163"/>
                    <a:pt x="2395603" y="1863247"/>
                  </a:cubicBezTo>
                  <a:cubicBezTo>
                    <a:pt x="2397685" y="1891266"/>
                    <a:pt x="2408121" y="1893881"/>
                    <a:pt x="2426918" y="1871075"/>
                  </a:cubicBezTo>
                  <a:cubicBezTo>
                    <a:pt x="2433854" y="1877534"/>
                    <a:pt x="2436461" y="1885363"/>
                    <a:pt x="2434747" y="1894562"/>
                  </a:cubicBezTo>
                  <a:cubicBezTo>
                    <a:pt x="2412192" y="1896112"/>
                    <a:pt x="2396534" y="1907855"/>
                    <a:pt x="2387774" y="1929791"/>
                  </a:cubicBezTo>
                  <a:cubicBezTo>
                    <a:pt x="2390945" y="1937189"/>
                    <a:pt x="2396166" y="1942411"/>
                    <a:pt x="2403432" y="1945449"/>
                  </a:cubicBezTo>
                  <a:cubicBezTo>
                    <a:pt x="2390452" y="1951124"/>
                    <a:pt x="2386537" y="1960261"/>
                    <a:pt x="2391688" y="1972849"/>
                  </a:cubicBezTo>
                  <a:cubicBezTo>
                    <a:pt x="2399862" y="1981641"/>
                    <a:pt x="2405076" y="1992077"/>
                    <a:pt x="2407346" y="2004164"/>
                  </a:cubicBezTo>
                  <a:cubicBezTo>
                    <a:pt x="2412568" y="2014600"/>
                    <a:pt x="2417782" y="2014600"/>
                    <a:pt x="2423003" y="2004164"/>
                  </a:cubicBezTo>
                  <a:cubicBezTo>
                    <a:pt x="2426785" y="2011586"/>
                    <a:pt x="2428084" y="2019415"/>
                    <a:pt x="2426918" y="2027651"/>
                  </a:cubicBezTo>
                  <a:cubicBezTo>
                    <a:pt x="2437354" y="2027651"/>
                    <a:pt x="2447797" y="2027651"/>
                    <a:pt x="2458233" y="2027651"/>
                  </a:cubicBezTo>
                  <a:cubicBezTo>
                    <a:pt x="2458233" y="2038087"/>
                    <a:pt x="2458233" y="2048530"/>
                    <a:pt x="2458233" y="2058966"/>
                  </a:cubicBezTo>
                  <a:cubicBezTo>
                    <a:pt x="2447484" y="2057737"/>
                    <a:pt x="2437040" y="2059044"/>
                    <a:pt x="2426918" y="2062880"/>
                  </a:cubicBezTo>
                  <a:cubicBezTo>
                    <a:pt x="2422127" y="2073081"/>
                    <a:pt x="2419512" y="2082217"/>
                    <a:pt x="2419089" y="2090281"/>
                  </a:cubicBezTo>
                  <a:cubicBezTo>
                    <a:pt x="2395297" y="2025310"/>
                    <a:pt x="2382247" y="2027925"/>
                    <a:pt x="2379945" y="2098110"/>
                  </a:cubicBezTo>
                  <a:cubicBezTo>
                    <a:pt x="2381253" y="2111160"/>
                    <a:pt x="2382552" y="2124203"/>
                    <a:pt x="2383860" y="2137254"/>
                  </a:cubicBezTo>
                  <a:cubicBezTo>
                    <a:pt x="2393434" y="2156708"/>
                    <a:pt x="2405177" y="2158015"/>
                    <a:pt x="2419089" y="2141168"/>
                  </a:cubicBezTo>
                  <a:cubicBezTo>
                    <a:pt x="2407401" y="2132118"/>
                    <a:pt x="2408708" y="2125589"/>
                    <a:pt x="2423003" y="2121596"/>
                  </a:cubicBezTo>
                  <a:cubicBezTo>
                    <a:pt x="2443969" y="2128877"/>
                    <a:pt x="2447883" y="2121048"/>
                    <a:pt x="2434747" y="2098110"/>
                  </a:cubicBezTo>
                  <a:cubicBezTo>
                    <a:pt x="2469350" y="2105813"/>
                    <a:pt x="2504579" y="2105813"/>
                    <a:pt x="2540435" y="2098110"/>
                  </a:cubicBezTo>
                  <a:cubicBezTo>
                    <a:pt x="2545970" y="2085732"/>
                    <a:pt x="2552491" y="2073989"/>
                    <a:pt x="2560007" y="2062880"/>
                  </a:cubicBezTo>
                  <a:cubicBezTo>
                    <a:pt x="2531354" y="2066709"/>
                    <a:pt x="2502653" y="2073230"/>
                    <a:pt x="2473890" y="2082452"/>
                  </a:cubicBezTo>
                  <a:cubicBezTo>
                    <a:pt x="2453011" y="2074623"/>
                    <a:pt x="2453011" y="2066795"/>
                    <a:pt x="2473890" y="2058966"/>
                  </a:cubicBezTo>
                  <a:cubicBezTo>
                    <a:pt x="2481633" y="2030727"/>
                    <a:pt x="2484248" y="2002019"/>
                    <a:pt x="2481719" y="1972849"/>
                  </a:cubicBezTo>
                  <a:cubicBezTo>
                    <a:pt x="2473890" y="1972849"/>
                    <a:pt x="2466062" y="1972849"/>
                    <a:pt x="2458233" y="1972849"/>
                  </a:cubicBezTo>
                  <a:cubicBezTo>
                    <a:pt x="2458233" y="1965021"/>
                    <a:pt x="2458233" y="1957192"/>
                    <a:pt x="2458233" y="1949363"/>
                  </a:cubicBezTo>
                  <a:cubicBezTo>
                    <a:pt x="2466062" y="1949363"/>
                    <a:pt x="2473890" y="1949363"/>
                    <a:pt x="2481719" y="1949363"/>
                  </a:cubicBezTo>
                  <a:cubicBezTo>
                    <a:pt x="2481719" y="1941534"/>
                    <a:pt x="2481719" y="1933706"/>
                    <a:pt x="2481719" y="1925877"/>
                  </a:cubicBezTo>
                  <a:cubicBezTo>
                    <a:pt x="2489548" y="1925877"/>
                    <a:pt x="2497377" y="1925877"/>
                    <a:pt x="2505206" y="1925877"/>
                  </a:cubicBezTo>
                  <a:cubicBezTo>
                    <a:pt x="2505206" y="1951970"/>
                    <a:pt x="2505206" y="1978071"/>
                    <a:pt x="2505206" y="2004164"/>
                  </a:cubicBezTo>
                  <a:cubicBezTo>
                    <a:pt x="2521075" y="2002896"/>
                    <a:pt x="2536732" y="2004204"/>
                    <a:pt x="2552178" y="2008079"/>
                  </a:cubicBezTo>
                  <a:cubicBezTo>
                    <a:pt x="2521818" y="2016416"/>
                    <a:pt x="2521818" y="2022946"/>
                    <a:pt x="2552178" y="2027651"/>
                  </a:cubicBezTo>
                  <a:cubicBezTo>
                    <a:pt x="2569996" y="2021552"/>
                    <a:pt x="2586953" y="2013723"/>
                    <a:pt x="2603065" y="2004164"/>
                  </a:cubicBezTo>
                  <a:cubicBezTo>
                    <a:pt x="2618331" y="2010295"/>
                    <a:pt x="2632681" y="2018123"/>
                    <a:pt x="2646123" y="2027651"/>
                  </a:cubicBezTo>
                  <a:cubicBezTo>
                    <a:pt x="2658305" y="2019454"/>
                    <a:pt x="2671355" y="2014232"/>
                    <a:pt x="2685267" y="2011993"/>
                  </a:cubicBezTo>
                  <a:cubicBezTo>
                    <a:pt x="2683592" y="1999123"/>
                    <a:pt x="2686207" y="1987380"/>
                    <a:pt x="2693096" y="1976764"/>
                  </a:cubicBezTo>
                  <a:cubicBezTo>
                    <a:pt x="2682973" y="1972928"/>
                    <a:pt x="2672530" y="1971620"/>
                    <a:pt x="2661781" y="1972849"/>
                  </a:cubicBezTo>
                  <a:cubicBezTo>
                    <a:pt x="2661781" y="1962414"/>
                    <a:pt x="2661781" y="1951970"/>
                    <a:pt x="2661781" y="1941534"/>
                  </a:cubicBezTo>
                  <a:cubicBezTo>
                    <a:pt x="2674831" y="1941534"/>
                    <a:pt x="2687874" y="1941534"/>
                    <a:pt x="2700925" y="1941534"/>
                  </a:cubicBezTo>
                  <a:cubicBezTo>
                    <a:pt x="2700925" y="1951970"/>
                    <a:pt x="2700925" y="1962414"/>
                    <a:pt x="2700925" y="1972849"/>
                  </a:cubicBezTo>
                  <a:cubicBezTo>
                    <a:pt x="2722407" y="1959533"/>
                    <a:pt x="2745893" y="1949097"/>
                    <a:pt x="2771384" y="1941534"/>
                  </a:cubicBezTo>
                  <a:cubicBezTo>
                    <a:pt x="2771384" y="1931099"/>
                    <a:pt x="2771384" y="1920655"/>
                    <a:pt x="2771384" y="1910219"/>
                  </a:cubicBezTo>
                  <a:cubicBezTo>
                    <a:pt x="2779212" y="1910219"/>
                    <a:pt x="2787041" y="1910219"/>
                    <a:pt x="2794870" y="1910219"/>
                  </a:cubicBezTo>
                  <a:cubicBezTo>
                    <a:pt x="2793876" y="1929126"/>
                    <a:pt x="2792576" y="1947398"/>
                    <a:pt x="2790956" y="1965021"/>
                  </a:cubicBezTo>
                  <a:cubicBezTo>
                    <a:pt x="2804531" y="1959157"/>
                    <a:pt x="2818881" y="1955242"/>
                    <a:pt x="2834014" y="1953277"/>
                  </a:cubicBezTo>
                  <a:cubicBezTo>
                    <a:pt x="2828792" y="1945449"/>
                    <a:pt x="2823578" y="1937620"/>
                    <a:pt x="2818356" y="1929791"/>
                  </a:cubicBezTo>
                  <a:cubicBezTo>
                    <a:pt x="2829974" y="1917469"/>
                    <a:pt x="2843025" y="1907033"/>
                    <a:pt x="2857500" y="1898476"/>
                  </a:cubicBezTo>
                  <a:cubicBezTo>
                    <a:pt x="2836785" y="1894585"/>
                    <a:pt x="2815906" y="1893278"/>
                    <a:pt x="2794870" y="1894562"/>
                  </a:cubicBezTo>
                  <a:cubicBezTo>
                    <a:pt x="2794870" y="1884126"/>
                    <a:pt x="2794870" y="1873682"/>
                    <a:pt x="2794870" y="1863247"/>
                  </a:cubicBezTo>
                  <a:cubicBezTo>
                    <a:pt x="2810527" y="1863247"/>
                    <a:pt x="2826185" y="1863247"/>
                    <a:pt x="2841843" y="1863247"/>
                  </a:cubicBezTo>
                  <a:cubicBezTo>
                    <a:pt x="2847064" y="1821496"/>
                    <a:pt x="2852278" y="1821496"/>
                    <a:pt x="2857500" y="1863247"/>
                  </a:cubicBezTo>
                  <a:cubicBezTo>
                    <a:pt x="2873369" y="1864515"/>
                    <a:pt x="2889027" y="1863207"/>
                    <a:pt x="2904473" y="1859332"/>
                  </a:cubicBezTo>
                  <a:cubicBezTo>
                    <a:pt x="2895673" y="1857383"/>
                    <a:pt x="2887844" y="1853468"/>
                    <a:pt x="2880986" y="1847589"/>
                  </a:cubicBezTo>
                  <a:cubicBezTo>
                    <a:pt x="2888596" y="1830867"/>
                    <a:pt x="2901647" y="1821731"/>
                    <a:pt x="2920130" y="1820188"/>
                  </a:cubicBezTo>
                  <a:cubicBezTo>
                    <a:pt x="2888721" y="1815726"/>
                    <a:pt x="2884807" y="1806590"/>
                    <a:pt x="2908387" y="1792788"/>
                  </a:cubicBezTo>
                  <a:cubicBezTo>
                    <a:pt x="2913609" y="1784959"/>
                    <a:pt x="2913609" y="1777130"/>
                    <a:pt x="2908387" y="1769301"/>
                  </a:cubicBezTo>
                  <a:cubicBezTo>
                    <a:pt x="2891743" y="1796812"/>
                    <a:pt x="2874778" y="1798111"/>
                    <a:pt x="2857500" y="1773216"/>
                  </a:cubicBezTo>
                  <a:cubicBezTo>
                    <a:pt x="2888471" y="1764494"/>
                    <a:pt x="2888471" y="1757973"/>
                    <a:pt x="2857500" y="1753644"/>
                  </a:cubicBezTo>
                  <a:cubicBezTo>
                    <a:pt x="2857500" y="1743208"/>
                    <a:pt x="2857500" y="1732765"/>
                    <a:pt x="2857500" y="1722329"/>
                  </a:cubicBezTo>
                  <a:cubicBezTo>
                    <a:pt x="2879898" y="1722227"/>
                    <a:pt x="2887727" y="1713099"/>
                    <a:pt x="2880986" y="1694928"/>
                  </a:cubicBezTo>
                  <a:cubicBezTo>
                    <a:pt x="2891422" y="1689706"/>
                    <a:pt x="2901866" y="1689706"/>
                    <a:pt x="2912301" y="1694928"/>
                  </a:cubicBezTo>
                  <a:cubicBezTo>
                    <a:pt x="2904801" y="1703908"/>
                    <a:pt x="2907408" y="1711736"/>
                    <a:pt x="2920130" y="1718414"/>
                  </a:cubicBezTo>
                  <a:cubicBezTo>
                    <a:pt x="2956691" y="1717091"/>
                    <a:pt x="2990612" y="1705348"/>
                    <a:pt x="3021904" y="1683185"/>
                  </a:cubicBezTo>
                  <a:cubicBezTo>
                    <a:pt x="3014075" y="1677963"/>
                    <a:pt x="3006247" y="1672749"/>
                    <a:pt x="2998418" y="1667527"/>
                  </a:cubicBezTo>
                  <a:cubicBezTo>
                    <a:pt x="3002528" y="1662110"/>
                    <a:pt x="3007750" y="1658195"/>
                    <a:pt x="3014075" y="1655784"/>
                  </a:cubicBezTo>
                  <a:cubicBezTo>
                    <a:pt x="3002043" y="1647094"/>
                    <a:pt x="2996829" y="1635351"/>
                    <a:pt x="2998418" y="1620555"/>
                  </a:cubicBezTo>
                  <a:cubicBezTo>
                    <a:pt x="2985555" y="1620398"/>
                    <a:pt x="2975119" y="1625620"/>
                    <a:pt x="2967103" y="1636212"/>
                  </a:cubicBezTo>
                  <a:cubicBezTo>
                    <a:pt x="2958381" y="1626638"/>
                    <a:pt x="2957074" y="1616202"/>
                    <a:pt x="2963188" y="1604897"/>
                  </a:cubicBezTo>
                  <a:cubicBezTo>
                    <a:pt x="2966430" y="1608475"/>
                    <a:pt x="2970344" y="1611090"/>
                    <a:pt x="2974932" y="1612726"/>
                  </a:cubicBezTo>
                  <a:cubicBezTo>
                    <a:pt x="2999357" y="1606009"/>
                    <a:pt x="3022844" y="1598180"/>
                    <a:pt x="3045390" y="1589240"/>
                  </a:cubicBezTo>
                  <a:cubicBezTo>
                    <a:pt x="3044161" y="1599989"/>
                    <a:pt x="3045469" y="1610432"/>
                    <a:pt x="3049305" y="1620555"/>
                  </a:cubicBezTo>
                  <a:cubicBezTo>
                    <a:pt x="3054527" y="1610119"/>
                    <a:pt x="3059741" y="1610119"/>
                    <a:pt x="3064962" y="1620555"/>
                  </a:cubicBezTo>
                  <a:cubicBezTo>
                    <a:pt x="3081865" y="1599981"/>
                    <a:pt x="3093608" y="1576495"/>
                    <a:pt x="3100192" y="1550096"/>
                  </a:cubicBezTo>
                  <a:cubicBezTo>
                    <a:pt x="3109790" y="1543340"/>
                    <a:pt x="3120233" y="1543340"/>
                    <a:pt x="3131507" y="1550096"/>
                  </a:cubicBezTo>
                  <a:cubicBezTo>
                    <a:pt x="3065503" y="1674801"/>
                    <a:pt x="2988522" y="1792232"/>
                    <a:pt x="2900558" y="1902390"/>
                  </a:cubicBezTo>
                  <a:cubicBezTo>
                    <a:pt x="2724857" y="2124281"/>
                    <a:pt x="2530445" y="2329137"/>
                    <a:pt x="2317315" y="2516949"/>
                  </a:cubicBezTo>
                  <a:cubicBezTo>
                    <a:pt x="2140174" y="2634012"/>
                    <a:pt x="1944454" y="2688814"/>
                    <a:pt x="1730158" y="2681353"/>
                  </a:cubicBezTo>
                  <a:cubicBezTo>
                    <a:pt x="1564336" y="2692517"/>
                    <a:pt x="1399932" y="2682081"/>
                    <a:pt x="1236945" y="2650038"/>
                  </a:cubicBezTo>
                  <a:cubicBezTo>
                    <a:pt x="1057455" y="2603511"/>
                    <a:pt x="911323" y="2508267"/>
                    <a:pt x="798534" y="2364288"/>
                  </a:cubicBezTo>
                  <a:cubicBezTo>
                    <a:pt x="820948" y="2340097"/>
                    <a:pt x="818333" y="2317918"/>
                    <a:pt x="790705" y="2297743"/>
                  </a:cubicBezTo>
                  <a:cubicBezTo>
                    <a:pt x="766327" y="2289234"/>
                    <a:pt x="748062" y="2295755"/>
                    <a:pt x="735904" y="2317315"/>
                  </a:cubicBezTo>
                  <a:cubicBezTo>
                    <a:pt x="490785" y="2077301"/>
                    <a:pt x="275494" y="1813730"/>
                    <a:pt x="90031" y="1526610"/>
                  </a:cubicBezTo>
                  <a:cubicBezTo>
                    <a:pt x="53474" y="1461357"/>
                    <a:pt x="23464" y="1393505"/>
                    <a:pt x="0" y="1323062"/>
                  </a:cubicBezTo>
                  <a:cubicBezTo>
                    <a:pt x="1590" y="1310974"/>
                    <a:pt x="6809" y="1300531"/>
                    <a:pt x="15658" y="1291747"/>
                  </a:cubicBezTo>
                  <a:cubicBezTo>
                    <a:pt x="10236" y="1283777"/>
                    <a:pt x="5017" y="1275948"/>
                    <a:pt x="0" y="1268260"/>
                  </a:cubicBezTo>
                  <a:cubicBezTo>
                    <a:pt x="15371" y="1277530"/>
                    <a:pt x="31029" y="1284051"/>
                    <a:pt x="46973" y="1287832"/>
                  </a:cubicBezTo>
                  <a:cubicBezTo>
                    <a:pt x="44363" y="1274782"/>
                    <a:pt x="41753" y="1261739"/>
                    <a:pt x="39144" y="1248688"/>
                  </a:cubicBezTo>
                  <a:cubicBezTo>
                    <a:pt x="43422" y="1241447"/>
                    <a:pt x="48642" y="1234925"/>
                    <a:pt x="54801" y="1229117"/>
                  </a:cubicBezTo>
                  <a:cubicBezTo>
                    <a:pt x="62428" y="1246676"/>
                    <a:pt x="65038" y="1264941"/>
                    <a:pt x="62630" y="1283918"/>
                  </a:cubicBezTo>
                  <a:cubicBezTo>
                    <a:pt x="70459" y="1283918"/>
                    <a:pt x="78288" y="1283918"/>
                    <a:pt x="86116" y="1283918"/>
                  </a:cubicBezTo>
                  <a:cubicBezTo>
                    <a:pt x="83666" y="1262412"/>
                    <a:pt x="86273" y="1241533"/>
                    <a:pt x="93945" y="1221288"/>
                  </a:cubicBezTo>
                  <a:cubicBezTo>
                    <a:pt x="107387" y="1230432"/>
                    <a:pt x="112609" y="1243482"/>
                    <a:pt x="109603" y="1260432"/>
                  </a:cubicBezTo>
                  <a:cubicBezTo>
                    <a:pt x="132588" y="1267524"/>
                    <a:pt x="156074" y="1272739"/>
                    <a:pt x="180062" y="1276089"/>
                  </a:cubicBezTo>
                  <a:cubicBezTo>
                    <a:pt x="180062" y="1289140"/>
                    <a:pt x="180062" y="1302182"/>
                    <a:pt x="180062" y="1315233"/>
                  </a:cubicBezTo>
                  <a:cubicBezTo>
                    <a:pt x="166064" y="1313002"/>
                    <a:pt x="153013" y="1315609"/>
                    <a:pt x="140918" y="1323062"/>
                  </a:cubicBezTo>
                  <a:cubicBezTo>
                    <a:pt x="146140" y="1328283"/>
                    <a:pt x="151354" y="1333498"/>
                    <a:pt x="156575" y="1338719"/>
                  </a:cubicBezTo>
                  <a:cubicBezTo>
                    <a:pt x="152661" y="1341326"/>
                    <a:pt x="148747" y="1343941"/>
                    <a:pt x="144832" y="1346548"/>
                  </a:cubicBezTo>
                  <a:cubicBezTo>
                    <a:pt x="127084" y="1332785"/>
                    <a:pt x="107512" y="1328871"/>
                    <a:pt x="86116" y="1334805"/>
                  </a:cubicBezTo>
                  <a:cubicBezTo>
                    <a:pt x="104796" y="1337028"/>
                    <a:pt x="110010" y="1344857"/>
                    <a:pt x="101774" y="1358291"/>
                  </a:cubicBezTo>
                  <a:cubicBezTo>
                    <a:pt x="125558" y="1360922"/>
                    <a:pt x="147745" y="1367443"/>
                    <a:pt x="168318" y="1377863"/>
                  </a:cubicBezTo>
                  <a:cubicBezTo>
                    <a:pt x="191437" y="1359458"/>
                    <a:pt x="213616" y="1359458"/>
                    <a:pt x="234863" y="1377863"/>
                  </a:cubicBezTo>
                  <a:cubicBezTo>
                    <a:pt x="247162" y="1371529"/>
                    <a:pt x="260213" y="1368915"/>
                    <a:pt x="274007" y="1370034"/>
                  </a:cubicBezTo>
                  <a:cubicBezTo>
                    <a:pt x="274007" y="1356984"/>
                    <a:pt x="274007" y="1343941"/>
                    <a:pt x="274007" y="1330890"/>
                  </a:cubicBezTo>
                  <a:cubicBezTo>
                    <a:pt x="258349" y="1330890"/>
                    <a:pt x="242692" y="1330890"/>
                    <a:pt x="227034" y="1330890"/>
                  </a:cubicBezTo>
                  <a:cubicBezTo>
                    <a:pt x="227034" y="1320455"/>
                    <a:pt x="227034" y="1310011"/>
                    <a:pt x="227034" y="1299575"/>
                  </a:cubicBezTo>
                  <a:cubicBezTo>
                    <a:pt x="242692" y="1299575"/>
                    <a:pt x="258349" y="1299575"/>
                    <a:pt x="274007" y="1299575"/>
                  </a:cubicBezTo>
                  <a:cubicBezTo>
                    <a:pt x="277866" y="1281522"/>
                    <a:pt x="280473" y="1263258"/>
                    <a:pt x="281836" y="1244774"/>
                  </a:cubicBezTo>
                  <a:cubicBezTo>
                    <a:pt x="295833" y="1242543"/>
                    <a:pt x="308884" y="1245150"/>
                    <a:pt x="320979" y="1252603"/>
                  </a:cubicBezTo>
                  <a:cubicBezTo>
                    <a:pt x="314521" y="1259539"/>
                    <a:pt x="306692" y="1262146"/>
                    <a:pt x="297493" y="1260432"/>
                  </a:cubicBezTo>
                  <a:cubicBezTo>
                    <a:pt x="301674" y="1307397"/>
                    <a:pt x="306896" y="1354369"/>
                    <a:pt x="313151" y="1401349"/>
                  </a:cubicBezTo>
                  <a:cubicBezTo>
                    <a:pt x="329200" y="1396832"/>
                    <a:pt x="337028" y="1386397"/>
                    <a:pt x="336637" y="1370034"/>
                  </a:cubicBezTo>
                  <a:cubicBezTo>
                    <a:pt x="370042" y="1374254"/>
                    <a:pt x="401357" y="1384690"/>
                    <a:pt x="430582" y="1401349"/>
                  </a:cubicBezTo>
                  <a:cubicBezTo>
                    <a:pt x="380306" y="1404410"/>
                    <a:pt x="332026" y="1412239"/>
                    <a:pt x="285750" y="1424836"/>
                  </a:cubicBezTo>
                  <a:cubicBezTo>
                    <a:pt x="271682" y="1411871"/>
                    <a:pt x="254717" y="1404042"/>
                    <a:pt x="234863" y="1401349"/>
                  </a:cubicBezTo>
                  <a:cubicBezTo>
                    <a:pt x="227590" y="1410658"/>
                    <a:pt x="224983" y="1421093"/>
                    <a:pt x="227034" y="1432664"/>
                  </a:cubicBezTo>
                  <a:cubicBezTo>
                    <a:pt x="242692" y="1432664"/>
                    <a:pt x="258349" y="1432664"/>
                    <a:pt x="274007" y="1432664"/>
                  </a:cubicBezTo>
                  <a:cubicBezTo>
                    <a:pt x="272778" y="1443413"/>
                    <a:pt x="274085" y="1453857"/>
                    <a:pt x="277921" y="1463980"/>
                  </a:cubicBezTo>
                  <a:cubicBezTo>
                    <a:pt x="309776" y="1473969"/>
                    <a:pt x="339784" y="1468755"/>
                    <a:pt x="367952" y="1448322"/>
                  </a:cubicBezTo>
                  <a:cubicBezTo>
                    <a:pt x="362730" y="1445715"/>
                    <a:pt x="357516" y="1443100"/>
                    <a:pt x="352295" y="1440493"/>
                  </a:cubicBezTo>
                  <a:cubicBezTo>
                    <a:pt x="371702" y="1431310"/>
                    <a:pt x="391274" y="1431310"/>
                    <a:pt x="411010" y="1440493"/>
                  </a:cubicBezTo>
                  <a:cubicBezTo>
                    <a:pt x="445426" y="1421360"/>
                    <a:pt x="481962" y="1405702"/>
                    <a:pt x="520613" y="1393521"/>
                  </a:cubicBezTo>
                  <a:cubicBezTo>
                    <a:pt x="587463" y="1394241"/>
                    <a:pt x="654007" y="1394241"/>
                    <a:pt x="720247" y="1393521"/>
                  </a:cubicBezTo>
                  <a:cubicBezTo>
                    <a:pt x="733297" y="1396128"/>
                    <a:pt x="746340" y="1398742"/>
                    <a:pt x="759390" y="1401349"/>
                  </a:cubicBezTo>
                  <a:cubicBezTo>
                    <a:pt x="750458" y="1408591"/>
                    <a:pt x="750458" y="1415120"/>
                    <a:pt x="759390" y="1420921"/>
                  </a:cubicBezTo>
                  <a:cubicBezTo>
                    <a:pt x="772183" y="1424789"/>
                    <a:pt x="785233" y="1426088"/>
                    <a:pt x="798534" y="1424836"/>
                  </a:cubicBezTo>
                  <a:cubicBezTo>
                    <a:pt x="797266" y="1440704"/>
                    <a:pt x="798573" y="1456362"/>
                    <a:pt x="802449" y="1471808"/>
                  </a:cubicBezTo>
                  <a:cubicBezTo>
                    <a:pt x="817237" y="1476482"/>
                    <a:pt x="831587" y="1479097"/>
                    <a:pt x="845507" y="1479637"/>
                  </a:cubicBezTo>
                  <a:cubicBezTo>
                    <a:pt x="834265" y="1490864"/>
                    <a:pt x="821222" y="1499992"/>
                    <a:pt x="806363" y="1507038"/>
                  </a:cubicBezTo>
                  <a:cubicBezTo>
                    <a:pt x="819155" y="1510905"/>
                    <a:pt x="832206" y="1512205"/>
                    <a:pt x="845507" y="1510952"/>
                  </a:cubicBezTo>
                  <a:cubicBezTo>
                    <a:pt x="845507" y="1521388"/>
                    <a:pt x="845507" y="1531831"/>
                    <a:pt x="845507" y="1542267"/>
                  </a:cubicBezTo>
                  <a:cubicBezTo>
                    <a:pt x="822827" y="1539331"/>
                    <a:pt x="801955" y="1543246"/>
                    <a:pt x="782877" y="1554010"/>
                  </a:cubicBezTo>
                  <a:cubicBezTo>
                    <a:pt x="795669" y="1557878"/>
                    <a:pt x="808719" y="1559177"/>
                    <a:pt x="822021" y="1557925"/>
                  </a:cubicBezTo>
                  <a:cubicBezTo>
                    <a:pt x="822021" y="1568361"/>
                    <a:pt x="822021" y="1578804"/>
                    <a:pt x="822021" y="1589240"/>
                  </a:cubicBezTo>
                  <a:cubicBezTo>
                    <a:pt x="810450" y="1587188"/>
                    <a:pt x="800014" y="1589796"/>
                    <a:pt x="790705" y="1597069"/>
                  </a:cubicBezTo>
                  <a:cubicBezTo>
                    <a:pt x="803615" y="1608718"/>
                    <a:pt x="819273" y="1616546"/>
                    <a:pt x="837678" y="1620555"/>
                  </a:cubicBezTo>
                  <a:cubicBezTo>
                    <a:pt x="844012" y="1632854"/>
                    <a:pt x="846626" y="1645904"/>
                    <a:pt x="845507" y="1659699"/>
                  </a:cubicBezTo>
                  <a:cubicBezTo>
                    <a:pt x="856256" y="1658470"/>
                    <a:pt x="866699" y="1659777"/>
                    <a:pt x="876822" y="1663613"/>
                  </a:cubicBezTo>
                  <a:cubicBezTo>
                    <a:pt x="869651" y="1665790"/>
                    <a:pt x="864437" y="1669704"/>
                    <a:pt x="861164" y="1675356"/>
                  </a:cubicBezTo>
                  <a:cubicBezTo>
                    <a:pt x="871913" y="1676585"/>
                    <a:pt x="882357" y="1675278"/>
                    <a:pt x="892479" y="1671442"/>
                  </a:cubicBezTo>
                  <a:cubicBezTo>
                    <a:pt x="891673" y="1650891"/>
                    <a:pt x="889066" y="1628705"/>
                    <a:pt x="884651" y="1604897"/>
                  </a:cubicBezTo>
                  <a:cubicBezTo>
                    <a:pt x="900308" y="1604897"/>
                    <a:pt x="915966" y="1604897"/>
                    <a:pt x="931623" y="1604897"/>
                  </a:cubicBezTo>
                  <a:cubicBezTo>
                    <a:pt x="933761" y="1620171"/>
                    <a:pt x="928547" y="1631914"/>
                    <a:pt x="915966" y="1640127"/>
                  </a:cubicBezTo>
                  <a:cubicBezTo>
                    <a:pt x="935788" y="1640150"/>
                    <a:pt x="955360" y="1636236"/>
                    <a:pt x="974682" y="1628384"/>
                  </a:cubicBezTo>
                  <a:cubicBezTo>
                    <a:pt x="1001057" y="1638663"/>
                    <a:pt x="1028457" y="1645184"/>
                    <a:pt x="1056884" y="1647956"/>
                  </a:cubicBezTo>
                  <a:cubicBezTo>
                    <a:pt x="1062105" y="1653177"/>
                    <a:pt x="1067319" y="1658391"/>
                    <a:pt x="1072541" y="1663613"/>
                  </a:cubicBezTo>
                  <a:cubicBezTo>
                    <a:pt x="1053267" y="1673133"/>
                    <a:pt x="1032387" y="1678347"/>
                    <a:pt x="1009911" y="1679271"/>
                  </a:cubicBezTo>
                  <a:cubicBezTo>
                    <a:pt x="1016370" y="1692485"/>
                    <a:pt x="1024198" y="1693793"/>
                    <a:pt x="1033397" y="1683185"/>
                  </a:cubicBezTo>
                  <a:cubicBezTo>
                    <a:pt x="1047951" y="1696431"/>
                    <a:pt x="1063608" y="1708175"/>
                    <a:pt x="1080370" y="1718414"/>
                  </a:cubicBezTo>
                  <a:cubicBezTo>
                    <a:pt x="1095565" y="1724231"/>
                    <a:pt x="1109916" y="1722924"/>
                    <a:pt x="1123428" y="1714500"/>
                  </a:cubicBezTo>
                  <a:cubicBezTo>
                    <a:pt x="1147956" y="1742488"/>
                    <a:pt x="1177971" y="1750317"/>
                    <a:pt x="1213459" y="1737986"/>
                  </a:cubicBezTo>
                  <a:cubicBezTo>
                    <a:pt x="1202076" y="1724184"/>
                    <a:pt x="1204691" y="1713741"/>
                    <a:pt x="1221288" y="1706671"/>
                  </a:cubicBezTo>
                  <a:cubicBezTo>
                    <a:pt x="1230768" y="1712731"/>
                    <a:pt x="1230768" y="1719252"/>
                    <a:pt x="1221288" y="1726243"/>
                  </a:cubicBezTo>
                  <a:cubicBezTo>
                    <a:pt x="1236797" y="1730979"/>
                    <a:pt x="1239411" y="1738808"/>
                    <a:pt x="1229116" y="1749730"/>
                  </a:cubicBezTo>
                  <a:cubicBezTo>
                    <a:pt x="1344160" y="1756016"/>
                    <a:pt x="1458977" y="1753409"/>
                    <a:pt x="1573582" y="1741901"/>
                  </a:cubicBezTo>
                  <a:cubicBezTo>
                    <a:pt x="1554206" y="1728255"/>
                    <a:pt x="1554206" y="1720427"/>
                    <a:pt x="1573582" y="1718414"/>
                  </a:cubicBezTo>
                  <a:cubicBezTo>
                    <a:pt x="1577865" y="1725656"/>
                    <a:pt x="1583079" y="1732177"/>
                    <a:pt x="1589240" y="1737986"/>
                  </a:cubicBezTo>
                  <a:cubicBezTo>
                    <a:pt x="1600521" y="1727300"/>
                    <a:pt x="1610957" y="1715557"/>
                    <a:pt x="1620555" y="1702757"/>
                  </a:cubicBezTo>
                  <a:cubicBezTo>
                    <a:pt x="1617948" y="1701450"/>
                    <a:pt x="1615333" y="1700150"/>
                    <a:pt x="1612726" y="1698843"/>
                  </a:cubicBezTo>
                  <a:cubicBezTo>
                    <a:pt x="1598078" y="1708762"/>
                    <a:pt x="1583728" y="1708762"/>
                    <a:pt x="1569668" y="1698843"/>
                  </a:cubicBezTo>
                  <a:cubicBezTo>
                    <a:pt x="1558715" y="1704534"/>
                    <a:pt x="1546972" y="1708448"/>
                    <a:pt x="1534438" y="1710586"/>
                  </a:cubicBezTo>
                  <a:cubicBezTo>
                    <a:pt x="1539660" y="1713193"/>
                    <a:pt x="1544874" y="1715807"/>
                    <a:pt x="1550096" y="1718414"/>
                  </a:cubicBezTo>
                  <a:cubicBezTo>
                    <a:pt x="1534603" y="1723769"/>
                    <a:pt x="1521552" y="1719855"/>
                    <a:pt x="1510952" y="1706671"/>
                  </a:cubicBezTo>
                  <a:cubicBezTo>
                    <a:pt x="1507734" y="1712637"/>
                    <a:pt x="1506435" y="1720466"/>
                    <a:pt x="1507038" y="1730158"/>
                  </a:cubicBezTo>
                  <a:cubicBezTo>
                    <a:pt x="1478893" y="1745471"/>
                    <a:pt x="1448886" y="1749385"/>
                    <a:pt x="1417007" y="1741901"/>
                  </a:cubicBezTo>
                  <a:cubicBezTo>
                    <a:pt x="1406571" y="1736679"/>
                    <a:pt x="1406571" y="1731465"/>
                    <a:pt x="1417007" y="1726243"/>
                  </a:cubicBezTo>
                  <a:cubicBezTo>
                    <a:pt x="1413092" y="1724936"/>
                    <a:pt x="1409178" y="1723636"/>
                    <a:pt x="1405264" y="1722329"/>
                  </a:cubicBezTo>
                  <a:cubicBezTo>
                    <a:pt x="1390428" y="1735497"/>
                    <a:pt x="1373463" y="1739411"/>
                    <a:pt x="1354377" y="1734072"/>
                  </a:cubicBezTo>
                  <a:cubicBezTo>
                    <a:pt x="1363740" y="1728952"/>
                    <a:pt x="1363740" y="1725038"/>
                    <a:pt x="1354377" y="1722329"/>
                  </a:cubicBezTo>
                  <a:cubicBezTo>
                    <a:pt x="1348920" y="1737086"/>
                    <a:pt x="1341091" y="1739693"/>
                    <a:pt x="1330890" y="1730158"/>
                  </a:cubicBezTo>
                  <a:cubicBezTo>
                    <a:pt x="1303419" y="1746316"/>
                    <a:pt x="1274711" y="1748923"/>
                    <a:pt x="1244774" y="1737986"/>
                  </a:cubicBezTo>
                  <a:cubicBezTo>
                    <a:pt x="1254380" y="1729453"/>
                    <a:pt x="1260901" y="1719009"/>
                    <a:pt x="1264346" y="1706671"/>
                  </a:cubicBezTo>
                  <a:cubicBezTo>
                    <a:pt x="1269967" y="1714116"/>
                    <a:pt x="1276488" y="1715416"/>
                    <a:pt x="1283918" y="1710586"/>
                  </a:cubicBezTo>
                  <a:cubicBezTo>
                    <a:pt x="1270217" y="1700260"/>
                    <a:pt x="1254560" y="1696345"/>
                    <a:pt x="1236945" y="1698843"/>
                  </a:cubicBezTo>
                  <a:cubicBezTo>
                    <a:pt x="1236945" y="1691014"/>
                    <a:pt x="1236945" y="1683185"/>
                    <a:pt x="1236945" y="1675356"/>
                  </a:cubicBezTo>
                  <a:cubicBezTo>
                    <a:pt x="1276551" y="1671912"/>
                    <a:pt x="1283072" y="1656254"/>
                    <a:pt x="1256517" y="1628384"/>
                  </a:cubicBezTo>
                  <a:cubicBezTo>
                    <a:pt x="1248305" y="1636346"/>
                    <a:pt x="1239169" y="1637653"/>
                    <a:pt x="1229116" y="1632298"/>
                  </a:cubicBezTo>
                  <a:cubicBezTo>
                    <a:pt x="1205920" y="1614519"/>
                    <a:pt x="1200698" y="1592340"/>
                    <a:pt x="1213459" y="1565753"/>
                  </a:cubicBezTo>
                  <a:cubicBezTo>
                    <a:pt x="1222024" y="1584041"/>
                    <a:pt x="1232459" y="1584041"/>
                    <a:pt x="1244774" y="1565753"/>
                  </a:cubicBezTo>
                  <a:cubicBezTo>
                    <a:pt x="1234338" y="1560532"/>
                    <a:pt x="1223895" y="1555318"/>
                    <a:pt x="1213459" y="1550096"/>
                  </a:cubicBezTo>
                  <a:cubicBezTo>
                    <a:pt x="1215095" y="1545508"/>
                    <a:pt x="1217710" y="1541594"/>
                    <a:pt x="1221288" y="1538353"/>
                  </a:cubicBezTo>
                  <a:cubicBezTo>
                    <a:pt x="1206797" y="1531800"/>
                    <a:pt x="1192446" y="1525271"/>
                    <a:pt x="1178229" y="1518781"/>
                  </a:cubicBezTo>
                  <a:cubicBezTo>
                    <a:pt x="1175623" y="1508345"/>
                    <a:pt x="1173008" y="1497902"/>
                    <a:pt x="1170401" y="1487466"/>
                  </a:cubicBezTo>
                  <a:cubicBezTo>
                    <a:pt x="1157100" y="1494559"/>
                    <a:pt x="1142742" y="1497166"/>
                    <a:pt x="1127342" y="1495295"/>
                  </a:cubicBezTo>
                  <a:cubicBezTo>
                    <a:pt x="1130153" y="1477555"/>
                    <a:pt x="1124931" y="1463204"/>
                    <a:pt x="1111685" y="1452236"/>
                  </a:cubicBezTo>
                  <a:cubicBezTo>
                    <a:pt x="1128853" y="1443906"/>
                    <a:pt x="1144511" y="1433463"/>
                    <a:pt x="1158658" y="1420921"/>
                  </a:cubicBezTo>
                  <a:cubicBezTo>
                    <a:pt x="1151486" y="1417993"/>
                    <a:pt x="1144957" y="1414079"/>
                    <a:pt x="1139086" y="1409178"/>
                  </a:cubicBezTo>
                  <a:cubicBezTo>
                    <a:pt x="1133042" y="1419739"/>
                    <a:pt x="1123906" y="1426261"/>
                    <a:pt x="1111685" y="1428750"/>
                  </a:cubicBezTo>
                  <a:cubicBezTo>
                    <a:pt x="1116907" y="1431357"/>
                    <a:pt x="1122121" y="1433972"/>
                    <a:pt x="1127342" y="1436579"/>
                  </a:cubicBezTo>
                  <a:cubicBezTo>
                    <a:pt x="1111160" y="1440775"/>
                    <a:pt x="1096802" y="1436861"/>
                    <a:pt x="1084284" y="1424836"/>
                  </a:cubicBezTo>
                  <a:cubicBezTo>
                    <a:pt x="1075688" y="1436320"/>
                    <a:pt x="1063945" y="1442850"/>
                    <a:pt x="1049055" y="1444408"/>
                  </a:cubicBezTo>
                  <a:cubicBezTo>
                    <a:pt x="1042165" y="1455024"/>
                    <a:pt x="1039551" y="1466767"/>
                    <a:pt x="1041226" y="1479637"/>
                  </a:cubicBezTo>
                  <a:cubicBezTo>
                    <a:pt x="1051975" y="1478408"/>
                    <a:pt x="1062419" y="1479715"/>
                    <a:pt x="1072541" y="1483551"/>
                  </a:cubicBezTo>
                  <a:cubicBezTo>
                    <a:pt x="1065988" y="1491466"/>
                    <a:pt x="1063381" y="1500602"/>
                    <a:pt x="1064712" y="1510952"/>
                  </a:cubicBezTo>
                  <a:cubicBezTo>
                    <a:pt x="1042886" y="1507641"/>
                    <a:pt x="1027228" y="1515470"/>
                    <a:pt x="1017740" y="1534438"/>
                  </a:cubicBezTo>
                  <a:cubicBezTo>
                    <a:pt x="1040811" y="1540866"/>
                    <a:pt x="1064297" y="1544780"/>
                    <a:pt x="1088199" y="1546182"/>
                  </a:cubicBezTo>
                  <a:cubicBezTo>
                    <a:pt x="1053408" y="1548319"/>
                    <a:pt x="1019486" y="1549626"/>
                    <a:pt x="986425" y="1550096"/>
                  </a:cubicBezTo>
                  <a:cubicBezTo>
                    <a:pt x="980177" y="1537742"/>
                    <a:pt x="976263" y="1524699"/>
                    <a:pt x="974682" y="1510952"/>
                  </a:cubicBezTo>
                  <a:cubicBezTo>
                    <a:pt x="959979" y="1528160"/>
                    <a:pt x="943014" y="1529459"/>
                    <a:pt x="923795" y="1514867"/>
                  </a:cubicBezTo>
                  <a:cubicBezTo>
                    <a:pt x="929690" y="1503225"/>
                    <a:pt x="936211" y="1501918"/>
                    <a:pt x="943366" y="1510952"/>
                  </a:cubicBezTo>
                  <a:cubicBezTo>
                    <a:pt x="959102" y="1481046"/>
                    <a:pt x="949966" y="1461474"/>
                    <a:pt x="915966" y="1452236"/>
                  </a:cubicBezTo>
                  <a:cubicBezTo>
                    <a:pt x="918573" y="1449629"/>
                    <a:pt x="921188" y="1447015"/>
                    <a:pt x="923795" y="1444408"/>
                  </a:cubicBezTo>
                  <a:cubicBezTo>
                    <a:pt x="916373" y="1440627"/>
                    <a:pt x="908544" y="1439327"/>
                    <a:pt x="900308" y="1440493"/>
                  </a:cubicBezTo>
                  <a:cubicBezTo>
                    <a:pt x="900308" y="1432664"/>
                    <a:pt x="900308" y="1424836"/>
                    <a:pt x="900308" y="1417007"/>
                  </a:cubicBezTo>
                  <a:cubicBezTo>
                    <a:pt x="908137" y="1417007"/>
                    <a:pt x="915966" y="1417007"/>
                    <a:pt x="923795" y="1417007"/>
                  </a:cubicBezTo>
                  <a:cubicBezTo>
                    <a:pt x="923121" y="1424804"/>
                    <a:pt x="925736" y="1431326"/>
                    <a:pt x="931623" y="1436579"/>
                  </a:cubicBezTo>
                  <a:cubicBezTo>
                    <a:pt x="952503" y="1441801"/>
                    <a:pt x="973374" y="1441801"/>
                    <a:pt x="994253" y="1436579"/>
                  </a:cubicBezTo>
                  <a:cubicBezTo>
                    <a:pt x="1083165" y="1413046"/>
                    <a:pt x="1171888" y="1389559"/>
                    <a:pt x="1260432" y="1366120"/>
                  </a:cubicBezTo>
                  <a:cubicBezTo>
                    <a:pt x="1307224" y="1358315"/>
                    <a:pt x="1354197" y="1351793"/>
                    <a:pt x="1401349" y="1346548"/>
                  </a:cubicBezTo>
                  <a:cubicBezTo>
                    <a:pt x="1471284" y="1363388"/>
                    <a:pt x="1541743" y="1376438"/>
                    <a:pt x="1612726" y="1385692"/>
                  </a:cubicBezTo>
                  <a:cubicBezTo>
                    <a:pt x="1633605" y="1384385"/>
                    <a:pt x="1654477" y="1383085"/>
                    <a:pt x="1675356" y="1381777"/>
                  </a:cubicBezTo>
                  <a:cubicBezTo>
                    <a:pt x="1759461" y="1341491"/>
                    <a:pt x="1845577" y="1336277"/>
                    <a:pt x="1933705" y="1366120"/>
                  </a:cubicBezTo>
                  <a:cubicBezTo>
                    <a:pt x="2016761" y="1391195"/>
                    <a:pt x="2100263" y="1414682"/>
                    <a:pt x="2184226" y="1436579"/>
                  </a:cubicBezTo>
                  <a:cubicBezTo>
                    <a:pt x="2215541" y="1441801"/>
                    <a:pt x="2246856" y="1441801"/>
                    <a:pt x="2278171" y="1436579"/>
                  </a:cubicBezTo>
                  <a:cubicBezTo>
                    <a:pt x="2161617" y="1405319"/>
                    <a:pt x="2038971" y="1371388"/>
                    <a:pt x="1910219" y="1334805"/>
                  </a:cubicBezTo>
                  <a:cubicBezTo>
                    <a:pt x="1877933" y="1328103"/>
                    <a:pt x="1845319" y="1324189"/>
                    <a:pt x="1812360" y="1323062"/>
                  </a:cubicBezTo>
                  <a:cubicBezTo>
                    <a:pt x="1745275" y="1333685"/>
                    <a:pt x="1678730" y="1346736"/>
                    <a:pt x="1612726" y="1362206"/>
                  </a:cubicBezTo>
                  <a:cubicBezTo>
                    <a:pt x="1556672" y="1356678"/>
                    <a:pt x="1501871" y="1344935"/>
                    <a:pt x="1448322" y="1326976"/>
                  </a:cubicBezTo>
                  <a:cubicBezTo>
                    <a:pt x="1409178" y="1321754"/>
                    <a:pt x="1370034" y="1321754"/>
                    <a:pt x="1330890" y="1326976"/>
                  </a:cubicBezTo>
                  <a:cubicBezTo>
                    <a:pt x="1230314" y="1348607"/>
                    <a:pt x="1131155" y="1374708"/>
                    <a:pt x="1033397" y="1405264"/>
                  </a:cubicBezTo>
                  <a:cubicBezTo>
                    <a:pt x="1015313" y="1409155"/>
                    <a:pt x="997048" y="1410454"/>
                    <a:pt x="978596" y="1409178"/>
                  </a:cubicBezTo>
                  <a:cubicBezTo>
                    <a:pt x="989963" y="1402899"/>
                    <a:pt x="1003006" y="1398985"/>
                    <a:pt x="1017740" y="1397435"/>
                  </a:cubicBezTo>
                  <a:cubicBezTo>
                    <a:pt x="1002082" y="1394828"/>
                    <a:pt x="986425" y="1392213"/>
                    <a:pt x="970767" y="1389606"/>
                  </a:cubicBezTo>
                  <a:cubicBezTo>
                    <a:pt x="1003554" y="1383688"/>
                    <a:pt x="1034869" y="1374559"/>
                    <a:pt x="1064712" y="1362206"/>
                  </a:cubicBezTo>
                  <a:cubicBezTo>
                    <a:pt x="1075634" y="1372500"/>
                    <a:pt x="1083462" y="1369886"/>
                    <a:pt x="1088199" y="1354377"/>
                  </a:cubicBezTo>
                  <a:cubicBezTo>
                    <a:pt x="1082390" y="1339894"/>
                    <a:pt x="1074561" y="1334680"/>
                    <a:pt x="1064712" y="1338719"/>
                  </a:cubicBezTo>
                  <a:cubicBezTo>
                    <a:pt x="1082977" y="1333498"/>
                    <a:pt x="1101249" y="1328283"/>
                    <a:pt x="1119514" y="1323062"/>
                  </a:cubicBezTo>
                  <a:cubicBezTo>
                    <a:pt x="1117878" y="1318474"/>
                    <a:pt x="1115263" y="1314560"/>
                    <a:pt x="1111685" y="1311319"/>
                  </a:cubicBezTo>
                  <a:cubicBezTo>
                    <a:pt x="1131672" y="1305361"/>
                    <a:pt x="1151244" y="1298840"/>
                    <a:pt x="1170401" y="1291747"/>
                  </a:cubicBezTo>
                  <a:cubicBezTo>
                    <a:pt x="1175818" y="1295857"/>
                    <a:pt x="1179733" y="1301079"/>
                    <a:pt x="1182144" y="1307404"/>
                  </a:cubicBezTo>
                  <a:cubicBezTo>
                    <a:pt x="1164584" y="1315029"/>
                    <a:pt x="1146319" y="1317644"/>
                    <a:pt x="1127342" y="1315233"/>
                  </a:cubicBezTo>
                  <a:cubicBezTo>
                    <a:pt x="1126176" y="1323469"/>
                    <a:pt x="1127476" y="1331298"/>
                    <a:pt x="1131257" y="1338719"/>
                  </a:cubicBezTo>
                  <a:cubicBezTo>
                    <a:pt x="1150985" y="1333185"/>
                    <a:pt x="1170557" y="1326663"/>
                    <a:pt x="1189973" y="1319147"/>
                  </a:cubicBezTo>
                  <a:cubicBezTo>
                    <a:pt x="1197066" y="1305846"/>
                    <a:pt x="1199672" y="1291488"/>
                    <a:pt x="1197801" y="1276089"/>
                  </a:cubicBezTo>
                  <a:cubicBezTo>
                    <a:pt x="1171019" y="1279800"/>
                    <a:pt x="1144918" y="1279800"/>
                    <a:pt x="1119514" y="1276089"/>
                  </a:cubicBezTo>
                  <a:cubicBezTo>
                    <a:pt x="1073246" y="1296538"/>
                    <a:pt x="1070639" y="1292623"/>
                    <a:pt x="1111685" y="1264346"/>
                  </a:cubicBezTo>
                  <a:cubicBezTo>
                    <a:pt x="1143493" y="1266100"/>
                    <a:pt x="1174808" y="1264792"/>
                    <a:pt x="1205630" y="1260432"/>
                  </a:cubicBezTo>
                  <a:cubicBezTo>
                    <a:pt x="1216066" y="1263039"/>
                    <a:pt x="1226510" y="1265653"/>
                    <a:pt x="1236945" y="1268260"/>
                  </a:cubicBezTo>
                  <a:cubicBezTo>
                    <a:pt x="1247444" y="1295716"/>
                    <a:pt x="1265716" y="1303545"/>
                    <a:pt x="1291747" y="1291747"/>
                  </a:cubicBezTo>
                  <a:cubicBezTo>
                    <a:pt x="1330499" y="1312556"/>
                    <a:pt x="1372258" y="1312556"/>
                    <a:pt x="1417007" y="1291747"/>
                  </a:cubicBezTo>
                  <a:cubicBezTo>
                    <a:pt x="1426370" y="1294455"/>
                    <a:pt x="1426370" y="1298370"/>
                    <a:pt x="1417007" y="1303490"/>
                  </a:cubicBezTo>
                  <a:cubicBezTo>
                    <a:pt x="1437910" y="1307741"/>
                    <a:pt x="1457482" y="1303827"/>
                    <a:pt x="1475723" y="1291747"/>
                  </a:cubicBezTo>
                  <a:cubicBezTo>
                    <a:pt x="1483160" y="1295833"/>
                    <a:pt x="1489689" y="1301055"/>
                    <a:pt x="1495295" y="1307404"/>
                  </a:cubicBezTo>
                  <a:cubicBezTo>
                    <a:pt x="1537413" y="1305619"/>
                    <a:pt x="1542635" y="1293876"/>
                    <a:pt x="1510952" y="1272175"/>
                  </a:cubicBezTo>
                  <a:cubicBezTo>
                    <a:pt x="1529992" y="1263665"/>
                    <a:pt x="1527377" y="1259751"/>
                    <a:pt x="1503123" y="1260432"/>
                  </a:cubicBezTo>
                  <a:cubicBezTo>
                    <a:pt x="1504290" y="1268667"/>
                    <a:pt x="1502990" y="1276496"/>
                    <a:pt x="1499209" y="1283918"/>
                  </a:cubicBezTo>
                  <a:cubicBezTo>
                    <a:pt x="1484397" y="1278986"/>
                    <a:pt x="1471346" y="1271157"/>
                    <a:pt x="1460065" y="1260432"/>
                  </a:cubicBezTo>
                  <a:cubicBezTo>
                    <a:pt x="1451352" y="1274750"/>
                    <a:pt x="1439608" y="1281280"/>
                    <a:pt x="1424836" y="1280003"/>
                  </a:cubicBezTo>
                  <a:cubicBezTo>
                    <a:pt x="1434152" y="1263438"/>
                    <a:pt x="1444588" y="1247780"/>
                    <a:pt x="1456151" y="1233031"/>
                  </a:cubicBezTo>
                  <a:cubicBezTo>
                    <a:pt x="1437886" y="1230424"/>
                    <a:pt x="1419614" y="1227809"/>
                    <a:pt x="1401349" y="1225202"/>
                  </a:cubicBezTo>
                  <a:cubicBezTo>
                    <a:pt x="1409797" y="1217718"/>
                    <a:pt x="1418925" y="1211196"/>
                    <a:pt x="1428750" y="1205630"/>
                  </a:cubicBezTo>
                  <a:cubicBezTo>
                    <a:pt x="1433972" y="1200408"/>
                    <a:pt x="1433972" y="1195194"/>
                    <a:pt x="1428750" y="1189973"/>
                  </a:cubicBezTo>
                  <a:cubicBezTo>
                    <a:pt x="1405068" y="1219456"/>
                    <a:pt x="1382889" y="1219456"/>
                    <a:pt x="1362206" y="1189973"/>
                  </a:cubicBezTo>
                  <a:cubicBezTo>
                    <a:pt x="1348912" y="1199219"/>
                    <a:pt x="1335862" y="1199219"/>
                    <a:pt x="1323062" y="1189973"/>
                  </a:cubicBezTo>
                  <a:cubicBezTo>
                    <a:pt x="1327579" y="1173924"/>
                    <a:pt x="1338015" y="1166095"/>
                    <a:pt x="1354377" y="1166486"/>
                  </a:cubicBezTo>
                  <a:cubicBezTo>
                    <a:pt x="1354377" y="1158658"/>
                    <a:pt x="1354377" y="1150829"/>
                    <a:pt x="1354377" y="1143000"/>
                  </a:cubicBezTo>
                  <a:cubicBezTo>
                    <a:pt x="1379507" y="1148261"/>
                    <a:pt x="1404293" y="1156090"/>
                    <a:pt x="1428750" y="1166486"/>
                  </a:cubicBezTo>
                  <a:cubicBezTo>
                    <a:pt x="1432664" y="1163879"/>
                    <a:pt x="1436579" y="1161265"/>
                    <a:pt x="1440493" y="1158658"/>
                  </a:cubicBezTo>
                  <a:cubicBezTo>
                    <a:pt x="1421688" y="1150242"/>
                    <a:pt x="1403416" y="1141105"/>
                    <a:pt x="1385692" y="1131257"/>
                  </a:cubicBezTo>
                  <a:cubicBezTo>
                    <a:pt x="1395603" y="1128838"/>
                    <a:pt x="1404739" y="1124923"/>
                    <a:pt x="1413092" y="1119514"/>
                  </a:cubicBezTo>
                  <a:cubicBezTo>
                    <a:pt x="1418369" y="1127953"/>
                    <a:pt x="1426198" y="1133175"/>
                    <a:pt x="1436579" y="1135171"/>
                  </a:cubicBezTo>
                  <a:cubicBezTo>
                    <a:pt x="1453285" y="1130591"/>
                    <a:pt x="1465029" y="1120155"/>
                    <a:pt x="1471808" y="1103856"/>
                  </a:cubicBezTo>
                  <a:cubicBezTo>
                    <a:pt x="1475026" y="1109822"/>
                    <a:pt x="1476325" y="1117651"/>
                    <a:pt x="1475723" y="1127343"/>
                  </a:cubicBezTo>
                  <a:cubicBezTo>
                    <a:pt x="1494496" y="1123937"/>
                    <a:pt x="1512760" y="1129151"/>
                    <a:pt x="1530524" y="1143000"/>
                  </a:cubicBezTo>
                  <a:cubicBezTo>
                    <a:pt x="1526437" y="1165030"/>
                    <a:pt x="1526437" y="1185902"/>
                    <a:pt x="1530524" y="1205630"/>
                  </a:cubicBezTo>
                  <a:cubicBezTo>
                    <a:pt x="1542479" y="1192157"/>
                    <a:pt x="1550307" y="1176499"/>
                    <a:pt x="1554010" y="1158658"/>
                  </a:cubicBezTo>
                  <a:cubicBezTo>
                    <a:pt x="1561925" y="1165210"/>
                    <a:pt x="1571061" y="1167817"/>
                    <a:pt x="1581411" y="1166486"/>
                  </a:cubicBezTo>
                  <a:cubicBezTo>
                    <a:pt x="1582883" y="1153937"/>
                    <a:pt x="1578968" y="1143493"/>
                    <a:pt x="1569668" y="1135171"/>
                  </a:cubicBezTo>
                  <a:cubicBezTo>
                    <a:pt x="1546737" y="1140158"/>
                    <a:pt x="1527166" y="1132330"/>
                    <a:pt x="1510952" y="1111685"/>
                  </a:cubicBezTo>
                  <a:cubicBezTo>
                    <a:pt x="1542541" y="1110127"/>
                    <a:pt x="1573856" y="1110127"/>
                    <a:pt x="1604897" y="1111685"/>
                  </a:cubicBezTo>
                  <a:cubicBezTo>
                    <a:pt x="1616241" y="1117792"/>
                    <a:pt x="1627984" y="1123005"/>
                    <a:pt x="1640127" y="1127343"/>
                  </a:cubicBezTo>
                  <a:cubicBezTo>
                    <a:pt x="1659385" y="1120978"/>
                    <a:pt x="1678957" y="1115756"/>
                    <a:pt x="1698842" y="1111685"/>
                  </a:cubicBezTo>
                  <a:cubicBezTo>
                    <a:pt x="1722838" y="1112609"/>
                    <a:pt x="1726752" y="1120437"/>
                    <a:pt x="1710586" y="1135171"/>
                  </a:cubicBezTo>
                  <a:cubicBezTo>
                    <a:pt x="1695202" y="1124328"/>
                    <a:pt x="1680852" y="1125636"/>
                    <a:pt x="1667527" y="1139086"/>
                  </a:cubicBezTo>
                  <a:cubicBezTo>
                    <a:pt x="1694419" y="1146006"/>
                    <a:pt x="1720513" y="1155143"/>
                    <a:pt x="1745815" y="1166486"/>
                  </a:cubicBezTo>
                  <a:cubicBezTo>
                    <a:pt x="1753644" y="1163879"/>
                    <a:pt x="1758866" y="1158658"/>
                    <a:pt x="1761473" y="1150829"/>
                  </a:cubicBezTo>
                  <a:cubicBezTo>
                    <a:pt x="1752853" y="1136001"/>
                    <a:pt x="1742417" y="1130780"/>
                    <a:pt x="1730158" y="1135171"/>
                  </a:cubicBezTo>
                  <a:cubicBezTo>
                    <a:pt x="1735998" y="1125495"/>
                    <a:pt x="1738605" y="1115051"/>
                    <a:pt x="1737986" y="1103856"/>
                  </a:cubicBezTo>
                  <a:cubicBezTo>
                    <a:pt x="1706562" y="1105156"/>
                    <a:pt x="1675247" y="1103849"/>
                    <a:pt x="1644041" y="1099942"/>
                  </a:cubicBezTo>
                  <a:cubicBezTo>
                    <a:pt x="1682551" y="1093663"/>
                    <a:pt x="1720387" y="1094970"/>
                    <a:pt x="1757558" y="1103856"/>
                  </a:cubicBezTo>
                  <a:cubicBezTo>
                    <a:pt x="1826365" y="1091080"/>
                    <a:pt x="1894217" y="1080644"/>
                    <a:pt x="1961106" y="1072541"/>
                  </a:cubicBezTo>
                  <a:cubicBezTo>
                    <a:pt x="1973742" y="1062231"/>
                    <a:pt x="1982878" y="1049188"/>
                    <a:pt x="1988507" y="1033397"/>
                  </a:cubicBezTo>
                  <a:cubicBezTo>
                    <a:pt x="2003796" y="1023525"/>
                    <a:pt x="2019454" y="1014397"/>
                    <a:pt x="2035479" y="1005997"/>
                  </a:cubicBezTo>
                  <a:cubicBezTo>
                    <a:pt x="2013058" y="997886"/>
                    <a:pt x="1997400" y="983536"/>
                    <a:pt x="1988507" y="962938"/>
                  </a:cubicBezTo>
                  <a:cubicBezTo>
                    <a:pt x="1988953" y="954256"/>
                    <a:pt x="1991560" y="946427"/>
                    <a:pt x="1996336" y="939452"/>
                  </a:cubicBezTo>
                  <a:cubicBezTo>
                    <a:pt x="2009872" y="944282"/>
                    <a:pt x="2021615" y="952111"/>
                    <a:pt x="2031565" y="962938"/>
                  </a:cubicBezTo>
                  <a:cubicBezTo>
                    <a:pt x="2033702" y="950404"/>
                    <a:pt x="2037617" y="938661"/>
                    <a:pt x="2043308" y="927709"/>
                  </a:cubicBezTo>
                  <a:cubicBezTo>
                    <a:pt x="2031565" y="910744"/>
                    <a:pt x="2022429" y="912051"/>
                    <a:pt x="2015908" y="931623"/>
                  </a:cubicBezTo>
                  <a:cubicBezTo>
                    <a:pt x="2010936" y="914909"/>
                    <a:pt x="2013551" y="899251"/>
                    <a:pt x="2023736" y="884651"/>
                  </a:cubicBezTo>
                  <a:cubicBezTo>
                    <a:pt x="2026343" y="892479"/>
                    <a:pt x="2028958" y="900308"/>
                    <a:pt x="2031565" y="908137"/>
                  </a:cubicBezTo>
                  <a:cubicBezTo>
                    <a:pt x="2057635" y="901851"/>
                    <a:pt x="2082429" y="901851"/>
                    <a:pt x="2105938" y="908137"/>
                  </a:cubicBezTo>
                  <a:cubicBezTo>
                    <a:pt x="2113391" y="916224"/>
                    <a:pt x="2113391" y="925360"/>
                    <a:pt x="2105938" y="935538"/>
                  </a:cubicBezTo>
                  <a:cubicBezTo>
                    <a:pt x="2113806" y="948627"/>
                    <a:pt x="2124250" y="959063"/>
                    <a:pt x="2137253" y="966853"/>
                  </a:cubicBezTo>
                  <a:cubicBezTo>
                    <a:pt x="2169234" y="970203"/>
                    <a:pt x="2199242" y="979339"/>
                    <a:pt x="2227284" y="994253"/>
                  </a:cubicBezTo>
                  <a:cubicBezTo>
                    <a:pt x="2259218" y="985415"/>
                    <a:pt x="2291832" y="984107"/>
                    <a:pt x="2325144" y="990339"/>
                  </a:cubicBezTo>
                  <a:cubicBezTo>
                    <a:pt x="2304265" y="992946"/>
                    <a:pt x="2283393" y="995561"/>
                    <a:pt x="2262514" y="998168"/>
                  </a:cubicBezTo>
                  <a:cubicBezTo>
                    <a:pt x="2302315" y="999318"/>
                    <a:pt x="2341459" y="1000626"/>
                    <a:pt x="2379945" y="1002082"/>
                  </a:cubicBezTo>
                  <a:cubicBezTo>
                    <a:pt x="2410665" y="1000509"/>
                    <a:pt x="2410665" y="996594"/>
                    <a:pt x="2379945" y="990339"/>
                  </a:cubicBezTo>
                  <a:cubicBezTo>
                    <a:pt x="2421555" y="983974"/>
                    <a:pt x="2463306" y="978760"/>
                    <a:pt x="2505206" y="974682"/>
                  </a:cubicBezTo>
                  <a:cubicBezTo>
                    <a:pt x="2521427" y="957709"/>
                    <a:pt x="2538384" y="940752"/>
                    <a:pt x="2556093" y="923795"/>
                  </a:cubicBezTo>
                  <a:cubicBezTo>
                    <a:pt x="2558700" y="926402"/>
                    <a:pt x="2561314" y="929016"/>
                    <a:pt x="2563921" y="931623"/>
                  </a:cubicBezTo>
                  <a:cubicBezTo>
                    <a:pt x="2594735" y="908419"/>
                    <a:pt x="2627358" y="904505"/>
                    <a:pt x="2661781" y="919880"/>
                  </a:cubicBezTo>
                  <a:cubicBezTo>
                    <a:pt x="2643140" y="924538"/>
                    <a:pt x="2627483" y="928452"/>
                    <a:pt x="2614808" y="931623"/>
                  </a:cubicBezTo>
                  <a:cubicBezTo>
                    <a:pt x="2627788" y="942020"/>
                    <a:pt x="2642138" y="949849"/>
                    <a:pt x="2657866" y="955110"/>
                  </a:cubicBezTo>
                  <a:cubicBezTo>
                    <a:pt x="2678018" y="935358"/>
                    <a:pt x="2694983" y="936665"/>
                    <a:pt x="2708753" y="959024"/>
                  </a:cubicBezTo>
                  <a:cubicBezTo>
                    <a:pt x="2677118" y="960378"/>
                    <a:pt x="2645802" y="964293"/>
                    <a:pt x="2614808" y="970767"/>
                  </a:cubicBezTo>
                  <a:cubicBezTo>
                    <a:pt x="2600051" y="976224"/>
                    <a:pt x="2597444" y="984053"/>
                    <a:pt x="2606980" y="994253"/>
                  </a:cubicBezTo>
                  <a:cubicBezTo>
                    <a:pt x="2648730" y="1004689"/>
                    <a:pt x="2690489" y="1004689"/>
                    <a:pt x="2732240" y="994253"/>
                  </a:cubicBezTo>
                  <a:cubicBezTo>
                    <a:pt x="2744077" y="983591"/>
                    <a:pt x="2755820" y="980976"/>
                    <a:pt x="2767469" y="986425"/>
                  </a:cubicBezTo>
                  <a:cubicBezTo>
                    <a:pt x="2769881" y="980099"/>
                    <a:pt x="2773795" y="974877"/>
                    <a:pt x="2779212" y="970767"/>
                  </a:cubicBezTo>
                  <a:cubicBezTo>
                    <a:pt x="2801290" y="979770"/>
                    <a:pt x="2803904" y="988898"/>
                    <a:pt x="2787041" y="998168"/>
                  </a:cubicBezTo>
                  <a:cubicBezTo>
                    <a:pt x="2828792" y="1003390"/>
                    <a:pt x="2870551" y="1003390"/>
                    <a:pt x="2912301" y="998168"/>
                  </a:cubicBezTo>
                  <a:cubicBezTo>
                    <a:pt x="2880986" y="995561"/>
                    <a:pt x="2849671" y="992946"/>
                    <a:pt x="2818356" y="990339"/>
                  </a:cubicBezTo>
                  <a:cubicBezTo>
                    <a:pt x="2879358" y="968928"/>
                    <a:pt x="2879358" y="961099"/>
                    <a:pt x="2818356" y="966853"/>
                  </a:cubicBezTo>
                  <a:cubicBezTo>
                    <a:pt x="2857539" y="922503"/>
                    <a:pt x="2907127" y="901624"/>
                    <a:pt x="2967103" y="904223"/>
                  </a:cubicBezTo>
                  <a:cubicBezTo>
                    <a:pt x="2822208" y="907119"/>
                    <a:pt x="2678683" y="905820"/>
                    <a:pt x="2536521" y="900308"/>
                  </a:cubicBezTo>
                  <a:cubicBezTo>
                    <a:pt x="2518256" y="901616"/>
                    <a:pt x="2499984" y="902915"/>
                    <a:pt x="2481719" y="904223"/>
                  </a:cubicBezTo>
                  <a:cubicBezTo>
                    <a:pt x="2507813" y="906830"/>
                    <a:pt x="2533914" y="909444"/>
                    <a:pt x="2560007" y="912051"/>
                  </a:cubicBezTo>
                  <a:cubicBezTo>
                    <a:pt x="2530226" y="920272"/>
                    <a:pt x="2500219" y="926801"/>
                    <a:pt x="2469976" y="931623"/>
                  </a:cubicBezTo>
                  <a:cubicBezTo>
                    <a:pt x="2459133" y="923395"/>
                    <a:pt x="2451304" y="912960"/>
                    <a:pt x="2446490" y="900308"/>
                  </a:cubicBezTo>
                  <a:cubicBezTo>
                    <a:pt x="2443883" y="902915"/>
                    <a:pt x="2441268" y="905530"/>
                    <a:pt x="2438661" y="908137"/>
                  </a:cubicBezTo>
                  <a:cubicBezTo>
                    <a:pt x="2427380" y="902187"/>
                    <a:pt x="2415637" y="896973"/>
                    <a:pt x="2403432" y="892479"/>
                  </a:cubicBezTo>
                  <a:cubicBezTo>
                    <a:pt x="2394898" y="899455"/>
                    <a:pt x="2394898" y="907284"/>
                    <a:pt x="2403432" y="915966"/>
                  </a:cubicBezTo>
                  <a:cubicBezTo>
                    <a:pt x="2399697" y="923623"/>
                    <a:pt x="2394483" y="930143"/>
                    <a:pt x="2387774" y="935538"/>
                  </a:cubicBezTo>
                  <a:cubicBezTo>
                    <a:pt x="2390381" y="938145"/>
                    <a:pt x="2392996" y="940759"/>
                    <a:pt x="2395603" y="943366"/>
                  </a:cubicBezTo>
                  <a:cubicBezTo>
                    <a:pt x="2381049" y="948722"/>
                    <a:pt x="2367999" y="956550"/>
                    <a:pt x="2356459" y="966853"/>
                  </a:cubicBezTo>
                  <a:cubicBezTo>
                    <a:pt x="2313056" y="985798"/>
                    <a:pt x="2272605" y="981884"/>
                    <a:pt x="2235113" y="955110"/>
                  </a:cubicBezTo>
                  <a:cubicBezTo>
                    <a:pt x="2228122" y="964590"/>
                    <a:pt x="2221601" y="964590"/>
                    <a:pt x="2215541" y="955110"/>
                  </a:cubicBezTo>
                  <a:cubicBezTo>
                    <a:pt x="2226564" y="949293"/>
                    <a:pt x="2237000" y="942763"/>
                    <a:pt x="2246856" y="935538"/>
                  </a:cubicBezTo>
                  <a:cubicBezTo>
                    <a:pt x="2242942" y="931623"/>
                    <a:pt x="2239027" y="927709"/>
                    <a:pt x="2235113" y="923795"/>
                  </a:cubicBezTo>
                  <a:cubicBezTo>
                    <a:pt x="2226079" y="933526"/>
                    <a:pt x="2215635" y="941354"/>
                    <a:pt x="2203798" y="947281"/>
                  </a:cubicBezTo>
                  <a:cubicBezTo>
                    <a:pt x="2181862" y="940141"/>
                    <a:pt x="2157076" y="933620"/>
                    <a:pt x="2129425" y="927709"/>
                  </a:cubicBezTo>
                  <a:cubicBezTo>
                    <a:pt x="2159628" y="927091"/>
                    <a:pt x="2188328" y="921869"/>
                    <a:pt x="2215541" y="912051"/>
                  </a:cubicBezTo>
                  <a:cubicBezTo>
                    <a:pt x="2173446" y="911942"/>
                    <a:pt x="2134302" y="898891"/>
                    <a:pt x="2098110" y="872908"/>
                  </a:cubicBezTo>
                  <a:cubicBezTo>
                    <a:pt x="2117149" y="864398"/>
                    <a:pt x="2114534" y="860484"/>
                    <a:pt x="2090281" y="861164"/>
                  </a:cubicBezTo>
                  <a:cubicBezTo>
                    <a:pt x="2091510" y="871913"/>
                    <a:pt x="2090202" y="882357"/>
                    <a:pt x="2086366" y="892479"/>
                  </a:cubicBezTo>
                  <a:cubicBezTo>
                    <a:pt x="2082491" y="877033"/>
                    <a:pt x="2081184" y="861376"/>
                    <a:pt x="2082452" y="845507"/>
                  </a:cubicBezTo>
                  <a:cubicBezTo>
                    <a:pt x="2066795" y="845507"/>
                    <a:pt x="2051137" y="845507"/>
                    <a:pt x="2035479" y="845507"/>
                  </a:cubicBezTo>
                  <a:cubicBezTo>
                    <a:pt x="2035479" y="837678"/>
                    <a:pt x="2035479" y="829849"/>
                    <a:pt x="2035479" y="822021"/>
                  </a:cubicBezTo>
                  <a:cubicBezTo>
                    <a:pt x="2049477" y="824252"/>
                    <a:pt x="2062528" y="821645"/>
                    <a:pt x="2074623" y="814192"/>
                  </a:cubicBezTo>
                  <a:cubicBezTo>
                    <a:pt x="2066340" y="797313"/>
                    <a:pt x="2055905" y="789484"/>
                    <a:pt x="2043308" y="790706"/>
                  </a:cubicBezTo>
                  <a:cubicBezTo>
                    <a:pt x="2092402" y="706100"/>
                    <a:pt x="2095017" y="619984"/>
                    <a:pt x="2051137" y="532356"/>
                  </a:cubicBezTo>
                  <a:cubicBezTo>
                    <a:pt x="2057001" y="524285"/>
                    <a:pt x="2062215" y="515149"/>
                    <a:pt x="2066795" y="504955"/>
                  </a:cubicBezTo>
                  <a:cubicBezTo>
                    <a:pt x="2064187" y="502348"/>
                    <a:pt x="2061573" y="499734"/>
                    <a:pt x="2058966" y="497127"/>
                  </a:cubicBezTo>
                  <a:cubicBezTo>
                    <a:pt x="2068697" y="488092"/>
                    <a:pt x="2076526" y="477649"/>
                    <a:pt x="2082452" y="465812"/>
                  </a:cubicBezTo>
                  <a:cubicBezTo>
                    <a:pt x="2102768" y="464042"/>
                    <a:pt x="2122340" y="460128"/>
                    <a:pt x="2141168" y="454069"/>
                  </a:cubicBezTo>
                  <a:cubicBezTo>
                    <a:pt x="2131452" y="465804"/>
                    <a:pt x="2127538" y="478847"/>
                    <a:pt x="2129425" y="493212"/>
                  </a:cubicBezTo>
                  <a:cubicBezTo>
                    <a:pt x="2137253" y="498434"/>
                    <a:pt x="2145082" y="503648"/>
                    <a:pt x="2152911" y="508870"/>
                  </a:cubicBezTo>
                  <a:cubicBezTo>
                    <a:pt x="2144276" y="512768"/>
                    <a:pt x="2136447" y="515376"/>
                    <a:pt x="2129425" y="516699"/>
                  </a:cubicBezTo>
                  <a:cubicBezTo>
                    <a:pt x="2135234" y="522860"/>
                    <a:pt x="2141755" y="528074"/>
                    <a:pt x="2148997" y="532356"/>
                  </a:cubicBezTo>
                  <a:cubicBezTo>
                    <a:pt x="2164654" y="527134"/>
                    <a:pt x="2180312" y="521920"/>
                    <a:pt x="2195969" y="516699"/>
                  </a:cubicBezTo>
                  <a:cubicBezTo>
                    <a:pt x="2198576" y="528810"/>
                    <a:pt x="2194662" y="539246"/>
                    <a:pt x="2184226" y="548014"/>
                  </a:cubicBezTo>
                  <a:cubicBezTo>
                    <a:pt x="2187773" y="564180"/>
                    <a:pt x="2195601" y="577231"/>
                    <a:pt x="2207712" y="587158"/>
                  </a:cubicBezTo>
                  <a:cubicBezTo>
                    <a:pt x="2210719" y="487490"/>
                    <a:pt x="2213326" y="385716"/>
                    <a:pt x="2215541" y="281836"/>
                  </a:cubicBezTo>
                  <a:cubicBezTo>
                    <a:pt x="2200471" y="256807"/>
                    <a:pt x="2200471" y="233321"/>
                    <a:pt x="2215541" y="211377"/>
                  </a:cubicBezTo>
                  <a:cubicBezTo>
                    <a:pt x="2206061" y="201826"/>
                    <a:pt x="2206061" y="192690"/>
                    <a:pt x="2215541" y="183976"/>
                  </a:cubicBezTo>
                  <a:cubicBezTo>
                    <a:pt x="2209333" y="175482"/>
                    <a:pt x="2204111" y="166346"/>
                    <a:pt x="2199884" y="156575"/>
                  </a:cubicBezTo>
                  <a:cubicBezTo>
                    <a:pt x="2210100" y="103715"/>
                    <a:pt x="2217929" y="51529"/>
                    <a:pt x="2223370" y="0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F7B17C49-36E8-48D1-98AE-B14E78792E19}"/>
                </a:ext>
              </a:extLst>
            </p:cNvPr>
            <p:cNvSpPr/>
            <p:nvPr/>
          </p:nvSpPr>
          <p:spPr>
            <a:xfrm>
              <a:off x="5298728" y="4286250"/>
              <a:ext cx="696760" cy="16358"/>
            </a:xfrm>
            <a:custGeom>
              <a:avLst/>
              <a:gdLst>
                <a:gd name="connsiteX0" fmla="*/ 23486 w 696760"/>
                <a:gd name="connsiteY0" fmla="*/ 0 h 16358"/>
                <a:gd name="connsiteX1" fmla="*/ 696760 w 696760"/>
                <a:gd name="connsiteY1" fmla="*/ 0 h 16358"/>
                <a:gd name="connsiteX2" fmla="*/ 31315 w 696760"/>
                <a:gd name="connsiteY2" fmla="*/ 15658 h 16358"/>
                <a:gd name="connsiteX3" fmla="*/ 0 w 696760"/>
                <a:gd name="connsiteY3" fmla="*/ 7829 h 16358"/>
                <a:gd name="connsiteX4" fmla="*/ 23486 w 696760"/>
                <a:gd name="connsiteY4" fmla="*/ 0 h 1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0" h="16358">
                  <a:moveTo>
                    <a:pt x="23486" y="0"/>
                  </a:moveTo>
                  <a:cubicBezTo>
                    <a:pt x="247914" y="0"/>
                    <a:pt x="472333" y="0"/>
                    <a:pt x="696760" y="0"/>
                  </a:cubicBezTo>
                  <a:cubicBezTo>
                    <a:pt x="474948" y="5222"/>
                    <a:pt x="253128" y="10436"/>
                    <a:pt x="31315" y="15658"/>
                  </a:cubicBezTo>
                  <a:cubicBezTo>
                    <a:pt x="18797" y="17756"/>
                    <a:pt x="8361" y="15141"/>
                    <a:pt x="0" y="7829"/>
                  </a:cubicBezTo>
                  <a:cubicBezTo>
                    <a:pt x="10107" y="9684"/>
                    <a:pt x="17936" y="7077"/>
                    <a:pt x="23486" y="0"/>
                  </a:cubicBezTo>
                  <a:close/>
                </a:path>
              </a:pathLst>
            </a:custGeom>
            <a:solidFill>
              <a:srgbClr val="85B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C3AEF235-C37C-4754-90B1-7A78E61CA147}"/>
                </a:ext>
              </a:extLst>
            </p:cNvPr>
            <p:cNvSpPr/>
            <p:nvPr/>
          </p:nvSpPr>
          <p:spPr>
            <a:xfrm>
              <a:off x="5330043" y="3855667"/>
              <a:ext cx="901168" cy="446730"/>
            </a:xfrm>
            <a:custGeom>
              <a:avLst/>
              <a:gdLst>
                <a:gd name="connsiteX0" fmla="*/ 892479 w 901168"/>
                <a:gd name="connsiteY0" fmla="*/ 0 h 446730"/>
                <a:gd name="connsiteX1" fmla="*/ 900308 w 901168"/>
                <a:gd name="connsiteY1" fmla="*/ 62630 h 446730"/>
                <a:gd name="connsiteX2" fmla="*/ 888565 w 901168"/>
                <a:gd name="connsiteY2" fmla="*/ 211377 h 446730"/>
                <a:gd name="connsiteX3" fmla="*/ 688932 w 901168"/>
                <a:gd name="connsiteY3" fmla="*/ 442325 h 446730"/>
                <a:gd name="connsiteX4" fmla="*/ 0 w 901168"/>
                <a:gd name="connsiteY4" fmla="*/ 446240 h 446730"/>
                <a:gd name="connsiteX5" fmla="*/ 665445 w 901168"/>
                <a:gd name="connsiteY5" fmla="*/ 430582 h 446730"/>
                <a:gd name="connsiteX6" fmla="*/ 767219 w 901168"/>
                <a:gd name="connsiteY6" fmla="*/ 403182 h 446730"/>
                <a:gd name="connsiteX7" fmla="*/ 872908 w 901168"/>
                <a:gd name="connsiteY7" fmla="*/ 211377 h 446730"/>
                <a:gd name="connsiteX8" fmla="*/ 892479 w 901168"/>
                <a:gd name="connsiteY8" fmla="*/ 0 h 44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1168" h="446730">
                  <a:moveTo>
                    <a:pt x="892479" y="0"/>
                  </a:moveTo>
                  <a:cubicBezTo>
                    <a:pt x="900097" y="19165"/>
                    <a:pt x="902704" y="40044"/>
                    <a:pt x="900308" y="62630"/>
                  </a:cubicBezTo>
                  <a:cubicBezTo>
                    <a:pt x="898469" y="112335"/>
                    <a:pt x="894554" y="161922"/>
                    <a:pt x="888565" y="211377"/>
                  </a:cubicBezTo>
                  <a:cubicBezTo>
                    <a:pt x="875507" y="335729"/>
                    <a:pt x="808962" y="412709"/>
                    <a:pt x="688932" y="442325"/>
                  </a:cubicBezTo>
                  <a:cubicBezTo>
                    <a:pt x="459306" y="446240"/>
                    <a:pt x="229657" y="447547"/>
                    <a:pt x="0" y="446240"/>
                  </a:cubicBezTo>
                  <a:cubicBezTo>
                    <a:pt x="221813" y="441018"/>
                    <a:pt x="443633" y="435804"/>
                    <a:pt x="665445" y="430582"/>
                  </a:cubicBezTo>
                  <a:cubicBezTo>
                    <a:pt x="700964" y="427576"/>
                    <a:pt x="734894" y="418440"/>
                    <a:pt x="767219" y="403182"/>
                  </a:cubicBezTo>
                  <a:cubicBezTo>
                    <a:pt x="831721" y="356177"/>
                    <a:pt x="866950" y="292248"/>
                    <a:pt x="872908" y="211377"/>
                  </a:cubicBezTo>
                  <a:cubicBezTo>
                    <a:pt x="880141" y="140934"/>
                    <a:pt x="886663" y="70475"/>
                    <a:pt x="892479" y="0"/>
                  </a:cubicBezTo>
                  <a:close/>
                </a:path>
              </a:pathLst>
            </a:custGeom>
            <a:solidFill>
              <a:srgbClr val="3B72C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8A60A054-54ED-439F-9BF2-F0EEC33A27E1}"/>
                </a:ext>
              </a:extLst>
            </p:cNvPr>
            <p:cNvSpPr/>
            <p:nvPr/>
          </p:nvSpPr>
          <p:spPr>
            <a:xfrm>
              <a:off x="2417742" y="3699092"/>
              <a:ext cx="1236945" cy="2043308"/>
            </a:xfrm>
            <a:custGeom>
              <a:avLst/>
              <a:gdLst>
                <a:gd name="connsiteX0" fmla="*/ 242692 w 1236945"/>
                <a:gd name="connsiteY0" fmla="*/ 0 h 2043308"/>
                <a:gd name="connsiteX1" fmla="*/ 266178 w 1236945"/>
                <a:gd name="connsiteY1" fmla="*/ 0 h 2043308"/>
                <a:gd name="connsiteX2" fmla="*/ 434497 w 1236945"/>
                <a:gd name="connsiteY2" fmla="*/ 868993 h 2043308"/>
                <a:gd name="connsiteX3" fmla="*/ 501041 w 1236945"/>
                <a:gd name="connsiteY3" fmla="*/ 1041226 h 2043308"/>
                <a:gd name="connsiteX4" fmla="*/ 591072 w 1236945"/>
                <a:gd name="connsiteY4" fmla="*/ 1244774 h 2043308"/>
                <a:gd name="connsiteX5" fmla="*/ 1236945 w 1236945"/>
                <a:gd name="connsiteY5" fmla="*/ 2035480 h 2043308"/>
                <a:gd name="connsiteX6" fmla="*/ 1236945 w 1236945"/>
                <a:gd name="connsiteY6" fmla="*/ 2043308 h 2043308"/>
                <a:gd name="connsiteX7" fmla="*/ 1205630 w 1236945"/>
                <a:gd name="connsiteY7" fmla="*/ 2043308 h 2043308"/>
                <a:gd name="connsiteX8" fmla="*/ 818106 w 1236945"/>
                <a:gd name="connsiteY8" fmla="*/ 1612726 h 2043308"/>
                <a:gd name="connsiteX9" fmla="*/ 814192 w 1236945"/>
                <a:gd name="connsiteY9" fmla="*/ 2043308 h 2043308"/>
                <a:gd name="connsiteX10" fmla="*/ 806363 w 1236945"/>
                <a:gd name="connsiteY10" fmla="*/ 2043308 h 2043308"/>
                <a:gd name="connsiteX11" fmla="*/ 790705 w 1236945"/>
                <a:gd name="connsiteY11" fmla="*/ 2043308 h 2043308"/>
                <a:gd name="connsiteX12" fmla="*/ 790705 w 1236945"/>
                <a:gd name="connsiteY12" fmla="*/ 1753644 h 2043308"/>
                <a:gd name="connsiteX13" fmla="*/ 802449 w 1236945"/>
                <a:gd name="connsiteY13" fmla="*/ 2027651 h 2043308"/>
                <a:gd name="connsiteX14" fmla="*/ 806363 w 1236945"/>
                <a:gd name="connsiteY14" fmla="*/ 1851503 h 2043308"/>
                <a:gd name="connsiteX15" fmla="*/ 790705 w 1236945"/>
                <a:gd name="connsiteY15" fmla="*/ 1597069 h 2043308"/>
                <a:gd name="connsiteX16" fmla="*/ 778962 w 1236945"/>
                <a:gd name="connsiteY16" fmla="*/ 1557925 h 2043308"/>
                <a:gd name="connsiteX17" fmla="*/ 481469 w 1236945"/>
                <a:gd name="connsiteY17" fmla="*/ 1080370 h 2043308"/>
                <a:gd name="connsiteX18" fmla="*/ 285750 w 1236945"/>
                <a:gd name="connsiteY18" fmla="*/ 305322 h 2043308"/>
                <a:gd name="connsiteX19" fmla="*/ 180062 w 1236945"/>
                <a:gd name="connsiteY19" fmla="*/ 277921 h 2043308"/>
                <a:gd name="connsiteX20" fmla="*/ 0 w 1236945"/>
                <a:gd name="connsiteY20" fmla="*/ 7829 h 2043308"/>
                <a:gd name="connsiteX21" fmla="*/ 23486 w 1236945"/>
                <a:gd name="connsiteY21" fmla="*/ 7829 h 2043308"/>
                <a:gd name="connsiteX22" fmla="*/ 121346 w 1236945"/>
                <a:gd name="connsiteY22" fmla="*/ 195719 h 2043308"/>
                <a:gd name="connsiteX23" fmla="*/ 274007 w 1236945"/>
                <a:gd name="connsiteY23" fmla="*/ 274007 h 2043308"/>
                <a:gd name="connsiteX24" fmla="*/ 242692 w 1236945"/>
                <a:gd name="connsiteY24" fmla="*/ 0 h 204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36945" h="2043308">
                  <a:moveTo>
                    <a:pt x="242692" y="0"/>
                  </a:moveTo>
                  <a:cubicBezTo>
                    <a:pt x="250521" y="0"/>
                    <a:pt x="258349" y="0"/>
                    <a:pt x="266178" y="0"/>
                  </a:cubicBezTo>
                  <a:cubicBezTo>
                    <a:pt x="301598" y="293571"/>
                    <a:pt x="357703" y="583236"/>
                    <a:pt x="434497" y="868993"/>
                  </a:cubicBezTo>
                  <a:cubicBezTo>
                    <a:pt x="451621" y="929682"/>
                    <a:pt x="473802" y="987098"/>
                    <a:pt x="501041" y="1041226"/>
                  </a:cubicBezTo>
                  <a:cubicBezTo>
                    <a:pt x="524505" y="1111669"/>
                    <a:pt x="554515" y="1179521"/>
                    <a:pt x="591072" y="1244774"/>
                  </a:cubicBezTo>
                  <a:cubicBezTo>
                    <a:pt x="776535" y="1531894"/>
                    <a:pt x="991827" y="1795465"/>
                    <a:pt x="1236945" y="2035480"/>
                  </a:cubicBezTo>
                  <a:cubicBezTo>
                    <a:pt x="1236945" y="2038087"/>
                    <a:pt x="1236945" y="2040701"/>
                    <a:pt x="1236945" y="2043308"/>
                  </a:cubicBezTo>
                  <a:cubicBezTo>
                    <a:pt x="1226510" y="2043308"/>
                    <a:pt x="1216066" y="2043308"/>
                    <a:pt x="1205630" y="2043308"/>
                  </a:cubicBezTo>
                  <a:cubicBezTo>
                    <a:pt x="1069386" y="1905780"/>
                    <a:pt x="940211" y="1762248"/>
                    <a:pt x="818106" y="1612726"/>
                  </a:cubicBezTo>
                  <a:cubicBezTo>
                    <a:pt x="814192" y="1756228"/>
                    <a:pt x="812884" y="1899760"/>
                    <a:pt x="814192" y="2043308"/>
                  </a:cubicBezTo>
                  <a:cubicBezTo>
                    <a:pt x="811585" y="2043308"/>
                    <a:pt x="808970" y="2043308"/>
                    <a:pt x="806363" y="2043308"/>
                  </a:cubicBezTo>
                  <a:cubicBezTo>
                    <a:pt x="801141" y="2043308"/>
                    <a:pt x="795927" y="2043308"/>
                    <a:pt x="790705" y="2043308"/>
                  </a:cubicBezTo>
                  <a:cubicBezTo>
                    <a:pt x="790705" y="1946756"/>
                    <a:pt x="790705" y="1850196"/>
                    <a:pt x="790705" y="1753644"/>
                  </a:cubicBezTo>
                  <a:cubicBezTo>
                    <a:pt x="797211" y="1843620"/>
                    <a:pt x="801126" y="1934950"/>
                    <a:pt x="802449" y="2027651"/>
                  </a:cubicBezTo>
                  <a:cubicBezTo>
                    <a:pt x="803756" y="1968935"/>
                    <a:pt x="805056" y="1910219"/>
                    <a:pt x="806363" y="1851503"/>
                  </a:cubicBezTo>
                  <a:cubicBezTo>
                    <a:pt x="807827" y="1765050"/>
                    <a:pt x="802605" y="1680242"/>
                    <a:pt x="790705" y="1597069"/>
                  </a:cubicBezTo>
                  <a:cubicBezTo>
                    <a:pt x="784427" y="1585701"/>
                    <a:pt x="780512" y="1572659"/>
                    <a:pt x="778962" y="1557925"/>
                  </a:cubicBezTo>
                  <a:cubicBezTo>
                    <a:pt x="658133" y="1412952"/>
                    <a:pt x="558971" y="1253769"/>
                    <a:pt x="481469" y="1080370"/>
                  </a:cubicBezTo>
                  <a:cubicBezTo>
                    <a:pt x="395503" y="827845"/>
                    <a:pt x="330263" y="569496"/>
                    <a:pt x="285750" y="305322"/>
                  </a:cubicBezTo>
                  <a:cubicBezTo>
                    <a:pt x="250525" y="296616"/>
                    <a:pt x="215296" y="287480"/>
                    <a:pt x="180062" y="277921"/>
                  </a:cubicBezTo>
                  <a:cubicBezTo>
                    <a:pt x="90719" y="208026"/>
                    <a:pt x="30698" y="117995"/>
                    <a:pt x="0" y="7829"/>
                  </a:cubicBezTo>
                  <a:cubicBezTo>
                    <a:pt x="7829" y="7829"/>
                    <a:pt x="15658" y="7829"/>
                    <a:pt x="23486" y="7829"/>
                  </a:cubicBezTo>
                  <a:cubicBezTo>
                    <a:pt x="49897" y="73700"/>
                    <a:pt x="82518" y="136330"/>
                    <a:pt x="121346" y="195719"/>
                  </a:cubicBezTo>
                  <a:cubicBezTo>
                    <a:pt x="159271" y="248188"/>
                    <a:pt x="210158" y="274289"/>
                    <a:pt x="274007" y="274007"/>
                  </a:cubicBezTo>
                  <a:cubicBezTo>
                    <a:pt x="262421" y="182786"/>
                    <a:pt x="251983" y="91448"/>
                    <a:pt x="242692" y="0"/>
                  </a:cubicBezTo>
                  <a:close/>
                </a:path>
              </a:pathLst>
            </a:custGeom>
            <a:solidFill>
              <a:srgbClr val="7170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B4F1A39B-5180-4954-9174-5A5718A463C0}"/>
                </a:ext>
              </a:extLst>
            </p:cNvPr>
            <p:cNvSpPr/>
            <p:nvPr/>
          </p:nvSpPr>
          <p:spPr>
            <a:xfrm>
              <a:off x="3842474" y="4740316"/>
              <a:ext cx="1354480" cy="117435"/>
            </a:xfrm>
            <a:custGeom>
              <a:avLst/>
              <a:gdLst>
                <a:gd name="connsiteX0" fmla="*/ 103 w 1354480"/>
                <a:gd name="connsiteY0" fmla="*/ 93947 h 117435"/>
                <a:gd name="connsiteX1" fmla="*/ 54905 w 1354480"/>
                <a:gd name="connsiteY1" fmla="*/ 86118 h 117435"/>
                <a:gd name="connsiteX2" fmla="*/ 109706 w 1354480"/>
                <a:gd name="connsiteY2" fmla="*/ 82204 h 117435"/>
                <a:gd name="connsiteX3" fmla="*/ 407199 w 1354480"/>
                <a:gd name="connsiteY3" fmla="*/ 3916 h 117435"/>
                <a:gd name="connsiteX4" fmla="*/ 524631 w 1354480"/>
                <a:gd name="connsiteY4" fmla="*/ 3916 h 117435"/>
                <a:gd name="connsiteX5" fmla="*/ 689035 w 1354480"/>
                <a:gd name="connsiteY5" fmla="*/ 39146 h 117435"/>
                <a:gd name="connsiteX6" fmla="*/ 888668 w 1354480"/>
                <a:gd name="connsiteY6" fmla="*/ 2 h 117435"/>
                <a:gd name="connsiteX7" fmla="*/ 986528 w 1354480"/>
                <a:gd name="connsiteY7" fmla="*/ 11745 h 117435"/>
                <a:gd name="connsiteX8" fmla="*/ 1354480 w 1354480"/>
                <a:gd name="connsiteY8" fmla="*/ 113519 h 117435"/>
                <a:gd name="connsiteX9" fmla="*/ 1260535 w 1354480"/>
                <a:gd name="connsiteY9" fmla="*/ 113519 h 117435"/>
                <a:gd name="connsiteX10" fmla="*/ 1010014 w 1354480"/>
                <a:gd name="connsiteY10" fmla="*/ 43060 h 117435"/>
                <a:gd name="connsiteX11" fmla="*/ 751665 w 1354480"/>
                <a:gd name="connsiteY11" fmla="*/ 58718 h 117435"/>
                <a:gd name="connsiteX12" fmla="*/ 689035 w 1354480"/>
                <a:gd name="connsiteY12" fmla="*/ 62632 h 117435"/>
                <a:gd name="connsiteX13" fmla="*/ 477658 w 1354480"/>
                <a:gd name="connsiteY13" fmla="*/ 23488 h 117435"/>
                <a:gd name="connsiteX14" fmla="*/ 336740 w 1354480"/>
                <a:gd name="connsiteY14" fmla="*/ 43060 h 117435"/>
                <a:gd name="connsiteX15" fmla="*/ 70562 w 1354480"/>
                <a:gd name="connsiteY15" fmla="*/ 113519 h 117435"/>
                <a:gd name="connsiteX16" fmla="*/ 7932 w 1354480"/>
                <a:gd name="connsiteY16" fmla="*/ 113519 h 117435"/>
                <a:gd name="connsiteX17" fmla="*/ 103 w 1354480"/>
                <a:gd name="connsiteY17" fmla="*/ 93947 h 1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54480" h="117435">
                  <a:moveTo>
                    <a:pt x="103" y="93947"/>
                  </a:moveTo>
                  <a:cubicBezTo>
                    <a:pt x="16599" y="86369"/>
                    <a:pt x="34871" y="83754"/>
                    <a:pt x="54905" y="86118"/>
                  </a:cubicBezTo>
                  <a:cubicBezTo>
                    <a:pt x="73357" y="87395"/>
                    <a:pt x="91622" y="86095"/>
                    <a:pt x="109706" y="82204"/>
                  </a:cubicBezTo>
                  <a:cubicBezTo>
                    <a:pt x="207464" y="51648"/>
                    <a:pt x="306623" y="25547"/>
                    <a:pt x="407199" y="3916"/>
                  </a:cubicBezTo>
                  <a:cubicBezTo>
                    <a:pt x="446343" y="-1305"/>
                    <a:pt x="485487" y="-1305"/>
                    <a:pt x="524631" y="3916"/>
                  </a:cubicBezTo>
                  <a:cubicBezTo>
                    <a:pt x="578180" y="21876"/>
                    <a:pt x="632981" y="33619"/>
                    <a:pt x="689035" y="39146"/>
                  </a:cubicBezTo>
                  <a:cubicBezTo>
                    <a:pt x="755039" y="23676"/>
                    <a:pt x="821584" y="10626"/>
                    <a:pt x="888668" y="2"/>
                  </a:cubicBezTo>
                  <a:cubicBezTo>
                    <a:pt x="921628" y="1129"/>
                    <a:pt x="954242" y="5043"/>
                    <a:pt x="986528" y="11745"/>
                  </a:cubicBezTo>
                  <a:cubicBezTo>
                    <a:pt x="1115280" y="48329"/>
                    <a:pt x="1237925" y="82259"/>
                    <a:pt x="1354480" y="113519"/>
                  </a:cubicBezTo>
                  <a:cubicBezTo>
                    <a:pt x="1323165" y="118741"/>
                    <a:pt x="1291850" y="118741"/>
                    <a:pt x="1260535" y="113519"/>
                  </a:cubicBezTo>
                  <a:cubicBezTo>
                    <a:pt x="1176571" y="91622"/>
                    <a:pt x="1093070" y="68136"/>
                    <a:pt x="1010014" y="43060"/>
                  </a:cubicBezTo>
                  <a:cubicBezTo>
                    <a:pt x="921886" y="13217"/>
                    <a:pt x="835770" y="18431"/>
                    <a:pt x="751665" y="58718"/>
                  </a:cubicBezTo>
                  <a:cubicBezTo>
                    <a:pt x="730786" y="60025"/>
                    <a:pt x="709914" y="61325"/>
                    <a:pt x="689035" y="62632"/>
                  </a:cubicBezTo>
                  <a:cubicBezTo>
                    <a:pt x="618052" y="53378"/>
                    <a:pt x="547593" y="40328"/>
                    <a:pt x="477658" y="23488"/>
                  </a:cubicBezTo>
                  <a:cubicBezTo>
                    <a:pt x="430505" y="28733"/>
                    <a:pt x="383533" y="35255"/>
                    <a:pt x="336740" y="43060"/>
                  </a:cubicBezTo>
                  <a:cubicBezTo>
                    <a:pt x="248197" y="66500"/>
                    <a:pt x="159474" y="89986"/>
                    <a:pt x="70562" y="113519"/>
                  </a:cubicBezTo>
                  <a:cubicBezTo>
                    <a:pt x="49683" y="118741"/>
                    <a:pt x="28812" y="118741"/>
                    <a:pt x="7932" y="113519"/>
                  </a:cubicBezTo>
                  <a:cubicBezTo>
                    <a:pt x="2045" y="108266"/>
                    <a:pt x="-570" y="101744"/>
                    <a:pt x="103" y="93947"/>
                  </a:cubicBezTo>
                  <a:close/>
                </a:path>
              </a:pathLst>
            </a:custGeom>
            <a:solidFill>
              <a:srgbClr val="7171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3FF27DA5-565F-4C4D-92EC-0F8CD148EA01}"/>
                </a:ext>
              </a:extLst>
            </p:cNvPr>
            <p:cNvSpPr/>
            <p:nvPr/>
          </p:nvSpPr>
          <p:spPr>
            <a:xfrm>
              <a:off x="4930776" y="4450654"/>
              <a:ext cx="1307404" cy="1119496"/>
            </a:xfrm>
            <a:custGeom>
              <a:avLst/>
              <a:gdLst>
                <a:gd name="connsiteX0" fmla="*/ 1205630 w 1307404"/>
                <a:gd name="connsiteY0" fmla="*/ 0 h 1119496"/>
                <a:gd name="connsiteX1" fmla="*/ 1307404 w 1307404"/>
                <a:gd name="connsiteY1" fmla="*/ 0 h 1119496"/>
                <a:gd name="connsiteX2" fmla="*/ 1119514 w 1307404"/>
                <a:gd name="connsiteY2" fmla="*/ 516699 h 1119496"/>
                <a:gd name="connsiteX3" fmla="*/ 1088199 w 1307404"/>
                <a:gd name="connsiteY3" fmla="*/ 516699 h 1119496"/>
                <a:gd name="connsiteX4" fmla="*/ 1052969 w 1307404"/>
                <a:gd name="connsiteY4" fmla="*/ 587158 h 1119496"/>
                <a:gd name="connsiteX5" fmla="*/ 1037312 w 1307404"/>
                <a:gd name="connsiteY5" fmla="*/ 587158 h 1119496"/>
                <a:gd name="connsiteX6" fmla="*/ 1033397 w 1307404"/>
                <a:gd name="connsiteY6" fmla="*/ 555842 h 1119496"/>
                <a:gd name="connsiteX7" fmla="*/ 962938 w 1307404"/>
                <a:gd name="connsiteY7" fmla="*/ 579329 h 1119496"/>
                <a:gd name="connsiteX8" fmla="*/ 951195 w 1307404"/>
                <a:gd name="connsiteY8" fmla="*/ 571500 h 1119496"/>
                <a:gd name="connsiteX9" fmla="*/ 955110 w 1307404"/>
                <a:gd name="connsiteY9" fmla="*/ 602815 h 1119496"/>
                <a:gd name="connsiteX10" fmla="*/ 986425 w 1307404"/>
                <a:gd name="connsiteY10" fmla="*/ 587158 h 1119496"/>
                <a:gd name="connsiteX11" fmla="*/ 1002082 w 1307404"/>
                <a:gd name="connsiteY11" fmla="*/ 622387 h 1119496"/>
                <a:gd name="connsiteX12" fmla="*/ 986425 w 1307404"/>
                <a:gd name="connsiteY12" fmla="*/ 634130 h 1119496"/>
                <a:gd name="connsiteX13" fmla="*/ 1009911 w 1307404"/>
                <a:gd name="connsiteY13" fmla="*/ 649788 h 1119496"/>
                <a:gd name="connsiteX14" fmla="*/ 908137 w 1307404"/>
                <a:gd name="connsiteY14" fmla="*/ 685017 h 1119496"/>
                <a:gd name="connsiteX15" fmla="*/ 900308 w 1307404"/>
                <a:gd name="connsiteY15" fmla="*/ 661531 h 1119496"/>
                <a:gd name="connsiteX16" fmla="*/ 868993 w 1307404"/>
                <a:gd name="connsiteY16" fmla="*/ 661531 h 1119496"/>
                <a:gd name="connsiteX17" fmla="*/ 845507 w 1307404"/>
                <a:gd name="connsiteY17" fmla="*/ 688932 h 1119496"/>
                <a:gd name="connsiteX18" fmla="*/ 845507 w 1307404"/>
                <a:gd name="connsiteY18" fmla="*/ 720247 h 1119496"/>
                <a:gd name="connsiteX19" fmla="*/ 845507 w 1307404"/>
                <a:gd name="connsiteY19" fmla="*/ 739819 h 1119496"/>
                <a:gd name="connsiteX20" fmla="*/ 896394 w 1307404"/>
                <a:gd name="connsiteY20" fmla="*/ 735904 h 1119496"/>
                <a:gd name="connsiteX21" fmla="*/ 896394 w 1307404"/>
                <a:gd name="connsiteY21" fmla="*/ 759390 h 1119496"/>
                <a:gd name="connsiteX22" fmla="*/ 908137 w 1307404"/>
                <a:gd name="connsiteY22" fmla="*/ 786791 h 1119496"/>
                <a:gd name="connsiteX23" fmla="*/ 868993 w 1307404"/>
                <a:gd name="connsiteY23" fmla="*/ 814192 h 1119496"/>
                <a:gd name="connsiteX24" fmla="*/ 892479 w 1307404"/>
                <a:gd name="connsiteY24" fmla="*/ 825935 h 1119496"/>
                <a:gd name="connsiteX25" fmla="*/ 845507 w 1307404"/>
                <a:gd name="connsiteY25" fmla="*/ 829849 h 1119496"/>
                <a:gd name="connsiteX26" fmla="*/ 829849 w 1307404"/>
                <a:gd name="connsiteY26" fmla="*/ 829849 h 1119496"/>
                <a:gd name="connsiteX27" fmla="*/ 782877 w 1307404"/>
                <a:gd name="connsiteY27" fmla="*/ 829849 h 1119496"/>
                <a:gd name="connsiteX28" fmla="*/ 782877 w 1307404"/>
                <a:gd name="connsiteY28" fmla="*/ 861164 h 1119496"/>
                <a:gd name="connsiteX29" fmla="*/ 845507 w 1307404"/>
                <a:gd name="connsiteY29" fmla="*/ 865079 h 1119496"/>
                <a:gd name="connsiteX30" fmla="*/ 806363 w 1307404"/>
                <a:gd name="connsiteY30" fmla="*/ 896394 h 1119496"/>
                <a:gd name="connsiteX31" fmla="*/ 822021 w 1307404"/>
                <a:gd name="connsiteY31" fmla="*/ 919880 h 1119496"/>
                <a:gd name="connsiteX32" fmla="*/ 778962 w 1307404"/>
                <a:gd name="connsiteY32" fmla="*/ 931623 h 1119496"/>
                <a:gd name="connsiteX33" fmla="*/ 782877 w 1307404"/>
                <a:gd name="connsiteY33" fmla="*/ 876822 h 1119496"/>
                <a:gd name="connsiteX34" fmla="*/ 759390 w 1307404"/>
                <a:gd name="connsiteY34" fmla="*/ 876822 h 1119496"/>
                <a:gd name="connsiteX35" fmla="*/ 759390 w 1307404"/>
                <a:gd name="connsiteY35" fmla="*/ 908137 h 1119496"/>
                <a:gd name="connsiteX36" fmla="*/ 688932 w 1307404"/>
                <a:gd name="connsiteY36" fmla="*/ 939452 h 1119496"/>
                <a:gd name="connsiteX37" fmla="*/ 688932 w 1307404"/>
                <a:gd name="connsiteY37" fmla="*/ 908137 h 1119496"/>
                <a:gd name="connsiteX38" fmla="*/ 649788 w 1307404"/>
                <a:gd name="connsiteY38" fmla="*/ 908137 h 1119496"/>
                <a:gd name="connsiteX39" fmla="*/ 649788 w 1307404"/>
                <a:gd name="connsiteY39" fmla="*/ 939452 h 1119496"/>
                <a:gd name="connsiteX40" fmla="*/ 681103 w 1307404"/>
                <a:gd name="connsiteY40" fmla="*/ 943366 h 1119496"/>
                <a:gd name="connsiteX41" fmla="*/ 673274 w 1307404"/>
                <a:gd name="connsiteY41" fmla="*/ 978596 h 1119496"/>
                <a:gd name="connsiteX42" fmla="*/ 634130 w 1307404"/>
                <a:gd name="connsiteY42" fmla="*/ 994253 h 1119496"/>
                <a:gd name="connsiteX43" fmla="*/ 591072 w 1307404"/>
                <a:gd name="connsiteY43" fmla="*/ 970767 h 1119496"/>
                <a:gd name="connsiteX44" fmla="*/ 540185 w 1307404"/>
                <a:gd name="connsiteY44" fmla="*/ 994253 h 1119496"/>
                <a:gd name="connsiteX45" fmla="*/ 540185 w 1307404"/>
                <a:gd name="connsiteY45" fmla="*/ 974682 h 1119496"/>
                <a:gd name="connsiteX46" fmla="*/ 493212 w 1307404"/>
                <a:gd name="connsiteY46" fmla="*/ 970767 h 1119496"/>
                <a:gd name="connsiteX47" fmla="*/ 493212 w 1307404"/>
                <a:gd name="connsiteY47" fmla="*/ 892479 h 1119496"/>
                <a:gd name="connsiteX48" fmla="*/ 469726 w 1307404"/>
                <a:gd name="connsiteY48" fmla="*/ 892479 h 1119496"/>
                <a:gd name="connsiteX49" fmla="*/ 469726 w 1307404"/>
                <a:gd name="connsiteY49" fmla="*/ 915966 h 1119496"/>
                <a:gd name="connsiteX50" fmla="*/ 446240 w 1307404"/>
                <a:gd name="connsiteY50" fmla="*/ 915966 h 1119496"/>
                <a:gd name="connsiteX51" fmla="*/ 446240 w 1307404"/>
                <a:gd name="connsiteY51" fmla="*/ 939452 h 1119496"/>
                <a:gd name="connsiteX52" fmla="*/ 469726 w 1307404"/>
                <a:gd name="connsiteY52" fmla="*/ 939452 h 1119496"/>
                <a:gd name="connsiteX53" fmla="*/ 461897 w 1307404"/>
                <a:gd name="connsiteY53" fmla="*/ 1025569 h 1119496"/>
                <a:gd name="connsiteX54" fmla="*/ 461897 w 1307404"/>
                <a:gd name="connsiteY54" fmla="*/ 1049055 h 1119496"/>
                <a:gd name="connsiteX55" fmla="*/ 548014 w 1307404"/>
                <a:gd name="connsiteY55" fmla="*/ 1029483 h 1119496"/>
                <a:gd name="connsiteX56" fmla="*/ 528442 w 1307404"/>
                <a:gd name="connsiteY56" fmla="*/ 1064712 h 1119496"/>
                <a:gd name="connsiteX57" fmla="*/ 422753 w 1307404"/>
                <a:gd name="connsiteY57" fmla="*/ 1064712 h 1119496"/>
                <a:gd name="connsiteX58" fmla="*/ 411010 w 1307404"/>
                <a:gd name="connsiteY58" fmla="*/ 1088199 h 1119496"/>
                <a:gd name="connsiteX59" fmla="*/ 407096 w 1307404"/>
                <a:gd name="connsiteY59" fmla="*/ 1107771 h 1119496"/>
                <a:gd name="connsiteX60" fmla="*/ 371866 w 1307404"/>
                <a:gd name="connsiteY60" fmla="*/ 1103856 h 1119496"/>
                <a:gd name="connsiteX61" fmla="*/ 367952 w 1307404"/>
                <a:gd name="connsiteY61" fmla="*/ 1064712 h 1119496"/>
                <a:gd name="connsiteX62" fmla="*/ 407096 w 1307404"/>
                <a:gd name="connsiteY62" fmla="*/ 1056884 h 1119496"/>
                <a:gd name="connsiteX63" fmla="*/ 414925 w 1307404"/>
                <a:gd name="connsiteY63" fmla="*/ 1029483 h 1119496"/>
                <a:gd name="connsiteX64" fmla="*/ 446240 w 1307404"/>
                <a:gd name="connsiteY64" fmla="*/ 1025569 h 1119496"/>
                <a:gd name="connsiteX65" fmla="*/ 446240 w 1307404"/>
                <a:gd name="connsiteY65" fmla="*/ 994253 h 1119496"/>
                <a:gd name="connsiteX66" fmla="*/ 414925 w 1307404"/>
                <a:gd name="connsiteY66" fmla="*/ 994253 h 1119496"/>
                <a:gd name="connsiteX67" fmla="*/ 411010 w 1307404"/>
                <a:gd name="connsiteY67" fmla="*/ 970767 h 1119496"/>
                <a:gd name="connsiteX68" fmla="*/ 395353 w 1307404"/>
                <a:gd name="connsiteY68" fmla="*/ 970767 h 1119496"/>
                <a:gd name="connsiteX69" fmla="*/ 379695 w 1307404"/>
                <a:gd name="connsiteY69" fmla="*/ 939452 h 1119496"/>
                <a:gd name="connsiteX70" fmla="*/ 391438 w 1307404"/>
                <a:gd name="connsiteY70" fmla="*/ 912051 h 1119496"/>
                <a:gd name="connsiteX71" fmla="*/ 375781 w 1307404"/>
                <a:gd name="connsiteY71" fmla="*/ 896394 h 1119496"/>
                <a:gd name="connsiteX72" fmla="*/ 422753 w 1307404"/>
                <a:gd name="connsiteY72" fmla="*/ 861164 h 1119496"/>
                <a:gd name="connsiteX73" fmla="*/ 414925 w 1307404"/>
                <a:gd name="connsiteY73" fmla="*/ 837678 h 1119496"/>
                <a:gd name="connsiteX74" fmla="*/ 383610 w 1307404"/>
                <a:gd name="connsiteY74" fmla="*/ 829849 h 1119496"/>
                <a:gd name="connsiteX75" fmla="*/ 422753 w 1307404"/>
                <a:gd name="connsiteY75" fmla="*/ 814192 h 1119496"/>
                <a:gd name="connsiteX76" fmla="*/ 391438 w 1307404"/>
                <a:gd name="connsiteY76" fmla="*/ 775048 h 1119496"/>
                <a:gd name="connsiteX77" fmla="*/ 364038 w 1307404"/>
                <a:gd name="connsiteY77" fmla="*/ 829849 h 1119496"/>
                <a:gd name="connsiteX78" fmla="*/ 348380 w 1307404"/>
                <a:gd name="connsiteY78" fmla="*/ 798534 h 1119496"/>
                <a:gd name="connsiteX79" fmla="*/ 332723 w 1307404"/>
                <a:gd name="connsiteY79" fmla="*/ 798534 h 1119496"/>
                <a:gd name="connsiteX80" fmla="*/ 289664 w 1307404"/>
                <a:gd name="connsiteY80" fmla="*/ 755476 h 1119496"/>
                <a:gd name="connsiteX81" fmla="*/ 317065 w 1307404"/>
                <a:gd name="connsiteY81" fmla="*/ 743733 h 1119496"/>
                <a:gd name="connsiteX82" fmla="*/ 289664 w 1307404"/>
                <a:gd name="connsiteY82" fmla="*/ 724161 h 1119496"/>
                <a:gd name="connsiteX83" fmla="*/ 234863 w 1307404"/>
                <a:gd name="connsiteY83" fmla="*/ 716332 h 1119496"/>
                <a:gd name="connsiteX84" fmla="*/ 219205 w 1307404"/>
                <a:gd name="connsiteY84" fmla="*/ 677188 h 1119496"/>
                <a:gd name="connsiteX85" fmla="*/ 148747 w 1307404"/>
                <a:gd name="connsiteY85" fmla="*/ 688932 h 1119496"/>
                <a:gd name="connsiteX86" fmla="*/ 140918 w 1307404"/>
                <a:gd name="connsiteY86" fmla="*/ 641959 h 1119496"/>
                <a:gd name="connsiteX87" fmla="*/ 289664 w 1307404"/>
                <a:gd name="connsiteY87" fmla="*/ 634130 h 1119496"/>
                <a:gd name="connsiteX88" fmla="*/ 289664 w 1307404"/>
                <a:gd name="connsiteY88" fmla="*/ 653702 h 1119496"/>
                <a:gd name="connsiteX89" fmla="*/ 356209 w 1307404"/>
                <a:gd name="connsiteY89" fmla="*/ 673274 h 1119496"/>
                <a:gd name="connsiteX90" fmla="*/ 403182 w 1307404"/>
                <a:gd name="connsiteY90" fmla="*/ 626301 h 1119496"/>
                <a:gd name="connsiteX91" fmla="*/ 450154 w 1307404"/>
                <a:gd name="connsiteY91" fmla="*/ 649788 h 1119496"/>
                <a:gd name="connsiteX92" fmla="*/ 501041 w 1307404"/>
                <a:gd name="connsiteY92" fmla="*/ 645873 h 1119496"/>
                <a:gd name="connsiteX93" fmla="*/ 493212 w 1307404"/>
                <a:gd name="connsiteY93" fmla="*/ 673274 h 1119496"/>
                <a:gd name="connsiteX94" fmla="*/ 450154 w 1307404"/>
                <a:gd name="connsiteY94" fmla="*/ 665445 h 1119496"/>
                <a:gd name="connsiteX95" fmla="*/ 446240 w 1307404"/>
                <a:gd name="connsiteY95" fmla="*/ 677188 h 1119496"/>
                <a:gd name="connsiteX96" fmla="*/ 465812 w 1307404"/>
                <a:gd name="connsiteY96" fmla="*/ 681103 h 1119496"/>
                <a:gd name="connsiteX97" fmla="*/ 469726 w 1307404"/>
                <a:gd name="connsiteY97" fmla="*/ 743733 h 1119496"/>
                <a:gd name="connsiteX98" fmla="*/ 501041 w 1307404"/>
                <a:gd name="connsiteY98" fmla="*/ 743733 h 1119496"/>
                <a:gd name="connsiteX99" fmla="*/ 489298 w 1307404"/>
                <a:gd name="connsiteY99" fmla="*/ 790706 h 1119496"/>
                <a:gd name="connsiteX100" fmla="*/ 540185 w 1307404"/>
                <a:gd name="connsiteY100" fmla="*/ 782877 h 1119496"/>
                <a:gd name="connsiteX101" fmla="*/ 540185 w 1307404"/>
                <a:gd name="connsiteY101" fmla="*/ 743733 h 1119496"/>
                <a:gd name="connsiteX102" fmla="*/ 508870 w 1307404"/>
                <a:gd name="connsiteY102" fmla="*/ 735904 h 1119496"/>
                <a:gd name="connsiteX103" fmla="*/ 516699 w 1307404"/>
                <a:gd name="connsiteY103" fmla="*/ 704589 h 1119496"/>
                <a:gd name="connsiteX104" fmla="*/ 563671 w 1307404"/>
                <a:gd name="connsiteY104" fmla="*/ 688932 h 1119496"/>
                <a:gd name="connsiteX105" fmla="*/ 563671 w 1307404"/>
                <a:gd name="connsiteY105" fmla="*/ 641959 h 1119496"/>
                <a:gd name="connsiteX106" fmla="*/ 524527 w 1307404"/>
                <a:gd name="connsiteY106" fmla="*/ 638045 h 1119496"/>
                <a:gd name="connsiteX107" fmla="*/ 516699 w 1307404"/>
                <a:gd name="connsiteY107" fmla="*/ 622387 h 1119496"/>
                <a:gd name="connsiteX108" fmla="*/ 567586 w 1307404"/>
                <a:gd name="connsiteY108" fmla="*/ 594986 h 1119496"/>
                <a:gd name="connsiteX109" fmla="*/ 571500 w 1307404"/>
                <a:gd name="connsiteY109" fmla="*/ 540185 h 1119496"/>
                <a:gd name="connsiteX110" fmla="*/ 634130 w 1307404"/>
                <a:gd name="connsiteY110" fmla="*/ 528442 h 1119496"/>
                <a:gd name="connsiteX111" fmla="*/ 602815 w 1307404"/>
                <a:gd name="connsiteY111" fmla="*/ 477555 h 1119496"/>
                <a:gd name="connsiteX112" fmla="*/ 551928 w 1307404"/>
                <a:gd name="connsiteY112" fmla="*/ 461897 h 1119496"/>
                <a:gd name="connsiteX113" fmla="*/ 493212 w 1307404"/>
                <a:gd name="connsiteY113" fmla="*/ 469726 h 1119496"/>
                <a:gd name="connsiteX114" fmla="*/ 501041 w 1307404"/>
                <a:gd name="connsiteY114" fmla="*/ 516699 h 1119496"/>
                <a:gd name="connsiteX115" fmla="*/ 516699 w 1307404"/>
                <a:gd name="connsiteY115" fmla="*/ 516699 h 1119496"/>
                <a:gd name="connsiteX116" fmla="*/ 477555 w 1307404"/>
                <a:gd name="connsiteY116" fmla="*/ 532356 h 1119496"/>
                <a:gd name="connsiteX117" fmla="*/ 501041 w 1307404"/>
                <a:gd name="connsiteY117" fmla="*/ 540185 h 1119496"/>
                <a:gd name="connsiteX118" fmla="*/ 555842 w 1307404"/>
                <a:gd name="connsiteY118" fmla="*/ 524527 h 1119496"/>
                <a:gd name="connsiteX119" fmla="*/ 548014 w 1307404"/>
                <a:gd name="connsiteY119" fmla="*/ 579329 h 1119496"/>
                <a:gd name="connsiteX120" fmla="*/ 469726 w 1307404"/>
                <a:gd name="connsiteY120" fmla="*/ 555842 h 1119496"/>
                <a:gd name="connsiteX121" fmla="*/ 469726 w 1307404"/>
                <a:gd name="connsiteY121" fmla="*/ 626301 h 1119496"/>
                <a:gd name="connsiteX122" fmla="*/ 399267 w 1307404"/>
                <a:gd name="connsiteY122" fmla="*/ 610644 h 1119496"/>
                <a:gd name="connsiteX123" fmla="*/ 367952 w 1307404"/>
                <a:gd name="connsiteY123" fmla="*/ 653702 h 1119496"/>
                <a:gd name="connsiteX124" fmla="*/ 336637 w 1307404"/>
                <a:gd name="connsiteY124" fmla="*/ 657616 h 1119496"/>
                <a:gd name="connsiteX125" fmla="*/ 336637 w 1307404"/>
                <a:gd name="connsiteY125" fmla="*/ 626301 h 1119496"/>
                <a:gd name="connsiteX126" fmla="*/ 250521 w 1307404"/>
                <a:gd name="connsiteY126" fmla="*/ 610644 h 1119496"/>
                <a:gd name="connsiteX127" fmla="*/ 266178 w 1307404"/>
                <a:gd name="connsiteY127" fmla="*/ 579329 h 1119496"/>
                <a:gd name="connsiteX128" fmla="*/ 203548 w 1307404"/>
                <a:gd name="connsiteY128" fmla="*/ 571500 h 1119496"/>
                <a:gd name="connsiteX129" fmla="*/ 180062 w 1307404"/>
                <a:gd name="connsiteY129" fmla="*/ 583243 h 1119496"/>
                <a:gd name="connsiteX130" fmla="*/ 242692 w 1307404"/>
                <a:gd name="connsiteY130" fmla="*/ 559757 h 1119496"/>
                <a:gd name="connsiteX131" fmla="*/ 242692 w 1307404"/>
                <a:gd name="connsiteY131" fmla="*/ 540185 h 1119496"/>
                <a:gd name="connsiteX132" fmla="*/ 219205 w 1307404"/>
                <a:gd name="connsiteY132" fmla="*/ 544099 h 1119496"/>
                <a:gd name="connsiteX133" fmla="*/ 211377 w 1307404"/>
                <a:gd name="connsiteY133" fmla="*/ 512784 h 1119496"/>
                <a:gd name="connsiteX134" fmla="*/ 172233 w 1307404"/>
                <a:gd name="connsiteY134" fmla="*/ 504955 h 1119496"/>
                <a:gd name="connsiteX135" fmla="*/ 180062 w 1307404"/>
                <a:gd name="connsiteY135" fmla="*/ 497127 h 1119496"/>
                <a:gd name="connsiteX136" fmla="*/ 101774 w 1307404"/>
                <a:gd name="connsiteY136" fmla="*/ 489298 h 1119496"/>
                <a:gd name="connsiteX137" fmla="*/ 109603 w 1307404"/>
                <a:gd name="connsiteY137" fmla="*/ 438411 h 1119496"/>
                <a:gd name="connsiteX138" fmla="*/ 0 w 1307404"/>
                <a:gd name="connsiteY138" fmla="*/ 387524 h 1119496"/>
                <a:gd name="connsiteX139" fmla="*/ 15658 w 1307404"/>
                <a:gd name="connsiteY139" fmla="*/ 383610 h 1119496"/>
                <a:gd name="connsiteX140" fmla="*/ 90031 w 1307404"/>
                <a:gd name="connsiteY140" fmla="*/ 422753 h 1119496"/>
                <a:gd name="connsiteX141" fmla="*/ 125260 w 1307404"/>
                <a:gd name="connsiteY141" fmla="*/ 407096 h 1119496"/>
                <a:gd name="connsiteX142" fmla="*/ 160490 w 1307404"/>
                <a:gd name="connsiteY142" fmla="*/ 446240 h 1119496"/>
                <a:gd name="connsiteX143" fmla="*/ 176147 w 1307404"/>
                <a:gd name="connsiteY143" fmla="*/ 422753 h 1119496"/>
                <a:gd name="connsiteX144" fmla="*/ 254435 w 1307404"/>
                <a:gd name="connsiteY144" fmla="*/ 422753 h 1119496"/>
                <a:gd name="connsiteX145" fmla="*/ 242692 w 1307404"/>
                <a:gd name="connsiteY145" fmla="*/ 450154 h 1119496"/>
                <a:gd name="connsiteX146" fmla="*/ 262264 w 1307404"/>
                <a:gd name="connsiteY146" fmla="*/ 477555 h 1119496"/>
                <a:gd name="connsiteX147" fmla="*/ 270092 w 1307404"/>
                <a:gd name="connsiteY147" fmla="*/ 469726 h 1119496"/>
                <a:gd name="connsiteX148" fmla="*/ 360123 w 1307404"/>
                <a:gd name="connsiteY148" fmla="*/ 524527 h 1119496"/>
                <a:gd name="connsiteX149" fmla="*/ 360123 w 1307404"/>
                <a:gd name="connsiteY149" fmla="*/ 493212 h 1119496"/>
                <a:gd name="connsiteX150" fmla="*/ 336637 w 1307404"/>
                <a:gd name="connsiteY150" fmla="*/ 493212 h 1119496"/>
                <a:gd name="connsiteX151" fmla="*/ 336637 w 1307404"/>
                <a:gd name="connsiteY151" fmla="*/ 461897 h 1119496"/>
                <a:gd name="connsiteX152" fmla="*/ 270092 w 1307404"/>
                <a:gd name="connsiteY152" fmla="*/ 461897 h 1119496"/>
                <a:gd name="connsiteX153" fmla="*/ 270092 w 1307404"/>
                <a:gd name="connsiteY153" fmla="*/ 438411 h 1119496"/>
                <a:gd name="connsiteX154" fmla="*/ 277921 w 1307404"/>
                <a:gd name="connsiteY154" fmla="*/ 446240 h 1119496"/>
                <a:gd name="connsiteX155" fmla="*/ 274007 w 1307404"/>
                <a:gd name="connsiteY155" fmla="*/ 411010 h 1119496"/>
                <a:gd name="connsiteX156" fmla="*/ 313151 w 1307404"/>
                <a:gd name="connsiteY156" fmla="*/ 395353 h 1119496"/>
                <a:gd name="connsiteX157" fmla="*/ 254435 w 1307404"/>
                <a:gd name="connsiteY157" fmla="*/ 360123 h 1119496"/>
                <a:gd name="connsiteX158" fmla="*/ 238777 w 1307404"/>
                <a:gd name="connsiteY158" fmla="*/ 367952 h 1119496"/>
                <a:gd name="connsiteX159" fmla="*/ 211377 w 1307404"/>
                <a:gd name="connsiteY159" fmla="*/ 332723 h 1119496"/>
                <a:gd name="connsiteX160" fmla="*/ 164404 w 1307404"/>
                <a:gd name="connsiteY160" fmla="*/ 328808 h 1119496"/>
                <a:gd name="connsiteX161" fmla="*/ 176147 w 1307404"/>
                <a:gd name="connsiteY161" fmla="*/ 320979 h 1119496"/>
                <a:gd name="connsiteX162" fmla="*/ 227034 w 1307404"/>
                <a:gd name="connsiteY162" fmla="*/ 289664 h 1119496"/>
                <a:gd name="connsiteX163" fmla="*/ 140918 w 1307404"/>
                <a:gd name="connsiteY163" fmla="*/ 274007 h 1119496"/>
                <a:gd name="connsiteX164" fmla="*/ 140918 w 1307404"/>
                <a:gd name="connsiteY164" fmla="*/ 242692 h 1119496"/>
                <a:gd name="connsiteX165" fmla="*/ 211377 w 1307404"/>
                <a:gd name="connsiteY165" fmla="*/ 258349 h 1119496"/>
                <a:gd name="connsiteX166" fmla="*/ 246606 w 1307404"/>
                <a:gd name="connsiteY166" fmla="*/ 242692 h 1119496"/>
                <a:gd name="connsiteX167" fmla="*/ 289664 w 1307404"/>
                <a:gd name="connsiteY167" fmla="*/ 246606 h 1119496"/>
                <a:gd name="connsiteX168" fmla="*/ 262264 w 1307404"/>
                <a:gd name="connsiteY168" fmla="*/ 203548 h 1119496"/>
                <a:gd name="connsiteX169" fmla="*/ 336637 w 1307404"/>
                <a:gd name="connsiteY169" fmla="*/ 227034 h 1119496"/>
                <a:gd name="connsiteX170" fmla="*/ 332723 w 1307404"/>
                <a:gd name="connsiteY170" fmla="*/ 195719 h 1119496"/>
                <a:gd name="connsiteX171" fmla="*/ 317065 w 1307404"/>
                <a:gd name="connsiteY171" fmla="*/ 195719 h 1119496"/>
                <a:gd name="connsiteX172" fmla="*/ 313151 w 1307404"/>
                <a:gd name="connsiteY172" fmla="*/ 172233 h 1119496"/>
                <a:gd name="connsiteX173" fmla="*/ 223120 w 1307404"/>
                <a:gd name="connsiteY173" fmla="*/ 164404 h 1119496"/>
                <a:gd name="connsiteX174" fmla="*/ 187890 w 1307404"/>
                <a:gd name="connsiteY174" fmla="*/ 180062 h 1119496"/>
                <a:gd name="connsiteX175" fmla="*/ 180062 w 1307404"/>
                <a:gd name="connsiteY175" fmla="*/ 144832 h 1119496"/>
                <a:gd name="connsiteX176" fmla="*/ 191805 w 1307404"/>
                <a:gd name="connsiteY176" fmla="*/ 133089 h 1119496"/>
                <a:gd name="connsiteX177" fmla="*/ 262264 w 1307404"/>
                <a:gd name="connsiteY177" fmla="*/ 164404 h 1119496"/>
                <a:gd name="connsiteX178" fmla="*/ 285750 w 1307404"/>
                <a:gd name="connsiteY178" fmla="*/ 140918 h 1119496"/>
                <a:gd name="connsiteX179" fmla="*/ 317065 w 1307404"/>
                <a:gd name="connsiteY179" fmla="*/ 140918 h 1119496"/>
                <a:gd name="connsiteX180" fmla="*/ 305322 w 1307404"/>
                <a:gd name="connsiteY180" fmla="*/ 140918 h 1119496"/>
                <a:gd name="connsiteX181" fmla="*/ 344466 w 1307404"/>
                <a:gd name="connsiteY181" fmla="*/ 117432 h 1119496"/>
                <a:gd name="connsiteX182" fmla="*/ 297493 w 1307404"/>
                <a:gd name="connsiteY182" fmla="*/ 97860 h 1119496"/>
                <a:gd name="connsiteX183" fmla="*/ 293579 w 1307404"/>
                <a:gd name="connsiteY183" fmla="*/ 78288 h 1119496"/>
                <a:gd name="connsiteX184" fmla="*/ 328808 w 1307404"/>
                <a:gd name="connsiteY184" fmla="*/ 86116 h 1119496"/>
                <a:gd name="connsiteX185" fmla="*/ 360123 w 1307404"/>
                <a:gd name="connsiteY185" fmla="*/ 101774 h 1119496"/>
                <a:gd name="connsiteX186" fmla="*/ 367952 w 1307404"/>
                <a:gd name="connsiteY186" fmla="*/ 129175 h 1119496"/>
                <a:gd name="connsiteX187" fmla="*/ 450154 w 1307404"/>
                <a:gd name="connsiteY187" fmla="*/ 148747 h 1119496"/>
                <a:gd name="connsiteX188" fmla="*/ 536271 w 1307404"/>
                <a:gd name="connsiteY188" fmla="*/ 101774 h 1119496"/>
                <a:gd name="connsiteX189" fmla="*/ 548014 w 1307404"/>
                <a:gd name="connsiteY189" fmla="*/ 109603 h 1119496"/>
                <a:gd name="connsiteX190" fmla="*/ 516699 w 1307404"/>
                <a:gd name="connsiteY190" fmla="*/ 148747 h 1119496"/>
                <a:gd name="connsiteX191" fmla="*/ 563671 w 1307404"/>
                <a:gd name="connsiteY191" fmla="*/ 172233 h 1119496"/>
                <a:gd name="connsiteX192" fmla="*/ 516699 w 1307404"/>
                <a:gd name="connsiteY192" fmla="*/ 180062 h 1119496"/>
                <a:gd name="connsiteX193" fmla="*/ 516699 w 1307404"/>
                <a:gd name="connsiteY193" fmla="*/ 211377 h 1119496"/>
                <a:gd name="connsiteX194" fmla="*/ 606729 w 1307404"/>
                <a:gd name="connsiteY194" fmla="*/ 227034 h 1119496"/>
                <a:gd name="connsiteX195" fmla="*/ 602815 w 1307404"/>
                <a:gd name="connsiteY195" fmla="*/ 250521 h 1119496"/>
                <a:gd name="connsiteX196" fmla="*/ 591072 w 1307404"/>
                <a:gd name="connsiteY196" fmla="*/ 242692 h 1119496"/>
                <a:gd name="connsiteX197" fmla="*/ 602815 w 1307404"/>
                <a:gd name="connsiteY197" fmla="*/ 309236 h 1119496"/>
                <a:gd name="connsiteX198" fmla="*/ 579329 w 1307404"/>
                <a:gd name="connsiteY198" fmla="*/ 320979 h 1119496"/>
                <a:gd name="connsiteX199" fmla="*/ 626301 w 1307404"/>
                <a:gd name="connsiteY199" fmla="*/ 344466 h 1119496"/>
                <a:gd name="connsiteX200" fmla="*/ 618473 w 1307404"/>
                <a:gd name="connsiteY200" fmla="*/ 234863 h 1119496"/>
                <a:gd name="connsiteX201" fmla="*/ 641959 w 1307404"/>
                <a:gd name="connsiteY201" fmla="*/ 223120 h 1119496"/>
                <a:gd name="connsiteX202" fmla="*/ 626301 w 1307404"/>
                <a:gd name="connsiteY202" fmla="*/ 195719 h 1119496"/>
                <a:gd name="connsiteX203" fmla="*/ 602815 w 1307404"/>
                <a:gd name="connsiteY203" fmla="*/ 191805 h 1119496"/>
                <a:gd name="connsiteX204" fmla="*/ 606729 w 1307404"/>
                <a:gd name="connsiteY204" fmla="*/ 172233 h 1119496"/>
                <a:gd name="connsiteX205" fmla="*/ 579329 w 1307404"/>
                <a:gd name="connsiteY205" fmla="*/ 168319 h 1119496"/>
                <a:gd name="connsiteX206" fmla="*/ 649788 w 1307404"/>
                <a:gd name="connsiteY206" fmla="*/ 140918 h 1119496"/>
                <a:gd name="connsiteX207" fmla="*/ 571500 w 1307404"/>
                <a:gd name="connsiteY207" fmla="*/ 148747 h 1119496"/>
                <a:gd name="connsiteX208" fmla="*/ 587158 w 1307404"/>
                <a:gd name="connsiteY208" fmla="*/ 97860 h 1119496"/>
                <a:gd name="connsiteX209" fmla="*/ 587158 w 1307404"/>
                <a:gd name="connsiteY209" fmla="*/ 58716 h 1119496"/>
                <a:gd name="connsiteX210" fmla="*/ 548014 w 1307404"/>
                <a:gd name="connsiteY210" fmla="*/ 62630 h 1119496"/>
                <a:gd name="connsiteX211" fmla="*/ 528442 w 1307404"/>
                <a:gd name="connsiteY211" fmla="*/ 31315 h 1119496"/>
                <a:gd name="connsiteX212" fmla="*/ 454068 w 1307404"/>
                <a:gd name="connsiteY212" fmla="*/ 46973 h 1119496"/>
                <a:gd name="connsiteX213" fmla="*/ 442325 w 1307404"/>
                <a:gd name="connsiteY213" fmla="*/ 70459 h 1119496"/>
                <a:gd name="connsiteX214" fmla="*/ 422753 w 1307404"/>
                <a:gd name="connsiteY214" fmla="*/ 50887 h 1119496"/>
                <a:gd name="connsiteX215" fmla="*/ 422753 w 1307404"/>
                <a:gd name="connsiteY215" fmla="*/ 31315 h 1119496"/>
                <a:gd name="connsiteX216" fmla="*/ 457983 w 1307404"/>
                <a:gd name="connsiteY216" fmla="*/ 15658 h 1119496"/>
                <a:gd name="connsiteX217" fmla="*/ 602815 w 1307404"/>
                <a:gd name="connsiteY217" fmla="*/ 39144 h 1119496"/>
                <a:gd name="connsiteX218" fmla="*/ 610644 w 1307404"/>
                <a:gd name="connsiteY218" fmla="*/ 105688 h 1119496"/>
                <a:gd name="connsiteX219" fmla="*/ 645873 w 1307404"/>
                <a:gd name="connsiteY219" fmla="*/ 117432 h 1119496"/>
                <a:gd name="connsiteX220" fmla="*/ 641959 w 1307404"/>
                <a:gd name="connsiteY220" fmla="*/ 97860 h 1119496"/>
                <a:gd name="connsiteX221" fmla="*/ 661531 w 1307404"/>
                <a:gd name="connsiteY221" fmla="*/ 86116 h 1119496"/>
                <a:gd name="connsiteX222" fmla="*/ 665445 w 1307404"/>
                <a:gd name="connsiteY222" fmla="*/ 97860 h 1119496"/>
                <a:gd name="connsiteX223" fmla="*/ 712418 w 1307404"/>
                <a:gd name="connsiteY223" fmla="*/ 113517 h 1119496"/>
                <a:gd name="connsiteX224" fmla="*/ 712418 w 1307404"/>
                <a:gd name="connsiteY224" fmla="*/ 133089 h 1119496"/>
                <a:gd name="connsiteX225" fmla="*/ 720247 w 1307404"/>
                <a:gd name="connsiteY225" fmla="*/ 109603 h 1119496"/>
                <a:gd name="connsiteX226" fmla="*/ 751562 w 1307404"/>
                <a:gd name="connsiteY226" fmla="*/ 109603 h 1119496"/>
                <a:gd name="connsiteX227" fmla="*/ 751562 w 1307404"/>
                <a:gd name="connsiteY227" fmla="*/ 133089 h 1119496"/>
                <a:gd name="connsiteX228" fmla="*/ 814192 w 1307404"/>
                <a:gd name="connsiteY228" fmla="*/ 148747 h 1119496"/>
                <a:gd name="connsiteX229" fmla="*/ 868993 w 1307404"/>
                <a:gd name="connsiteY229" fmla="*/ 140918 h 1119496"/>
                <a:gd name="connsiteX230" fmla="*/ 837678 w 1307404"/>
                <a:gd name="connsiteY230" fmla="*/ 109603 h 1119496"/>
                <a:gd name="connsiteX231" fmla="*/ 763305 w 1307404"/>
                <a:gd name="connsiteY231" fmla="*/ 109603 h 1119496"/>
                <a:gd name="connsiteX232" fmla="*/ 782877 w 1307404"/>
                <a:gd name="connsiteY232" fmla="*/ 74373 h 1119496"/>
                <a:gd name="connsiteX233" fmla="*/ 673274 w 1307404"/>
                <a:gd name="connsiteY233" fmla="*/ 74373 h 1119496"/>
                <a:gd name="connsiteX234" fmla="*/ 657616 w 1307404"/>
                <a:gd name="connsiteY234" fmla="*/ 58716 h 1119496"/>
                <a:gd name="connsiteX235" fmla="*/ 735904 w 1307404"/>
                <a:gd name="connsiteY235" fmla="*/ 39144 h 1119496"/>
                <a:gd name="connsiteX236" fmla="*/ 735904 w 1307404"/>
                <a:gd name="connsiteY236" fmla="*/ 15658 h 1119496"/>
                <a:gd name="connsiteX237" fmla="*/ 829849 w 1307404"/>
                <a:gd name="connsiteY237" fmla="*/ 19572 h 1119496"/>
                <a:gd name="connsiteX238" fmla="*/ 970767 w 1307404"/>
                <a:gd name="connsiteY238" fmla="*/ 78288 h 1119496"/>
                <a:gd name="connsiteX239" fmla="*/ 915966 w 1307404"/>
                <a:gd name="connsiteY239" fmla="*/ 86116 h 1119496"/>
                <a:gd name="connsiteX240" fmla="*/ 892479 w 1307404"/>
                <a:gd name="connsiteY240" fmla="*/ 148747 h 1119496"/>
                <a:gd name="connsiteX241" fmla="*/ 1166486 w 1307404"/>
                <a:gd name="connsiteY241" fmla="*/ 195719 h 1119496"/>
                <a:gd name="connsiteX242" fmla="*/ 1170401 w 1307404"/>
                <a:gd name="connsiteY242" fmla="*/ 219205 h 1119496"/>
                <a:gd name="connsiteX243" fmla="*/ 1205630 w 1307404"/>
                <a:gd name="connsiteY243" fmla="*/ 172233 h 1119496"/>
                <a:gd name="connsiteX244" fmla="*/ 1154743 w 1307404"/>
                <a:gd name="connsiteY244" fmla="*/ 156575 h 1119496"/>
                <a:gd name="connsiteX245" fmla="*/ 1150829 w 1307404"/>
                <a:gd name="connsiteY245" fmla="*/ 180062 h 1119496"/>
                <a:gd name="connsiteX246" fmla="*/ 1080370 w 1307404"/>
                <a:gd name="connsiteY246" fmla="*/ 156575 h 1119496"/>
                <a:gd name="connsiteX247" fmla="*/ 1189973 w 1307404"/>
                <a:gd name="connsiteY247" fmla="*/ 156575 h 1119496"/>
                <a:gd name="connsiteX248" fmla="*/ 1182144 w 1307404"/>
                <a:gd name="connsiteY248" fmla="*/ 137003 h 1119496"/>
                <a:gd name="connsiteX249" fmla="*/ 1209545 w 1307404"/>
                <a:gd name="connsiteY249" fmla="*/ 86116 h 1119496"/>
                <a:gd name="connsiteX250" fmla="*/ 1229116 w 1307404"/>
                <a:gd name="connsiteY250" fmla="*/ 23486 h 1119496"/>
                <a:gd name="connsiteX251" fmla="*/ 1291747 w 1307404"/>
                <a:gd name="connsiteY251" fmla="*/ 11743 h 1119496"/>
                <a:gd name="connsiteX252" fmla="*/ 1205630 w 1307404"/>
                <a:gd name="connsiteY252" fmla="*/ 0 h 111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</a:cxnLst>
              <a:rect l="l" t="t" r="r" b="b"/>
              <a:pathLst>
                <a:path w="1307404" h="1119496">
                  <a:moveTo>
                    <a:pt x="1205630" y="0"/>
                  </a:moveTo>
                  <a:cubicBezTo>
                    <a:pt x="1239552" y="0"/>
                    <a:pt x="1273482" y="0"/>
                    <a:pt x="1307404" y="0"/>
                  </a:cubicBezTo>
                  <a:cubicBezTo>
                    <a:pt x="1267947" y="181040"/>
                    <a:pt x="1205317" y="353273"/>
                    <a:pt x="1119514" y="516699"/>
                  </a:cubicBezTo>
                  <a:cubicBezTo>
                    <a:pt x="1108240" y="509943"/>
                    <a:pt x="1097797" y="509943"/>
                    <a:pt x="1088199" y="516699"/>
                  </a:cubicBezTo>
                  <a:cubicBezTo>
                    <a:pt x="1081615" y="543097"/>
                    <a:pt x="1069871" y="566584"/>
                    <a:pt x="1052969" y="587158"/>
                  </a:cubicBezTo>
                  <a:cubicBezTo>
                    <a:pt x="1047747" y="576722"/>
                    <a:pt x="1042533" y="576722"/>
                    <a:pt x="1037312" y="587158"/>
                  </a:cubicBezTo>
                  <a:cubicBezTo>
                    <a:pt x="1033476" y="577035"/>
                    <a:pt x="1032168" y="566591"/>
                    <a:pt x="1033397" y="555842"/>
                  </a:cubicBezTo>
                  <a:cubicBezTo>
                    <a:pt x="1010850" y="564783"/>
                    <a:pt x="987364" y="572612"/>
                    <a:pt x="962938" y="579329"/>
                  </a:cubicBezTo>
                  <a:cubicBezTo>
                    <a:pt x="958351" y="577693"/>
                    <a:pt x="954436" y="575078"/>
                    <a:pt x="951195" y="571500"/>
                  </a:cubicBezTo>
                  <a:cubicBezTo>
                    <a:pt x="945081" y="582805"/>
                    <a:pt x="946388" y="593240"/>
                    <a:pt x="955110" y="602815"/>
                  </a:cubicBezTo>
                  <a:cubicBezTo>
                    <a:pt x="963126" y="592223"/>
                    <a:pt x="973562" y="587001"/>
                    <a:pt x="986425" y="587158"/>
                  </a:cubicBezTo>
                  <a:cubicBezTo>
                    <a:pt x="984835" y="601954"/>
                    <a:pt x="990049" y="613697"/>
                    <a:pt x="1002082" y="622387"/>
                  </a:cubicBezTo>
                  <a:cubicBezTo>
                    <a:pt x="995756" y="624798"/>
                    <a:pt x="990535" y="628713"/>
                    <a:pt x="986425" y="634130"/>
                  </a:cubicBezTo>
                  <a:cubicBezTo>
                    <a:pt x="994253" y="639352"/>
                    <a:pt x="1002082" y="644566"/>
                    <a:pt x="1009911" y="649788"/>
                  </a:cubicBezTo>
                  <a:cubicBezTo>
                    <a:pt x="978619" y="671951"/>
                    <a:pt x="944697" y="683694"/>
                    <a:pt x="908137" y="685017"/>
                  </a:cubicBezTo>
                  <a:cubicBezTo>
                    <a:pt x="895415" y="678339"/>
                    <a:pt x="892808" y="670510"/>
                    <a:pt x="900308" y="661531"/>
                  </a:cubicBezTo>
                  <a:cubicBezTo>
                    <a:pt x="889872" y="656309"/>
                    <a:pt x="879429" y="656309"/>
                    <a:pt x="868993" y="661531"/>
                  </a:cubicBezTo>
                  <a:cubicBezTo>
                    <a:pt x="875734" y="679701"/>
                    <a:pt x="867905" y="688830"/>
                    <a:pt x="845507" y="688932"/>
                  </a:cubicBezTo>
                  <a:cubicBezTo>
                    <a:pt x="845507" y="699367"/>
                    <a:pt x="845507" y="709811"/>
                    <a:pt x="845507" y="720247"/>
                  </a:cubicBezTo>
                  <a:cubicBezTo>
                    <a:pt x="876477" y="724576"/>
                    <a:pt x="876477" y="731097"/>
                    <a:pt x="845507" y="739819"/>
                  </a:cubicBezTo>
                  <a:cubicBezTo>
                    <a:pt x="862785" y="764714"/>
                    <a:pt x="879750" y="763414"/>
                    <a:pt x="896394" y="735904"/>
                  </a:cubicBezTo>
                  <a:cubicBezTo>
                    <a:pt x="901616" y="743733"/>
                    <a:pt x="901616" y="751562"/>
                    <a:pt x="896394" y="759390"/>
                  </a:cubicBezTo>
                  <a:cubicBezTo>
                    <a:pt x="872814" y="773193"/>
                    <a:pt x="876728" y="782329"/>
                    <a:pt x="908137" y="786791"/>
                  </a:cubicBezTo>
                  <a:cubicBezTo>
                    <a:pt x="889653" y="788334"/>
                    <a:pt x="876603" y="797470"/>
                    <a:pt x="868993" y="814192"/>
                  </a:cubicBezTo>
                  <a:cubicBezTo>
                    <a:pt x="875851" y="820071"/>
                    <a:pt x="883680" y="823985"/>
                    <a:pt x="892479" y="825935"/>
                  </a:cubicBezTo>
                  <a:cubicBezTo>
                    <a:pt x="877033" y="829810"/>
                    <a:pt x="861376" y="831118"/>
                    <a:pt x="845507" y="829849"/>
                  </a:cubicBezTo>
                  <a:cubicBezTo>
                    <a:pt x="840285" y="788098"/>
                    <a:pt x="835071" y="788098"/>
                    <a:pt x="829849" y="829849"/>
                  </a:cubicBezTo>
                  <a:cubicBezTo>
                    <a:pt x="814192" y="829849"/>
                    <a:pt x="798534" y="829849"/>
                    <a:pt x="782877" y="829849"/>
                  </a:cubicBezTo>
                  <a:cubicBezTo>
                    <a:pt x="782877" y="840285"/>
                    <a:pt x="782877" y="850729"/>
                    <a:pt x="782877" y="861164"/>
                  </a:cubicBezTo>
                  <a:cubicBezTo>
                    <a:pt x="803913" y="859880"/>
                    <a:pt x="824792" y="861188"/>
                    <a:pt x="845507" y="865079"/>
                  </a:cubicBezTo>
                  <a:cubicBezTo>
                    <a:pt x="831031" y="873636"/>
                    <a:pt x="817981" y="884072"/>
                    <a:pt x="806363" y="896394"/>
                  </a:cubicBezTo>
                  <a:cubicBezTo>
                    <a:pt x="811585" y="904223"/>
                    <a:pt x="816799" y="912051"/>
                    <a:pt x="822021" y="919880"/>
                  </a:cubicBezTo>
                  <a:cubicBezTo>
                    <a:pt x="806887" y="921845"/>
                    <a:pt x="792537" y="925759"/>
                    <a:pt x="778962" y="931623"/>
                  </a:cubicBezTo>
                  <a:cubicBezTo>
                    <a:pt x="780583" y="914001"/>
                    <a:pt x="781882" y="895728"/>
                    <a:pt x="782877" y="876822"/>
                  </a:cubicBezTo>
                  <a:cubicBezTo>
                    <a:pt x="775048" y="876822"/>
                    <a:pt x="767219" y="876822"/>
                    <a:pt x="759390" y="876822"/>
                  </a:cubicBezTo>
                  <a:cubicBezTo>
                    <a:pt x="759390" y="887258"/>
                    <a:pt x="759390" y="897701"/>
                    <a:pt x="759390" y="908137"/>
                  </a:cubicBezTo>
                  <a:cubicBezTo>
                    <a:pt x="733900" y="915700"/>
                    <a:pt x="710414" y="926135"/>
                    <a:pt x="688932" y="939452"/>
                  </a:cubicBezTo>
                  <a:cubicBezTo>
                    <a:pt x="688932" y="929016"/>
                    <a:pt x="688932" y="918573"/>
                    <a:pt x="688932" y="908137"/>
                  </a:cubicBezTo>
                  <a:cubicBezTo>
                    <a:pt x="675881" y="908137"/>
                    <a:pt x="662838" y="908137"/>
                    <a:pt x="649788" y="908137"/>
                  </a:cubicBezTo>
                  <a:cubicBezTo>
                    <a:pt x="649788" y="918573"/>
                    <a:pt x="649788" y="929016"/>
                    <a:pt x="649788" y="939452"/>
                  </a:cubicBezTo>
                  <a:cubicBezTo>
                    <a:pt x="660536" y="938223"/>
                    <a:pt x="670980" y="939530"/>
                    <a:pt x="681103" y="943366"/>
                  </a:cubicBezTo>
                  <a:cubicBezTo>
                    <a:pt x="674213" y="953982"/>
                    <a:pt x="671599" y="965726"/>
                    <a:pt x="673274" y="978596"/>
                  </a:cubicBezTo>
                  <a:cubicBezTo>
                    <a:pt x="659362" y="980835"/>
                    <a:pt x="646312" y="986057"/>
                    <a:pt x="634130" y="994253"/>
                  </a:cubicBezTo>
                  <a:cubicBezTo>
                    <a:pt x="620688" y="984726"/>
                    <a:pt x="606338" y="976897"/>
                    <a:pt x="591072" y="970767"/>
                  </a:cubicBezTo>
                  <a:cubicBezTo>
                    <a:pt x="574960" y="980326"/>
                    <a:pt x="558003" y="988155"/>
                    <a:pt x="540185" y="994253"/>
                  </a:cubicBezTo>
                  <a:cubicBezTo>
                    <a:pt x="509825" y="989548"/>
                    <a:pt x="509825" y="983019"/>
                    <a:pt x="540185" y="974682"/>
                  </a:cubicBezTo>
                  <a:cubicBezTo>
                    <a:pt x="524739" y="970806"/>
                    <a:pt x="509081" y="969499"/>
                    <a:pt x="493212" y="970767"/>
                  </a:cubicBezTo>
                  <a:cubicBezTo>
                    <a:pt x="493212" y="944674"/>
                    <a:pt x="493212" y="918573"/>
                    <a:pt x="493212" y="892479"/>
                  </a:cubicBezTo>
                  <a:cubicBezTo>
                    <a:pt x="485384" y="892479"/>
                    <a:pt x="477555" y="892479"/>
                    <a:pt x="469726" y="892479"/>
                  </a:cubicBezTo>
                  <a:cubicBezTo>
                    <a:pt x="469726" y="900308"/>
                    <a:pt x="469726" y="908137"/>
                    <a:pt x="469726" y="915966"/>
                  </a:cubicBezTo>
                  <a:cubicBezTo>
                    <a:pt x="461897" y="915966"/>
                    <a:pt x="454068" y="915966"/>
                    <a:pt x="446240" y="915966"/>
                  </a:cubicBezTo>
                  <a:cubicBezTo>
                    <a:pt x="446240" y="923795"/>
                    <a:pt x="446240" y="931623"/>
                    <a:pt x="446240" y="939452"/>
                  </a:cubicBezTo>
                  <a:cubicBezTo>
                    <a:pt x="454068" y="939452"/>
                    <a:pt x="461897" y="939452"/>
                    <a:pt x="469726" y="939452"/>
                  </a:cubicBezTo>
                  <a:cubicBezTo>
                    <a:pt x="472255" y="968622"/>
                    <a:pt x="469640" y="997330"/>
                    <a:pt x="461897" y="1025569"/>
                  </a:cubicBezTo>
                  <a:cubicBezTo>
                    <a:pt x="441018" y="1033397"/>
                    <a:pt x="441018" y="1041226"/>
                    <a:pt x="461897" y="1049055"/>
                  </a:cubicBezTo>
                  <a:cubicBezTo>
                    <a:pt x="490660" y="1039833"/>
                    <a:pt x="519360" y="1033311"/>
                    <a:pt x="548014" y="1029483"/>
                  </a:cubicBezTo>
                  <a:cubicBezTo>
                    <a:pt x="540498" y="1040592"/>
                    <a:pt x="533977" y="1052335"/>
                    <a:pt x="528442" y="1064712"/>
                  </a:cubicBezTo>
                  <a:cubicBezTo>
                    <a:pt x="492586" y="1072416"/>
                    <a:pt x="457357" y="1072416"/>
                    <a:pt x="422753" y="1064712"/>
                  </a:cubicBezTo>
                  <a:cubicBezTo>
                    <a:pt x="435890" y="1087651"/>
                    <a:pt x="431976" y="1095479"/>
                    <a:pt x="411010" y="1088199"/>
                  </a:cubicBezTo>
                  <a:cubicBezTo>
                    <a:pt x="396715" y="1092191"/>
                    <a:pt x="395407" y="1098721"/>
                    <a:pt x="407096" y="1107771"/>
                  </a:cubicBezTo>
                  <a:cubicBezTo>
                    <a:pt x="393184" y="1124618"/>
                    <a:pt x="381441" y="1123311"/>
                    <a:pt x="371866" y="1103856"/>
                  </a:cubicBezTo>
                  <a:cubicBezTo>
                    <a:pt x="370559" y="1090806"/>
                    <a:pt x="369259" y="1077763"/>
                    <a:pt x="367952" y="1064712"/>
                  </a:cubicBezTo>
                  <a:cubicBezTo>
                    <a:pt x="370254" y="994527"/>
                    <a:pt x="383304" y="991913"/>
                    <a:pt x="407096" y="1056884"/>
                  </a:cubicBezTo>
                  <a:cubicBezTo>
                    <a:pt x="407519" y="1048820"/>
                    <a:pt x="410133" y="1039684"/>
                    <a:pt x="414925" y="1029483"/>
                  </a:cubicBezTo>
                  <a:cubicBezTo>
                    <a:pt x="425047" y="1025647"/>
                    <a:pt x="435491" y="1024340"/>
                    <a:pt x="446240" y="1025569"/>
                  </a:cubicBezTo>
                  <a:cubicBezTo>
                    <a:pt x="446240" y="1015133"/>
                    <a:pt x="446240" y="1004689"/>
                    <a:pt x="446240" y="994253"/>
                  </a:cubicBezTo>
                  <a:cubicBezTo>
                    <a:pt x="435804" y="994253"/>
                    <a:pt x="425360" y="994253"/>
                    <a:pt x="414925" y="994253"/>
                  </a:cubicBezTo>
                  <a:cubicBezTo>
                    <a:pt x="416091" y="986018"/>
                    <a:pt x="414792" y="978189"/>
                    <a:pt x="411010" y="970767"/>
                  </a:cubicBezTo>
                  <a:cubicBezTo>
                    <a:pt x="405789" y="981203"/>
                    <a:pt x="400574" y="981203"/>
                    <a:pt x="395353" y="970767"/>
                  </a:cubicBezTo>
                  <a:cubicBezTo>
                    <a:pt x="393082" y="958679"/>
                    <a:pt x="387868" y="948244"/>
                    <a:pt x="379695" y="939452"/>
                  </a:cubicBezTo>
                  <a:cubicBezTo>
                    <a:pt x="374544" y="926864"/>
                    <a:pt x="378458" y="917727"/>
                    <a:pt x="391438" y="912051"/>
                  </a:cubicBezTo>
                  <a:cubicBezTo>
                    <a:pt x="384173" y="909014"/>
                    <a:pt x="378951" y="903792"/>
                    <a:pt x="375781" y="896394"/>
                  </a:cubicBezTo>
                  <a:cubicBezTo>
                    <a:pt x="384541" y="874458"/>
                    <a:pt x="400199" y="862714"/>
                    <a:pt x="422753" y="861164"/>
                  </a:cubicBezTo>
                  <a:cubicBezTo>
                    <a:pt x="424468" y="851966"/>
                    <a:pt x="421861" y="844137"/>
                    <a:pt x="414925" y="837678"/>
                  </a:cubicBezTo>
                  <a:cubicBezTo>
                    <a:pt x="396128" y="860484"/>
                    <a:pt x="385692" y="857868"/>
                    <a:pt x="383610" y="829849"/>
                  </a:cubicBezTo>
                  <a:cubicBezTo>
                    <a:pt x="399142" y="830765"/>
                    <a:pt x="412185" y="825544"/>
                    <a:pt x="422753" y="814192"/>
                  </a:cubicBezTo>
                  <a:cubicBezTo>
                    <a:pt x="412294" y="800570"/>
                    <a:pt x="401851" y="787519"/>
                    <a:pt x="391438" y="775048"/>
                  </a:cubicBezTo>
                  <a:cubicBezTo>
                    <a:pt x="385301" y="795004"/>
                    <a:pt x="376165" y="813268"/>
                    <a:pt x="364038" y="829849"/>
                  </a:cubicBezTo>
                  <a:cubicBezTo>
                    <a:pt x="358816" y="819414"/>
                    <a:pt x="353602" y="808970"/>
                    <a:pt x="348380" y="798534"/>
                  </a:cubicBezTo>
                  <a:cubicBezTo>
                    <a:pt x="343158" y="808970"/>
                    <a:pt x="337944" y="808970"/>
                    <a:pt x="332723" y="798534"/>
                  </a:cubicBezTo>
                  <a:cubicBezTo>
                    <a:pt x="331431" y="771189"/>
                    <a:pt x="317081" y="756838"/>
                    <a:pt x="289664" y="755476"/>
                  </a:cubicBezTo>
                  <a:cubicBezTo>
                    <a:pt x="299576" y="753057"/>
                    <a:pt x="308712" y="749142"/>
                    <a:pt x="317065" y="743733"/>
                  </a:cubicBezTo>
                  <a:cubicBezTo>
                    <a:pt x="319421" y="723449"/>
                    <a:pt x="310285" y="716919"/>
                    <a:pt x="289664" y="724161"/>
                  </a:cubicBezTo>
                  <a:cubicBezTo>
                    <a:pt x="273443" y="742050"/>
                    <a:pt x="255179" y="739443"/>
                    <a:pt x="234863" y="716332"/>
                  </a:cubicBezTo>
                  <a:cubicBezTo>
                    <a:pt x="190951" y="715424"/>
                    <a:pt x="185730" y="702381"/>
                    <a:pt x="219205" y="677188"/>
                  </a:cubicBezTo>
                  <a:cubicBezTo>
                    <a:pt x="193566" y="669915"/>
                    <a:pt x="170080" y="673830"/>
                    <a:pt x="148747" y="688932"/>
                  </a:cubicBezTo>
                  <a:cubicBezTo>
                    <a:pt x="141184" y="674088"/>
                    <a:pt x="138577" y="658431"/>
                    <a:pt x="140918" y="641959"/>
                  </a:cubicBezTo>
                  <a:cubicBezTo>
                    <a:pt x="191288" y="641607"/>
                    <a:pt x="240868" y="639000"/>
                    <a:pt x="289664" y="634130"/>
                  </a:cubicBezTo>
                  <a:cubicBezTo>
                    <a:pt x="299145" y="640190"/>
                    <a:pt x="299145" y="646711"/>
                    <a:pt x="289664" y="653702"/>
                  </a:cubicBezTo>
                  <a:cubicBezTo>
                    <a:pt x="313448" y="656333"/>
                    <a:pt x="335635" y="662854"/>
                    <a:pt x="356209" y="673274"/>
                  </a:cubicBezTo>
                  <a:cubicBezTo>
                    <a:pt x="381903" y="668459"/>
                    <a:pt x="397561" y="652802"/>
                    <a:pt x="403182" y="626301"/>
                  </a:cubicBezTo>
                  <a:cubicBezTo>
                    <a:pt x="416396" y="638397"/>
                    <a:pt x="432054" y="646225"/>
                    <a:pt x="450154" y="649788"/>
                  </a:cubicBezTo>
                  <a:cubicBezTo>
                    <a:pt x="466313" y="641246"/>
                    <a:pt x="483278" y="639939"/>
                    <a:pt x="501041" y="645873"/>
                  </a:cubicBezTo>
                  <a:cubicBezTo>
                    <a:pt x="494488" y="653788"/>
                    <a:pt x="491881" y="662924"/>
                    <a:pt x="493212" y="673274"/>
                  </a:cubicBezTo>
                  <a:cubicBezTo>
                    <a:pt x="477813" y="675145"/>
                    <a:pt x="463455" y="672538"/>
                    <a:pt x="450154" y="665445"/>
                  </a:cubicBezTo>
                  <a:cubicBezTo>
                    <a:pt x="448847" y="669360"/>
                    <a:pt x="447547" y="673274"/>
                    <a:pt x="446240" y="677188"/>
                  </a:cubicBezTo>
                  <a:cubicBezTo>
                    <a:pt x="450232" y="691484"/>
                    <a:pt x="456762" y="692791"/>
                    <a:pt x="465812" y="681103"/>
                  </a:cubicBezTo>
                  <a:cubicBezTo>
                    <a:pt x="469703" y="701818"/>
                    <a:pt x="471010" y="722697"/>
                    <a:pt x="469726" y="743733"/>
                  </a:cubicBezTo>
                  <a:cubicBezTo>
                    <a:pt x="482323" y="740554"/>
                    <a:pt x="492766" y="740554"/>
                    <a:pt x="501041" y="743733"/>
                  </a:cubicBezTo>
                  <a:cubicBezTo>
                    <a:pt x="492837" y="759046"/>
                    <a:pt x="488922" y="774703"/>
                    <a:pt x="489298" y="790706"/>
                  </a:cubicBezTo>
                  <a:cubicBezTo>
                    <a:pt x="505276" y="783480"/>
                    <a:pt x="522241" y="780873"/>
                    <a:pt x="540185" y="782877"/>
                  </a:cubicBezTo>
                  <a:cubicBezTo>
                    <a:pt x="540185" y="769826"/>
                    <a:pt x="540185" y="756783"/>
                    <a:pt x="540185" y="743733"/>
                  </a:cubicBezTo>
                  <a:cubicBezTo>
                    <a:pt x="528614" y="745784"/>
                    <a:pt x="518178" y="743177"/>
                    <a:pt x="508870" y="735904"/>
                  </a:cubicBezTo>
                  <a:cubicBezTo>
                    <a:pt x="514710" y="726228"/>
                    <a:pt x="517317" y="715784"/>
                    <a:pt x="516699" y="704589"/>
                  </a:cubicBezTo>
                  <a:cubicBezTo>
                    <a:pt x="532356" y="699367"/>
                    <a:pt x="548014" y="694153"/>
                    <a:pt x="563671" y="688932"/>
                  </a:cubicBezTo>
                  <a:cubicBezTo>
                    <a:pt x="563671" y="673274"/>
                    <a:pt x="563671" y="657616"/>
                    <a:pt x="563671" y="641959"/>
                  </a:cubicBezTo>
                  <a:cubicBezTo>
                    <a:pt x="550370" y="643211"/>
                    <a:pt x="537320" y="641912"/>
                    <a:pt x="524527" y="638045"/>
                  </a:cubicBezTo>
                  <a:cubicBezTo>
                    <a:pt x="520441" y="633653"/>
                    <a:pt x="517834" y="628431"/>
                    <a:pt x="516699" y="622387"/>
                  </a:cubicBezTo>
                  <a:cubicBezTo>
                    <a:pt x="532513" y="607606"/>
                    <a:pt x="549470" y="598478"/>
                    <a:pt x="567586" y="594986"/>
                  </a:cubicBezTo>
                  <a:cubicBezTo>
                    <a:pt x="571477" y="576902"/>
                    <a:pt x="572776" y="558637"/>
                    <a:pt x="571500" y="540185"/>
                  </a:cubicBezTo>
                  <a:cubicBezTo>
                    <a:pt x="594180" y="543121"/>
                    <a:pt x="615051" y="539206"/>
                    <a:pt x="634130" y="528442"/>
                  </a:cubicBezTo>
                  <a:cubicBezTo>
                    <a:pt x="620406" y="512792"/>
                    <a:pt x="609963" y="495835"/>
                    <a:pt x="602815" y="477555"/>
                  </a:cubicBezTo>
                  <a:cubicBezTo>
                    <a:pt x="583932" y="478878"/>
                    <a:pt x="566967" y="473664"/>
                    <a:pt x="551928" y="461897"/>
                  </a:cubicBezTo>
                  <a:cubicBezTo>
                    <a:pt x="532873" y="468333"/>
                    <a:pt x="513301" y="470947"/>
                    <a:pt x="493212" y="469726"/>
                  </a:cubicBezTo>
                  <a:cubicBezTo>
                    <a:pt x="490871" y="486198"/>
                    <a:pt x="493478" y="501855"/>
                    <a:pt x="501041" y="516699"/>
                  </a:cubicBezTo>
                  <a:cubicBezTo>
                    <a:pt x="508056" y="508823"/>
                    <a:pt x="513270" y="508823"/>
                    <a:pt x="516699" y="516699"/>
                  </a:cubicBezTo>
                  <a:cubicBezTo>
                    <a:pt x="503648" y="521920"/>
                    <a:pt x="490605" y="527134"/>
                    <a:pt x="477555" y="532356"/>
                  </a:cubicBezTo>
                  <a:cubicBezTo>
                    <a:pt x="485384" y="534963"/>
                    <a:pt x="493212" y="537578"/>
                    <a:pt x="501041" y="540185"/>
                  </a:cubicBezTo>
                  <a:cubicBezTo>
                    <a:pt x="518867" y="532528"/>
                    <a:pt x="537132" y="527306"/>
                    <a:pt x="555842" y="524527"/>
                  </a:cubicBezTo>
                  <a:cubicBezTo>
                    <a:pt x="558254" y="543504"/>
                    <a:pt x="555639" y="561769"/>
                    <a:pt x="548014" y="579329"/>
                  </a:cubicBezTo>
                  <a:cubicBezTo>
                    <a:pt x="525616" y="559914"/>
                    <a:pt x="499522" y="552085"/>
                    <a:pt x="469726" y="555842"/>
                  </a:cubicBezTo>
                  <a:cubicBezTo>
                    <a:pt x="469726" y="579329"/>
                    <a:pt x="469726" y="602815"/>
                    <a:pt x="469726" y="626301"/>
                  </a:cubicBezTo>
                  <a:cubicBezTo>
                    <a:pt x="444494" y="634537"/>
                    <a:pt x="421008" y="629323"/>
                    <a:pt x="399267" y="610644"/>
                  </a:cubicBezTo>
                  <a:cubicBezTo>
                    <a:pt x="386052" y="622614"/>
                    <a:pt x="375616" y="636972"/>
                    <a:pt x="367952" y="653702"/>
                  </a:cubicBezTo>
                  <a:cubicBezTo>
                    <a:pt x="357829" y="657538"/>
                    <a:pt x="347386" y="658845"/>
                    <a:pt x="336637" y="657616"/>
                  </a:cubicBezTo>
                  <a:cubicBezTo>
                    <a:pt x="336637" y="647181"/>
                    <a:pt x="336637" y="636737"/>
                    <a:pt x="336637" y="626301"/>
                  </a:cubicBezTo>
                  <a:cubicBezTo>
                    <a:pt x="308289" y="619467"/>
                    <a:pt x="279581" y="614253"/>
                    <a:pt x="250521" y="610644"/>
                  </a:cubicBezTo>
                  <a:cubicBezTo>
                    <a:pt x="250364" y="597781"/>
                    <a:pt x="255586" y="587345"/>
                    <a:pt x="266178" y="579329"/>
                  </a:cubicBezTo>
                  <a:cubicBezTo>
                    <a:pt x="245933" y="571657"/>
                    <a:pt x="225054" y="569050"/>
                    <a:pt x="203548" y="571500"/>
                  </a:cubicBezTo>
                  <a:cubicBezTo>
                    <a:pt x="203595" y="595362"/>
                    <a:pt x="195766" y="599276"/>
                    <a:pt x="180062" y="583243"/>
                  </a:cubicBezTo>
                  <a:cubicBezTo>
                    <a:pt x="197285" y="567225"/>
                    <a:pt x="218164" y="559397"/>
                    <a:pt x="242692" y="559757"/>
                  </a:cubicBezTo>
                  <a:cubicBezTo>
                    <a:pt x="252172" y="552766"/>
                    <a:pt x="252172" y="546244"/>
                    <a:pt x="242692" y="540185"/>
                  </a:cubicBezTo>
                  <a:cubicBezTo>
                    <a:pt x="235247" y="546651"/>
                    <a:pt x="227418" y="547951"/>
                    <a:pt x="219205" y="544099"/>
                  </a:cubicBezTo>
                  <a:cubicBezTo>
                    <a:pt x="204378" y="535652"/>
                    <a:pt x="201771" y="525208"/>
                    <a:pt x="211377" y="512784"/>
                  </a:cubicBezTo>
                  <a:cubicBezTo>
                    <a:pt x="198326" y="510177"/>
                    <a:pt x="185283" y="507563"/>
                    <a:pt x="172233" y="504955"/>
                  </a:cubicBezTo>
                  <a:cubicBezTo>
                    <a:pt x="174840" y="502348"/>
                    <a:pt x="177455" y="499734"/>
                    <a:pt x="180062" y="497127"/>
                  </a:cubicBezTo>
                  <a:cubicBezTo>
                    <a:pt x="153968" y="494520"/>
                    <a:pt x="127867" y="491905"/>
                    <a:pt x="101774" y="489298"/>
                  </a:cubicBezTo>
                  <a:cubicBezTo>
                    <a:pt x="124196" y="473554"/>
                    <a:pt x="126810" y="456590"/>
                    <a:pt x="109603" y="438411"/>
                  </a:cubicBezTo>
                  <a:cubicBezTo>
                    <a:pt x="67836" y="437166"/>
                    <a:pt x="31299" y="420201"/>
                    <a:pt x="0" y="387524"/>
                  </a:cubicBezTo>
                  <a:cubicBezTo>
                    <a:pt x="5222" y="386217"/>
                    <a:pt x="10436" y="384917"/>
                    <a:pt x="15658" y="383610"/>
                  </a:cubicBezTo>
                  <a:cubicBezTo>
                    <a:pt x="36310" y="403730"/>
                    <a:pt x="61103" y="416780"/>
                    <a:pt x="90031" y="422753"/>
                  </a:cubicBezTo>
                  <a:cubicBezTo>
                    <a:pt x="104217" y="422808"/>
                    <a:pt x="115960" y="417587"/>
                    <a:pt x="125260" y="407096"/>
                  </a:cubicBezTo>
                  <a:cubicBezTo>
                    <a:pt x="136228" y="421007"/>
                    <a:pt x="147972" y="434058"/>
                    <a:pt x="160490" y="446240"/>
                  </a:cubicBezTo>
                  <a:cubicBezTo>
                    <a:pt x="163770" y="437064"/>
                    <a:pt x="168984" y="429236"/>
                    <a:pt x="176147" y="422753"/>
                  </a:cubicBezTo>
                  <a:cubicBezTo>
                    <a:pt x="200221" y="416295"/>
                    <a:pt x="226314" y="416295"/>
                    <a:pt x="254435" y="422753"/>
                  </a:cubicBezTo>
                  <a:cubicBezTo>
                    <a:pt x="258404" y="434465"/>
                    <a:pt x="254490" y="443602"/>
                    <a:pt x="242692" y="450154"/>
                  </a:cubicBezTo>
                  <a:cubicBezTo>
                    <a:pt x="252094" y="457224"/>
                    <a:pt x="258623" y="466352"/>
                    <a:pt x="262264" y="477555"/>
                  </a:cubicBezTo>
                  <a:cubicBezTo>
                    <a:pt x="264871" y="474948"/>
                    <a:pt x="267485" y="472333"/>
                    <a:pt x="270092" y="469726"/>
                  </a:cubicBezTo>
                  <a:cubicBezTo>
                    <a:pt x="281405" y="515634"/>
                    <a:pt x="311413" y="533899"/>
                    <a:pt x="360123" y="524527"/>
                  </a:cubicBezTo>
                  <a:cubicBezTo>
                    <a:pt x="360123" y="514092"/>
                    <a:pt x="360123" y="503648"/>
                    <a:pt x="360123" y="493212"/>
                  </a:cubicBezTo>
                  <a:cubicBezTo>
                    <a:pt x="352295" y="493212"/>
                    <a:pt x="344466" y="493212"/>
                    <a:pt x="336637" y="493212"/>
                  </a:cubicBezTo>
                  <a:cubicBezTo>
                    <a:pt x="336637" y="482777"/>
                    <a:pt x="336637" y="472333"/>
                    <a:pt x="336637" y="461897"/>
                  </a:cubicBezTo>
                  <a:cubicBezTo>
                    <a:pt x="313550" y="457881"/>
                    <a:pt x="291371" y="457881"/>
                    <a:pt x="270092" y="461897"/>
                  </a:cubicBezTo>
                  <a:cubicBezTo>
                    <a:pt x="264871" y="454069"/>
                    <a:pt x="264871" y="446240"/>
                    <a:pt x="270092" y="438411"/>
                  </a:cubicBezTo>
                  <a:cubicBezTo>
                    <a:pt x="272700" y="441018"/>
                    <a:pt x="275314" y="443633"/>
                    <a:pt x="277921" y="446240"/>
                  </a:cubicBezTo>
                  <a:cubicBezTo>
                    <a:pt x="294769" y="432328"/>
                    <a:pt x="293461" y="420585"/>
                    <a:pt x="274007" y="411010"/>
                  </a:cubicBezTo>
                  <a:cubicBezTo>
                    <a:pt x="287778" y="403338"/>
                    <a:pt x="300828" y="398117"/>
                    <a:pt x="313151" y="395353"/>
                  </a:cubicBezTo>
                  <a:cubicBezTo>
                    <a:pt x="291684" y="386976"/>
                    <a:pt x="272112" y="375233"/>
                    <a:pt x="254435" y="360123"/>
                  </a:cubicBezTo>
                  <a:cubicBezTo>
                    <a:pt x="250043" y="364210"/>
                    <a:pt x="244821" y="366817"/>
                    <a:pt x="238777" y="367952"/>
                  </a:cubicBezTo>
                  <a:cubicBezTo>
                    <a:pt x="226878" y="358581"/>
                    <a:pt x="217741" y="346838"/>
                    <a:pt x="211377" y="332723"/>
                  </a:cubicBezTo>
                  <a:cubicBezTo>
                    <a:pt x="195931" y="328847"/>
                    <a:pt x="180273" y="327540"/>
                    <a:pt x="164404" y="328808"/>
                  </a:cubicBezTo>
                  <a:cubicBezTo>
                    <a:pt x="163723" y="304555"/>
                    <a:pt x="167637" y="301940"/>
                    <a:pt x="176147" y="320979"/>
                  </a:cubicBezTo>
                  <a:cubicBezTo>
                    <a:pt x="189033" y="304782"/>
                    <a:pt x="205998" y="294346"/>
                    <a:pt x="227034" y="289664"/>
                  </a:cubicBezTo>
                  <a:cubicBezTo>
                    <a:pt x="198592" y="282525"/>
                    <a:pt x="169884" y="277303"/>
                    <a:pt x="140918" y="274007"/>
                  </a:cubicBezTo>
                  <a:cubicBezTo>
                    <a:pt x="140918" y="263571"/>
                    <a:pt x="140918" y="253128"/>
                    <a:pt x="140918" y="242692"/>
                  </a:cubicBezTo>
                  <a:cubicBezTo>
                    <a:pt x="166479" y="240406"/>
                    <a:pt x="189965" y="245628"/>
                    <a:pt x="211377" y="258349"/>
                  </a:cubicBezTo>
                  <a:cubicBezTo>
                    <a:pt x="222721" y="252243"/>
                    <a:pt x="234464" y="247029"/>
                    <a:pt x="246606" y="242692"/>
                  </a:cubicBezTo>
                  <a:cubicBezTo>
                    <a:pt x="261019" y="247585"/>
                    <a:pt x="275369" y="248892"/>
                    <a:pt x="289664" y="246606"/>
                  </a:cubicBezTo>
                  <a:cubicBezTo>
                    <a:pt x="274383" y="234831"/>
                    <a:pt x="265254" y="220474"/>
                    <a:pt x="262264" y="203548"/>
                  </a:cubicBezTo>
                  <a:cubicBezTo>
                    <a:pt x="284278" y="212653"/>
                    <a:pt x="309072" y="220482"/>
                    <a:pt x="336637" y="227034"/>
                  </a:cubicBezTo>
                  <a:cubicBezTo>
                    <a:pt x="337866" y="216285"/>
                    <a:pt x="336559" y="205842"/>
                    <a:pt x="332723" y="195719"/>
                  </a:cubicBezTo>
                  <a:cubicBezTo>
                    <a:pt x="327501" y="206155"/>
                    <a:pt x="322287" y="206155"/>
                    <a:pt x="317065" y="195719"/>
                  </a:cubicBezTo>
                  <a:cubicBezTo>
                    <a:pt x="317668" y="186027"/>
                    <a:pt x="316368" y="178199"/>
                    <a:pt x="313151" y="172233"/>
                  </a:cubicBezTo>
                  <a:cubicBezTo>
                    <a:pt x="280912" y="185276"/>
                    <a:pt x="250896" y="182661"/>
                    <a:pt x="223120" y="164404"/>
                  </a:cubicBezTo>
                  <a:cubicBezTo>
                    <a:pt x="214430" y="176437"/>
                    <a:pt x="202687" y="181651"/>
                    <a:pt x="187890" y="180062"/>
                  </a:cubicBezTo>
                  <a:cubicBezTo>
                    <a:pt x="189566" y="167191"/>
                    <a:pt x="186951" y="155448"/>
                    <a:pt x="180062" y="144832"/>
                  </a:cubicBezTo>
                  <a:cubicBezTo>
                    <a:pt x="183976" y="140918"/>
                    <a:pt x="187890" y="137003"/>
                    <a:pt x="191805" y="133089"/>
                  </a:cubicBezTo>
                  <a:cubicBezTo>
                    <a:pt x="214070" y="144762"/>
                    <a:pt x="237556" y="155197"/>
                    <a:pt x="262264" y="164404"/>
                  </a:cubicBezTo>
                  <a:cubicBezTo>
                    <a:pt x="275205" y="161899"/>
                    <a:pt x="283034" y="154070"/>
                    <a:pt x="285750" y="140918"/>
                  </a:cubicBezTo>
                  <a:cubicBezTo>
                    <a:pt x="298347" y="169634"/>
                    <a:pt x="308790" y="169634"/>
                    <a:pt x="317065" y="140918"/>
                  </a:cubicBezTo>
                  <a:cubicBezTo>
                    <a:pt x="311945" y="150281"/>
                    <a:pt x="308031" y="150281"/>
                    <a:pt x="305322" y="140918"/>
                  </a:cubicBezTo>
                  <a:cubicBezTo>
                    <a:pt x="317425" y="131648"/>
                    <a:pt x="330476" y="123820"/>
                    <a:pt x="344466" y="117432"/>
                  </a:cubicBezTo>
                  <a:cubicBezTo>
                    <a:pt x="328808" y="110910"/>
                    <a:pt x="313151" y="104381"/>
                    <a:pt x="297493" y="97860"/>
                  </a:cubicBezTo>
                  <a:cubicBezTo>
                    <a:pt x="290048" y="92238"/>
                    <a:pt x="288748" y="85717"/>
                    <a:pt x="293579" y="78288"/>
                  </a:cubicBezTo>
                  <a:cubicBezTo>
                    <a:pt x="302926" y="94141"/>
                    <a:pt x="314669" y="96756"/>
                    <a:pt x="328808" y="86116"/>
                  </a:cubicBezTo>
                  <a:cubicBezTo>
                    <a:pt x="336825" y="96709"/>
                    <a:pt x="347261" y="101931"/>
                    <a:pt x="360123" y="101774"/>
                  </a:cubicBezTo>
                  <a:cubicBezTo>
                    <a:pt x="358792" y="112124"/>
                    <a:pt x="361399" y="121260"/>
                    <a:pt x="367952" y="129175"/>
                  </a:cubicBezTo>
                  <a:cubicBezTo>
                    <a:pt x="395909" y="133246"/>
                    <a:pt x="423309" y="139767"/>
                    <a:pt x="450154" y="148747"/>
                  </a:cubicBezTo>
                  <a:cubicBezTo>
                    <a:pt x="483458" y="140354"/>
                    <a:pt x="512158" y="124696"/>
                    <a:pt x="536271" y="101774"/>
                  </a:cubicBezTo>
                  <a:cubicBezTo>
                    <a:pt x="540185" y="104381"/>
                    <a:pt x="544099" y="106996"/>
                    <a:pt x="548014" y="109603"/>
                  </a:cubicBezTo>
                  <a:cubicBezTo>
                    <a:pt x="525764" y="113549"/>
                    <a:pt x="515329" y="126599"/>
                    <a:pt x="516699" y="148747"/>
                  </a:cubicBezTo>
                  <a:cubicBezTo>
                    <a:pt x="538525" y="145435"/>
                    <a:pt x="554183" y="153264"/>
                    <a:pt x="563671" y="172233"/>
                  </a:cubicBezTo>
                  <a:cubicBezTo>
                    <a:pt x="548828" y="179796"/>
                    <a:pt x="533170" y="182403"/>
                    <a:pt x="516699" y="180062"/>
                  </a:cubicBezTo>
                  <a:cubicBezTo>
                    <a:pt x="516699" y="190497"/>
                    <a:pt x="516699" y="200941"/>
                    <a:pt x="516699" y="211377"/>
                  </a:cubicBezTo>
                  <a:cubicBezTo>
                    <a:pt x="548429" y="217170"/>
                    <a:pt x="578444" y="222392"/>
                    <a:pt x="606729" y="227034"/>
                  </a:cubicBezTo>
                  <a:cubicBezTo>
                    <a:pt x="612593" y="235920"/>
                    <a:pt x="611294" y="243749"/>
                    <a:pt x="602815" y="250521"/>
                  </a:cubicBezTo>
                  <a:cubicBezTo>
                    <a:pt x="598227" y="248884"/>
                    <a:pt x="594313" y="246269"/>
                    <a:pt x="591072" y="242692"/>
                  </a:cubicBezTo>
                  <a:cubicBezTo>
                    <a:pt x="568134" y="268214"/>
                    <a:pt x="572048" y="290393"/>
                    <a:pt x="602815" y="309236"/>
                  </a:cubicBezTo>
                  <a:cubicBezTo>
                    <a:pt x="594016" y="311186"/>
                    <a:pt x="586187" y="315100"/>
                    <a:pt x="579329" y="320979"/>
                  </a:cubicBezTo>
                  <a:cubicBezTo>
                    <a:pt x="593334" y="332981"/>
                    <a:pt x="608992" y="340810"/>
                    <a:pt x="626301" y="344466"/>
                  </a:cubicBezTo>
                  <a:cubicBezTo>
                    <a:pt x="628470" y="307412"/>
                    <a:pt x="625855" y="270875"/>
                    <a:pt x="618473" y="234863"/>
                  </a:cubicBezTo>
                  <a:cubicBezTo>
                    <a:pt x="625331" y="228984"/>
                    <a:pt x="633159" y="225069"/>
                    <a:pt x="641959" y="223120"/>
                  </a:cubicBezTo>
                  <a:cubicBezTo>
                    <a:pt x="630427" y="217561"/>
                    <a:pt x="625205" y="208433"/>
                    <a:pt x="626301" y="195719"/>
                  </a:cubicBezTo>
                  <a:cubicBezTo>
                    <a:pt x="618066" y="196886"/>
                    <a:pt x="610237" y="195586"/>
                    <a:pt x="602815" y="191805"/>
                  </a:cubicBezTo>
                  <a:cubicBezTo>
                    <a:pt x="610260" y="186184"/>
                    <a:pt x="611560" y="179662"/>
                    <a:pt x="606729" y="172233"/>
                  </a:cubicBezTo>
                  <a:cubicBezTo>
                    <a:pt x="596576" y="182285"/>
                    <a:pt x="587439" y="180978"/>
                    <a:pt x="579329" y="168319"/>
                  </a:cubicBezTo>
                  <a:cubicBezTo>
                    <a:pt x="604350" y="163269"/>
                    <a:pt x="627836" y="154133"/>
                    <a:pt x="649788" y="140918"/>
                  </a:cubicBezTo>
                  <a:cubicBezTo>
                    <a:pt x="622802" y="122732"/>
                    <a:pt x="596701" y="125346"/>
                    <a:pt x="571500" y="148747"/>
                  </a:cubicBezTo>
                  <a:cubicBezTo>
                    <a:pt x="549188" y="124932"/>
                    <a:pt x="554402" y="107967"/>
                    <a:pt x="587158" y="97860"/>
                  </a:cubicBezTo>
                  <a:cubicBezTo>
                    <a:pt x="576722" y="84809"/>
                    <a:pt x="576722" y="71766"/>
                    <a:pt x="587158" y="58716"/>
                  </a:cubicBezTo>
                  <a:cubicBezTo>
                    <a:pt x="573575" y="53619"/>
                    <a:pt x="560524" y="54919"/>
                    <a:pt x="548014" y="62630"/>
                  </a:cubicBezTo>
                  <a:cubicBezTo>
                    <a:pt x="539527" y="53510"/>
                    <a:pt x="533006" y="43074"/>
                    <a:pt x="528442" y="31315"/>
                  </a:cubicBezTo>
                  <a:cubicBezTo>
                    <a:pt x="503946" y="36247"/>
                    <a:pt x="479152" y="41461"/>
                    <a:pt x="454068" y="46973"/>
                  </a:cubicBezTo>
                  <a:cubicBezTo>
                    <a:pt x="450154" y="54801"/>
                    <a:pt x="446240" y="62630"/>
                    <a:pt x="442325" y="70459"/>
                  </a:cubicBezTo>
                  <a:cubicBezTo>
                    <a:pt x="438411" y="61323"/>
                    <a:pt x="431890" y="54801"/>
                    <a:pt x="422753" y="50887"/>
                  </a:cubicBezTo>
                  <a:cubicBezTo>
                    <a:pt x="431686" y="45086"/>
                    <a:pt x="431686" y="38557"/>
                    <a:pt x="422753" y="31315"/>
                  </a:cubicBezTo>
                  <a:cubicBezTo>
                    <a:pt x="433440" y="23831"/>
                    <a:pt x="445183" y="18617"/>
                    <a:pt x="457983" y="15658"/>
                  </a:cubicBezTo>
                  <a:cubicBezTo>
                    <a:pt x="504564" y="23510"/>
                    <a:pt x="552836" y="31338"/>
                    <a:pt x="602815" y="39144"/>
                  </a:cubicBezTo>
                  <a:cubicBezTo>
                    <a:pt x="600646" y="62223"/>
                    <a:pt x="603253" y="84402"/>
                    <a:pt x="610644" y="105688"/>
                  </a:cubicBezTo>
                  <a:cubicBezTo>
                    <a:pt x="623178" y="107826"/>
                    <a:pt x="634921" y="111740"/>
                    <a:pt x="645873" y="117432"/>
                  </a:cubicBezTo>
                  <a:cubicBezTo>
                    <a:pt x="650704" y="110002"/>
                    <a:pt x="649404" y="103481"/>
                    <a:pt x="641959" y="97860"/>
                  </a:cubicBezTo>
                  <a:cubicBezTo>
                    <a:pt x="646719" y="91049"/>
                    <a:pt x="653240" y="87134"/>
                    <a:pt x="661531" y="86116"/>
                  </a:cubicBezTo>
                  <a:cubicBezTo>
                    <a:pt x="675012" y="86986"/>
                    <a:pt x="676312" y="90900"/>
                    <a:pt x="665445" y="97860"/>
                  </a:cubicBezTo>
                  <a:cubicBezTo>
                    <a:pt x="680257" y="105477"/>
                    <a:pt x="695915" y="110699"/>
                    <a:pt x="712418" y="113517"/>
                  </a:cubicBezTo>
                  <a:cubicBezTo>
                    <a:pt x="702937" y="120508"/>
                    <a:pt x="702937" y="127030"/>
                    <a:pt x="712418" y="133089"/>
                  </a:cubicBezTo>
                  <a:cubicBezTo>
                    <a:pt x="719354" y="126630"/>
                    <a:pt x="721961" y="118801"/>
                    <a:pt x="720247" y="109603"/>
                  </a:cubicBezTo>
                  <a:cubicBezTo>
                    <a:pt x="730682" y="109603"/>
                    <a:pt x="741126" y="109603"/>
                    <a:pt x="751562" y="109603"/>
                  </a:cubicBezTo>
                  <a:cubicBezTo>
                    <a:pt x="751562" y="117432"/>
                    <a:pt x="751562" y="125260"/>
                    <a:pt x="751562" y="133089"/>
                  </a:cubicBezTo>
                  <a:cubicBezTo>
                    <a:pt x="774516" y="131398"/>
                    <a:pt x="795387" y="136620"/>
                    <a:pt x="814192" y="148747"/>
                  </a:cubicBezTo>
                  <a:cubicBezTo>
                    <a:pt x="832801" y="144089"/>
                    <a:pt x="851065" y="141482"/>
                    <a:pt x="868993" y="140918"/>
                  </a:cubicBezTo>
                  <a:cubicBezTo>
                    <a:pt x="858487" y="130146"/>
                    <a:pt x="848051" y="119710"/>
                    <a:pt x="837678" y="109603"/>
                  </a:cubicBezTo>
                  <a:cubicBezTo>
                    <a:pt x="811460" y="114754"/>
                    <a:pt x="786674" y="114754"/>
                    <a:pt x="763305" y="109603"/>
                  </a:cubicBezTo>
                  <a:cubicBezTo>
                    <a:pt x="759821" y="93209"/>
                    <a:pt x="766342" y="81466"/>
                    <a:pt x="782877" y="74373"/>
                  </a:cubicBezTo>
                  <a:cubicBezTo>
                    <a:pt x="744845" y="78350"/>
                    <a:pt x="708316" y="78350"/>
                    <a:pt x="673274" y="74373"/>
                  </a:cubicBezTo>
                  <a:cubicBezTo>
                    <a:pt x="668052" y="69152"/>
                    <a:pt x="662838" y="63937"/>
                    <a:pt x="657616" y="58716"/>
                  </a:cubicBezTo>
                  <a:cubicBezTo>
                    <a:pt x="684821" y="55216"/>
                    <a:pt x="710922" y="48695"/>
                    <a:pt x="735904" y="39144"/>
                  </a:cubicBezTo>
                  <a:cubicBezTo>
                    <a:pt x="735904" y="31315"/>
                    <a:pt x="735904" y="23486"/>
                    <a:pt x="735904" y="15658"/>
                  </a:cubicBezTo>
                  <a:cubicBezTo>
                    <a:pt x="767141" y="23713"/>
                    <a:pt x="798456" y="25021"/>
                    <a:pt x="829849" y="19572"/>
                  </a:cubicBezTo>
                  <a:cubicBezTo>
                    <a:pt x="875914" y="40725"/>
                    <a:pt x="922886" y="60297"/>
                    <a:pt x="970767" y="78288"/>
                  </a:cubicBezTo>
                  <a:cubicBezTo>
                    <a:pt x="954460" y="94759"/>
                    <a:pt x="936188" y="97374"/>
                    <a:pt x="915966" y="86116"/>
                  </a:cubicBezTo>
                  <a:cubicBezTo>
                    <a:pt x="897365" y="102768"/>
                    <a:pt x="889536" y="123640"/>
                    <a:pt x="892479" y="148747"/>
                  </a:cubicBezTo>
                  <a:cubicBezTo>
                    <a:pt x="984992" y="158149"/>
                    <a:pt x="1076330" y="173806"/>
                    <a:pt x="1166486" y="195719"/>
                  </a:cubicBezTo>
                  <a:cubicBezTo>
                    <a:pt x="1165320" y="203955"/>
                    <a:pt x="1166619" y="211784"/>
                    <a:pt x="1170401" y="219205"/>
                  </a:cubicBezTo>
                  <a:cubicBezTo>
                    <a:pt x="1174636" y="197997"/>
                    <a:pt x="1186379" y="182340"/>
                    <a:pt x="1205630" y="172233"/>
                  </a:cubicBezTo>
                  <a:cubicBezTo>
                    <a:pt x="1188516" y="166588"/>
                    <a:pt x="1171552" y="161374"/>
                    <a:pt x="1154743" y="156575"/>
                  </a:cubicBezTo>
                  <a:cubicBezTo>
                    <a:pt x="1155346" y="166267"/>
                    <a:pt x="1154047" y="174096"/>
                    <a:pt x="1150829" y="180062"/>
                  </a:cubicBezTo>
                  <a:cubicBezTo>
                    <a:pt x="1128924" y="168686"/>
                    <a:pt x="1105438" y="160858"/>
                    <a:pt x="1080370" y="156575"/>
                  </a:cubicBezTo>
                  <a:cubicBezTo>
                    <a:pt x="1117056" y="146562"/>
                    <a:pt x="1153592" y="146562"/>
                    <a:pt x="1189973" y="156575"/>
                  </a:cubicBezTo>
                  <a:cubicBezTo>
                    <a:pt x="1210139" y="145748"/>
                    <a:pt x="1207525" y="139219"/>
                    <a:pt x="1182144" y="137003"/>
                  </a:cubicBezTo>
                  <a:cubicBezTo>
                    <a:pt x="1201661" y="126630"/>
                    <a:pt x="1210797" y="109673"/>
                    <a:pt x="1209545" y="86116"/>
                  </a:cubicBezTo>
                  <a:cubicBezTo>
                    <a:pt x="1232726" y="70083"/>
                    <a:pt x="1239247" y="49212"/>
                    <a:pt x="1229116" y="23486"/>
                  </a:cubicBezTo>
                  <a:cubicBezTo>
                    <a:pt x="1249526" y="17082"/>
                    <a:pt x="1270405" y="13168"/>
                    <a:pt x="1291747" y="11743"/>
                  </a:cubicBezTo>
                  <a:cubicBezTo>
                    <a:pt x="1261559" y="10357"/>
                    <a:pt x="1232851" y="6443"/>
                    <a:pt x="1205630" y="0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CC09A913-0D9F-45D0-B982-D9D67119B0DC}"/>
                </a:ext>
              </a:extLst>
            </p:cNvPr>
            <p:cNvSpPr/>
            <p:nvPr/>
          </p:nvSpPr>
          <p:spPr>
            <a:xfrm>
              <a:off x="2973585" y="4794991"/>
              <a:ext cx="1025568" cy="798662"/>
            </a:xfrm>
            <a:custGeom>
              <a:avLst/>
              <a:gdLst>
                <a:gd name="connsiteX0" fmla="*/ 806363 w 1025568"/>
                <a:gd name="connsiteY0" fmla="*/ 297621 h 798662"/>
                <a:gd name="connsiteX1" fmla="*/ 825935 w 1025568"/>
                <a:gd name="connsiteY1" fmla="*/ 321107 h 798662"/>
                <a:gd name="connsiteX2" fmla="*/ 868993 w 1025568"/>
                <a:gd name="connsiteY2" fmla="*/ 309364 h 798662"/>
                <a:gd name="connsiteX3" fmla="*/ 853336 w 1025568"/>
                <a:gd name="connsiteY3" fmla="*/ 301535 h 798662"/>
                <a:gd name="connsiteX4" fmla="*/ 919880 w 1025568"/>
                <a:gd name="connsiteY4" fmla="*/ 281964 h 798662"/>
                <a:gd name="connsiteX5" fmla="*/ 931623 w 1025568"/>
                <a:gd name="connsiteY5" fmla="*/ 266306 h 798662"/>
                <a:gd name="connsiteX6" fmla="*/ 994253 w 1025568"/>
                <a:gd name="connsiteY6" fmla="*/ 285878 h 798662"/>
                <a:gd name="connsiteX7" fmla="*/ 982510 w 1025568"/>
                <a:gd name="connsiteY7" fmla="*/ 289792 h 798662"/>
                <a:gd name="connsiteX8" fmla="*/ 939452 w 1025568"/>
                <a:gd name="connsiteY8" fmla="*/ 289792 h 798662"/>
                <a:gd name="connsiteX9" fmla="*/ 947281 w 1025568"/>
                <a:gd name="connsiteY9" fmla="*/ 305450 h 798662"/>
                <a:gd name="connsiteX10" fmla="*/ 915966 w 1025568"/>
                <a:gd name="connsiteY10" fmla="*/ 321107 h 798662"/>
                <a:gd name="connsiteX11" fmla="*/ 994253 w 1025568"/>
                <a:gd name="connsiteY11" fmla="*/ 332851 h 798662"/>
                <a:gd name="connsiteX12" fmla="*/ 1025568 w 1025568"/>
                <a:gd name="connsiteY12" fmla="*/ 360251 h 798662"/>
                <a:gd name="connsiteX13" fmla="*/ 947281 w 1025568"/>
                <a:gd name="connsiteY13" fmla="*/ 360251 h 798662"/>
                <a:gd name="connsiteX14" fmla="*/ 853336 w 1025568"/>
                <a:gd name="connsiteY14" fmla="*/ 395481 h 798662"/>
                <a:gd name="connsiteX15" fmla="*/ 802449 w 1025568"/>
                <a:gd name="connsiteY15" fmla="*/ 446368 h 798662"/>
                <a:gd name="connsiteX16" fmla="*/ 771134 w 1025568"/>
                <a:gd name="connsiteY16" fmla="*/ 422881 h 798662"/>
                <a:gd name="connsiteX17" fmla="*/ 767219 w 1025568"/>
                <a:gd name="connsiteY17" fmla="*/ 454196 h 798662"/>
                <a:gd name="connsiteX18" fmla="*/ 790705 w 1025568"/>
                <a:gd name="connsiteY18" fmla="*/ 465940 h 798662"/>
                <a:gd name="connsiteX19" fmla="*/ 767219 w 1025568"/>
                <a:gd name="connsiteY19" fmla="*/ 477683 h 798662"/>
                <a:gd name="connsiteX20" fmla="*/ 778962 w 1025568"/>
                <a:gd name="connsiteY20" fmla="*/ 532484 h 798662"/>
                <a:gd name="connsiteX21" fmla="*/ 743733 w 1025568"/>
                <a:gd name="connsiteY21" fmla="*/ 524655 h 798662"/>
                <a:gd name="connsiteX22" fmla="*/ 735904 w 1025568"/>
                <a:gd name="connsiteY22" fmla="*/ 798662 h 798662"/>
                <a:gd name="connsiteX23" fmla="*/ 720247 w 1025568"/>
                <a:gd name="connsiteY23" fmla="*/ 786919 h 798662"/>
                <a:gd name="connsiteX24" fmla="*/ 724161 w 1025568"/>
                <a:gd name="connsiteY24" fmla="*/ 736032 h 798662"/>
                <a:gd name="connsiteX25" fmla="*/ 712418 w 1025568"/>
                <a:gd name="connsiteY25" fmla="*/ 751690 h 798662"/>
                <a:gd name="connsiteX26" fmla="*/ 661531 w 1025568"/>
                <a:gd name="connsiteY26" fmla="*/ 743861 h 798662"/>
                <a:gd name="connsiteX27" fmla="*/ 583243 w 1025568"/>
                <a:gd name="connsiteY27" fmla="*/ 751690 h 798662"/>
                <a:gd name="connsiteX28" fmla="*/ 563671 w 1025568"/>
                <a:gd name="connsiteY28" fmla="*/ 747775 h 798662"/>
                <a:gd name="connsiteX29" fmla="*/ 540185 w 1025568"/>
                <a:gd name="connsiteY29" fmla="*/ 771261 h 798662"/>
                <a:gd name="connsiteX30" fmla="*/ 508870 w 1025568"/>
                <a:gd name="connsiteY30" fmla="*/ 739946 h 798662"/>
                <a:gd name="connsiteX31" fmla="*/ 520613 w 1025568"/>
                <a:gd name="connsiteY31" fmla="*/ 657744 h 798662"/>
                <a:gd name="connsiteX32" fmla="*/ 497127 w 1025568"/>
                <a:gd name="connsiteY32" fmla="*/ 665573 h 798662"/>
                <a:gd name="connsiteX33" fmla="*/ 454068 w 1025568"/>
                <a:gd name="connsiteY33" fmla="*/ 646001 h 798662"/>
                <a:gd name="connsiteX34" fmla="*/ 461897 w 1025568"/>
                <a:gd name="connsiteY34" fmla="*/ 610772 h 798662"/>
                <a:gd name="connsiteX35" fmla="*/ 414925 w 1025568"/>
                <a:gd name="connsiteY35" fmla="*/ 587285 h 798662"/>
                <a:gd name="connsiteX36" fmla="*/ 367952 w 1025568"/>
                <a:gd name="connsiteY36" fmla="*/ 548142 h 798662"/>
                <a:gd name="connsiteX37" fmla="*/ 375781 w 1025568"/>
                <a:gd name="connsiteY37" fmla="*/ 520741 h 798662"/>
                <a:gd name="connsiteX38" fmla="*/ 320979 w 1025568"/>
                <a:gd name="connsiteY38" fmla="*/ 516827 h 798662"/>
                <a:gd name="connsiteX39" fmla="*/ 317065 w 1025568"/>
                <a:gd name="connsiteY39" fmla="*/ 477683 h 798662"/>
                <a:gd name="connsiteX40" fmla="*/ 250521 w 1025568"/>
                <a:gd name="connsiteY40" fmla="*/ 426796 h 798662"/>
                <a:gd name="connsiteX41" fmla="*/ 262264 w 1025568"/>
                <a:gd name="connsiteY41" fmla="*/ 407224 h 798662"/>
                <a:gd name="connsiteX42" fmla="*/ 211377 w 1025568"/>
                <a:gd name="connsiteY42" fmla="*/ 387652 h 798662"/>
                <a:gd name="connsiteX43" fmla="*/ 219205 w 1025568"/>
                <a:gd name="connsiteY43" fmla="*/ 379823 h 798662"/>
                <a:gd name="connsiteX44" fmla="*/ 195719 w 1025568"/>
                <a:gd name="connsiteY44" fmla="*/ 336765 h 798662"/>
                <a:gd name="connsiteX45" fmla="*/ 203548 w 1025568"/>
                <a:gd name="connsiteY45" fmla="*/ 270220 h 798662"/>
                <a:gd name="connsiteX46" fmla="*/ 125260 w 1025568"/>
                <a:gd name="connsiteY46" fmla="*/ 246734 h 798662"/>
                <a:gd name="connsiteX47" fmla="*/ 148747 w 1025568"/>
                <a:gd name="connsiteY47" fmla="*/ 195847 h 798662"/>
                <a:gd name="connsiteX48" fmla="*/ 78288 w 1025568"/>
                <a:gd name="connsiteY48" fmla="*/ 199761 h 798662"/>
                <a:gd name="connsiteX49" fmla="*/ 70459 w 1025568"/>
                <a:gd name="connsiteY49" fmla="*/ 172361 h 798662"/>
                <a:gd name="connsiteX50" fmla="*/ 62630 w 1025568"/>
                <a:gd name="connsiteY50" fmla="*/ 144960 h 798662"/>
                <a:gd name="connsiteX51" fmla="*/ 62630 w 1025568"/>
                <a:gd name="connsiteY51" fmla="*/ 133217 h 798662"/>
                <a:gd name="connsiteX52" fmla="*/ 46973 w 1025568"/>
                <a:gd name="connsiteY52" fmla="*/ 113645 h 798662"/>
                <a:gd name="connsiteX53" fmla="*/ 101774 w 1025568"/>
                <a:gd name="connsiteY53" fmla="*/ 97987 h 798662"/>
                <a:gd name="connsiteX54" fmla="*/ 125260 w 1025568"/>
                <a:gd name="connsiteY54" fmla="*/ 97987 h 798662"/>
                <a:gd name="connsiteX55" fmla="*/ 109603 w 1025568"/>
                <a:gd name="connsiteY55" fmla="*/ 62758 h 798662"/>
                <a:gd name="connsiteX56" fmla="*/ 78288 w 1025568"/>
                <a:gd name="connsiteY56" fmla="*/ 54929 h 798662"/>
                <a:gd name="connsiteX57" fmla="*/ 39144 w 1025568"/>
                <a:gd name="connsiteY57" fmla="*/ 94073 h 798662"/>
                <a:gd name="connsiteX58" fmla="*/ 0 w 1025568"/>
                <a:gd name="connsiteY58" fmla="*/ 35357 h 798662"/>
                <a:gd name="connsiteX59" fmla="*/ 7829 w 1025568"/>
                <a:gd name="connsiteY59" fmla="*/ 11871 h 798662"/>
                <a:gd name="connsiteX60" fmla="*/ 86116 w 1025568"/>
                <a:gd name="connsiteY60" fmla="*/ 19700 h 798662"/>
                <a:gd name="connsiteX61" fmla="*/ 62630 w 1025568"/>
                <a:gd name="connsiteY61" fmla="*/ 35357 h 798662"/>
                <a:gd name="connsiteX62" fmla="*/ 70459 w 1025568"/>
                <a:gd name="connsiteY62" fmla="*/ 39272 h 798662"/>
                <a:gd name="connsiteX63" fmla="*/ 148747 w 1025568"/>
                <a:gd name="connsiteY63" fmla="*/ 15785 h 798662"/>
                <a:gd name="connsiteX64" fmla="*/ 152661 w 1025568"/>
                <a:gd name="connsiteY64" fmla="*/ 70587 h 798662"/>
                <a:gd name="connsiteX65" fmla="*/ 172233 w 1025568"/>
                <a:gd name="connsiteY65" fmla="*/ 86244 h 798662"/>
                <a:gd name="connsiteX66" fmla="*/ 203548 w 1025568"/>
                <a:gd name="connsiteY66" fmla="*/ 70587 h 798662"/>
                <a:gd name="connsiteX67" fmla="*/ 219205 w 1025568"/>
                <a:gd name="connsiteY67" fmla="*/ 101902 h 798662"/>
                <a:gd name="connsiteX68" fmla="*/ 234863 w 1025568"/>
                <a:gd name="connsiteY68" fmla="*/ 117559 h 798662"/>
                <a:gd name="connsiteX69" fmla="*/ 281836 w 1025568"/>
                <a:gd name="connsiteY69" fmla="*/ 141046 h 798662"/>
                <a:gd name="connsiteX70" fmla="*/ 266178 w 1025568"/>
                <a:gd name="connsiteY70" fmla="*/ 121474 h 798662"/>
                <a:gd name="connsiteX71" fmla="*/ 305322 w 1025568"/>
                <a:gd name="connsiteY71" fmla="*/ 117559 h 798662"/>
                <a:gd name="connsiteX72" fmla="*/ 305322 w 1025568"/>
                <a:gd name="connsiteY72" fmla="*/ 86244 h 798662"/>
                <a:gd name="connsiteX73" fmla="*/ 340551 w 1025568"/>
                <a:gd name="connsiteY73" fmla="*/ 70587 h 798662"/>
                <a:gd name="connsiteX74" fmla="*/ 367952 w 1025568"/>
                <a:gd name="connsiteY74" fmla="*/ 78416 h 798662"/>
                <a:gd name="connsiteX75" fmla="*/ 407096 w 1025568"/>
                <a:gd name="connsiteY75" fmla="*/ 47100 h 798662"/>
                <a:gd name="connsiteX76" fmla="*/ 407096 w 1025568"/>
                <a:gd name="connsiteY76" fmla="*/ 58844 h 798662"/>
                <a:gd name="connsiteX77" fmla="*/ 438411 w 1025568"/>
                <a:gd name="connsiteY77" fmla="*/ 101902 h 798662"/>
                <a:gd name="connsiteX78" fmla="*/ 461897 w 1025568"/>
                <a:gd name="connsiteY78" fmla="*/ 101902 h 798662"/>
                <a:gd name="connsiteX79" fmla="*/ 465812 w 1025568"/>
                <a:gd name="connsiteY79" fmla="*/ 62758 h 798662"/>
                <a:gd name="connsiteX80" fmla="*/ 508870 w 1025568"/>
                <a:gd name="connsiteY80" fmla="*/ 78416 h 798662"/>
                <a:gd name="connsiteX81" fmla="*/ 567586 w 1025568"/>
                <a:gd name="connsiteY81" fmla="*/ 62758 h 798662"/>
                <a:gd name="connsiteX82" fmla="*/ 618473 w 1025568"/>
                <a:gd name="connsiteY82" fmla="*/ 78416 h 798662"/>
                <a:gd name="connsiteX83" fmla="*/ 728075 w 1025568"/>
                <a:gd name="connsiteY83" fmla="*/ 66672 h 798662"/>
                <a:gd name="connsiteX84" fmla="*/ 704589 w 1025568"/>
                <a:gd name="connsiteY84" fmla="*/ 94073 h 798662"/>
                <a:gd name="connsiteX85" fmla="*/ 720247 w 1025568"/>
                <a:gd name="connsiteY85" fmla="*/ 141046 h 798662"/>
                <a:gd name="connsiteX86" fmla="*/ 743733 w 1025568"/>
                <a:gd name="connsiteY86" fmla="*/ 148874 h 798662"/>
                <a:gd name="connsiteX87" fmla="*/ 724161 w 1025568"/>
                <a:gd name="connsiteY87" fmla="*/ 164532 h 798662"/>
                <a:gd name="connsiteX88" fmla="*/ 720247 w 1025568"/>
                <a:gd name="connsiteY88" fmla="*/ 231077 h 798662"/>
                <a:gd name="connsiteX89" fmla="*/ 755476 w 1025568"/>
                <a:gd name="connsiteY89" fmla="*/ 258477 h 798662"/>
                <a:gd name="connsiteX90" fmla="*/ 763305 w 1025568"/>
                <a:gd name="connsiteY90" fmla="*/ 242820 h 798662"/>
                <a:gd name="connsiteX91" fmla="*/ 782877 w 1025568"/>
                <a:gd name="connsiteY91" fmla="*/ 285878 h 798662"/>
                <a:gd name="connsiteX92" fmla="*/ 771134 w 1025568"/>
                <a:gd name="connsiteY92" fmla="*/ 289792 h 798662"/>
                <a:gd name="connsiteX93" fmla="*/ 716332 w 1025568"/>
                <a:gd name="connsiteY93" fmla="*/ 242820 h 798662"/>
                <a:gd name="connsiteX94" fmla="*/ 704589 w 1025568"/>
                <a:gd name="connsiteY94" fmla="*/ 262392 h 798662"/>
                <a:gd name="connsiteX95" fmla="*/ 681103 w 1025568"/>
                <a:gd name="connsiteY95" fmla="*/ 266306 h 798662"/>
                <a:gd name="connsiteX96" fmla="*/ 681103 w 1025568"/>
                <a:gd name="connsiteY96" fmla="*/ 297621 h 798662"/>
                <a:gd name="connsiteX97" fmla="*/ 634130 w 1025568"/>
                <a:gd name="connsiteY97" fmla="*/ 297621 h 798662"/>
                <a:gd name="connsiteX98" fmla="*/ 634130 w 1025568"/>
                <a:gd name="connsiteY98" fmla="*/ 266306 h 798662"/>
                <a:gd name="connsiteX99" fmla="*/ 548014 w 1025568"/>
                <a:gd name="connsiteY99" fmla="*/ 297621 h 798662"/>
                <a:gd name="connsiteX100" fmla="*/ 548014 w 1025568"/>
                <a:gd name="connsiteY100" fmla="*/ 328936 h 798662"/>
                <a:gd name="connsiteX101" fmla="*/ 516699 w 1025568"/>
                <a:gd name="connsiteY101" fmla="*/ 332851 h 798662"/>
                <a:gd name="connsiteX102" fmla="*/ 524527 w 1025568"/>
                <a:gd name="connsiteY102" fmla="*/ 360251 h 798662"/>
                <a:gd name="connsiteX103" fmla="*/ 485384 w 1025568"/>
                <a:gd name="connsiteY103" fmla="*/ 368080 h 798662"/>
                <a:gd name="connsiteX104" fmla="*/ 501041 w 1025568"/>
                <a:gd name="connsiteY104" fmla="*/ 422881 h 798662"/>
                <a:gd name="connsiteX105" fmla="*/ 524527 w 1025568"/>
                <a:gd name="connsiteY105" fmla="*/ 415053 h 798662"/>
                <a:gd name="connsiteX106" fmla="*/ 508870 w 1025568"/>
                <a:gd name="connsiteY106" fmla="*/ 379823 h 798662"/>
                <a:gd name="connsiteX107" fmla="*/ 524527 w 1025568"/>
                <a:gd name="connsiteY107" fmla="*/ 399395 h 798662"/>
                <a:gd name="connsiteX108" fmla="*/ 571500 w 1025568"/>
                <a:gd name="connsiteY108" fmla="*/ 399395 h 798662"/>
                <a:gd name="connsiteX109" fmla="*/ 571500 w 1025568"/>
                <a:gd name="connsiteY109" fmla="*/ 360251 h 798662"/>
                <a:gd name="connsiteX110" fmla="*/ 634130 w 1025568"/>
                <a:gd name="connsiteY110" fmla="*/ 360251 h 798662"/>
                <a:gd name="connsiteX111" fmla="*/ 626301 w 1025568"/>
                <a:gd name="connsiteY111" fmla="*/ 403309 h 798662"/>
                <a:gd name="connsiteX112" fmla="*/ 657616 w 1025568"/>
                <a:gd name="connsiteY112" fmla="*/ 415053 h 798662"/>
                <a:gd name="connsiteX113" fmla="*/ 657616 w 1025568"/>
                <a:gd name="connsiteY113" fmla="*/ 438539 h 798662"/>
                <a:gd name="connsiteX114" fmla="*/ 704589 w 1025568"/>
                <a:gd name="connsiteY114" fmla="*/ 454196 h 798662"/>
                <a:gd name="connsiteX115" fmla="*/ 712418 w 1025568"/>
                <a:gd name="connsiteY115" fmla="*/ 399395 h 798662"/>
                <a:gd name="connsiteX116" fmla="*/ 681103 w 1025568"/>
                <a:gd name="connsiteY116" fmla="*/ 399395 h 798662"/>
                <a:gd name="connsiteX117" fmla="*/ 681103 w 1025568"/>
                <a:gd name="connsiteY117" fmla="*/ 375909 h 798662"/>
                <a:gd name="connsiteX118" fmla="*/ 641959 w 1025568"/>
                <a:gd name="connsiteY118" fmla="*/ 368080 h 798662"/>
                <a:gd name="connsiteX119" fmla="*/ 720247 w 1025568"/>
                <a:gd name="connsiteY119" fmla="*/ 352422 h 798662"/>
                <a:gd name="connsiteX120" fmla="*/ 747647 w 1025568"/>
                <a:gd name="connsiteY120" fmla="*/ 368080 h 798662"/>
                <a:gd name="connsiteX121" fmla="*/ 775048 w 1025568"/>
                <a:gd name="connsiteY121" fmla="*/ 325022 h 798662"/>
                <a:gd name="connsiteX122" fmla="*/ 767219 w 1025568"/>
                <a:gd name="connsiteY122" fmla="*/ 297621 h 798662"/>
                <a:gd name="connsiteX123" fmla="*/ 806363 w 1025568"/>
                <a:gd name="connsiteY123" fmla="*/ 297621 h 798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025568" h="798662">
                  <a:moveTo>
                    <a:pt x="806363" y="297621"/>
                  </a:moveTo>
                  <a:cubicBezTo>
                    <a:pt x="808320" y="308754"/>
                    <a:pt x="814842" y="316582"/>
                    <a:pt x="825935" y="321107"/>
                  </a:cubicBezTo>
                  <a:cubicBezTo>
                    <a:pt x="839510" y="315243"/>
                    <a:pt x="853860" y="311329"/>
                    <a:pt x="868993" y="309364"/>
                  </a:cubicBezTo>
                  <a:cubicBezTo>
                    <a:pt x="863771" y="306757"/>
                    <a:pt x="858557" y="304142"/>
                    <a:pt x="853336" y="301535"/>
                  </a:cubicBezTo>
                  <a:cubicBezTo>
                    <a:pt x="877456" y="271160"/>
                    <a:pt x="899643" y="264638"/>
                    <a:pt x="919880" y="281964"/>
                  </a:cubicBezTo>
                  <a:cubicBezTo>
                    <a:pt x="927795" y="278894"/>
                    <a:pt x="931709" y="273673"/>
                    <a:pt x="931623" y="266306"/>
                  </a:cubicBezTo>
                  <a:cubicBezTo>
                    <a:pt x="953669" y="270361"/>
                    <a:pt x="974541" y="276883"/>
                    <a:pt x="994253" y="285878"/>
                  </a:cubicBezTo>
                  <a:cubicBezTo>
                    <a:pt x="990339" y="287185"/>
                    <a:pt x="986425" y="288485"/>
                    <a:pt x="982510" y="289792"/>
                  </a:cubicBezTo>
                  <a:cubicBezTo>
                    <a:pt x="967777" y="281134"/>
                    <a:pt x="953419" y="281134"/>
                    <a:pt x="939452" y="289792"/>
                  </a:cubicBezTo>
                  <a:cubicBezTo>
                    <a:pt x="942059" y="295014"/>
                    <a:pt x="944674" y="300228"/>
                    <a:pt x="947281" y="305450"/>
                  </a:cubicBezTo>
                  <a:cubicBezTo>
                    <a:pt x="936845" y="310672"/>
                    <a:pt x="926401" y="315886"/>
                    <a:pt x="915966" y="321107"/>
                  </a:cubicBezTo>
                  <a:cubicBezTo>
                    <a:pt x="940814" y="321679"/>
                    <a:pt x="966908" y="325593"/>
                    <a:pt x="994253" y="332851"/>
                  </a:cubicBezTo>
                  <a:cubicBezTo>
                    <a:pt x="1006474" y="340217"/>
                    <a:pt x="1016918" y="349353"/>
                    <a:pt x="1025568" y="360251"/>
                  </a:cubicBezTo>
                  <a:cubicBezTo>
                    <a:pt x="999389" y="370092"/>
                    <a:pt x="973296" y="370092"/>
                    <a:pt x="947281" y="360251"/>
                  </a:cubicBezTo>
                  <a:cubicBezTo>
                    <a:pt x="915660" y="371227"/>
                    <a:pt x="884345" y="382970"/>
                    <a:pt x="853336" y="395481"/>
                  </a:cubicBezTo>
                  <a:cubicBezTo>
                    <a:pt x="836065" y="412751"/>
                    <a:pt x="819100" y="429716"/>
                    <a:pt x="802449" y="446368"/>
                  </a:cubicBezTo>
                  <a:cubicBezTo>
                    <a:pt x="791974" y="438492"/>
                    <a:pt x="781538" y="430663"/>
                    <a:pt x="771134" y="422881"/>
                  </a:cubicBezTo>
                  <a:cubicBezTo>
                    <a:pt x="773568" y="434116"/>
                    <a:pt x="772269" y="444551"/>
                    <a:pt x="767219" y="454196"/>
                  </a:cubicBezTo>
                  <a:cubicBezTo>
                    <a:pt x="775956" y="453429"/>
                    <a:pt x="783785" y="457343"/>
                    <a:pt x="790705" y="465940"/>
                  </a:cubicBezTo>
                  <a:cubicBezTo>
                    <a:pt x="783785" y="474536"/>
                    <a:pt x="775956" y="478450"/>
                    <a:pt x="767219" y="477683"/>
                  </a:cubicBezTo>
                  <a:cubicBezTo>
                    <a:pt x="781663" y="493622"/>
                    <a:pt x="785578" y="511894"/>
                    <a:pt x="778962" y="532484"/>
                  </a:cubicBezTo>
                  <a:cubicBezTo>
                    <a:pt x="768347" y="525595"/>
                    <a:pt x="756603" y="522980"/>
                    <a:pt x="743733" y="524655"/>
                  </a:cubicBezTo>
                  <a:cubicBezTo>
                    <a:pt x="746332" y="616142"/>
                    <a:pt x="743725" y="707473"/>
                    <a:pt x="735904" y="798662"/>
                  </a:cubicBezTo>
                  <a:cubicBezTo>
                    <a:pt x="729578" y="796251"/>
                    <a:pt x="724357" y="792337"/>
                    <a:pt x="720247" y="786919"/>
                  </a:cubicBezTo>
                  <a:cubicBezTo>
                    <a:pt x="728788" y="770760"/>
                    <a:pt x="730095" y="753795"/>
                    <a:pt x="724161" y="736032"/>
                  </a:cubicBezTo>
                  <a:cubicBezTo>
                    <a:pt x="721750" y="742358"/>
                    <a:pt x="717835" y="747579"/>
                    <a:pt x="712418" y="751690"/>
                  </a:cubicBezTo>
                  <a:cubicBezTo>
                    <a:pt x="696541" y="727444"/>
                    <a:pt x="679576" y="724837"/>
                    <a:pt x="661531" y="743861"/>
                  </a:cubicBezTo>
                  <a:cubicBezTo>
                    <a:pt x="632165" y="720578"/>
                    <a:pt x="606064" y="723185"/>
                    <a:pt x="583243" y="751690"/>
                  </a:cubicBezTo>
                  <a:cubicBezTo>
                    <a:pt x="577622" y="744244"/>
                    <a:pt x="571101" y="742945"/>
                    <a:pt x="563671" y="747775"/>
                  </a:cubicBezTo>
                  <a:cubicBezTo>
                    <a:pt x="572862" y="769923"/>
                    <a:pt x="565033" y="777751"/>
                    <a:pt x="540185" y="771261"/>
                  </a:cubicBezTo>
                  <a:cubicBezTo>
                    <a:pt x="531464" y="758970"/>
                    <a:pt x="521028" y="748534"/>
                    <a:pt x="508870" y="739946"/>
                  </a:cubicBezTo>
                  <a:cubicBezTo>
                    <a:pt x="523972" y="714456"/>
                    <a:pt x="527886" y="687055"/>
                    <a:pt x="520613" y="657744"/>
                  </a:cubicBezTo>
                  <a:cubicBezTo>
                    <a:pt x="513622" y="662293"/>
                    <a:pt x="505793" y="664908"/>
                    <a:pt x="497127" y="665573"/>
                  </a:cubicBezTo>
                  <a:cubicBezTo>
                    <a:pt x="490832" y="654143"/>
                    <a:pt x="476482" y="647614"/>
                    <a:pt x="454068" y="646001"/>
                  </a:cubicBezTo>
                  <a:cubicBezTo>
                    <a:pt x="460958" y="635385"/>
                    <a:pt x="463573" y="623642"/>
                    <a:pt x="461897" y="610772"/>
                  </a:cubicBezTo>
                  <a:cubicBezTo>
                    <a:pt x="435961" y="624042"/>
                    <a:pt x="420303" y="616213"/>
                    <a:pt x="414925" y="587285"/>
                  </a:cubicBezTo>
                  <a:cubicBezTo>
                    <a:pt x="382341" y="599115"/>
                    <a:pt x="366684" y="586064"/>
                    <a:pt x="367952" y="548142"/>
                  </a:cubicBezTo>
                  <a:cubicBezTo>
                    <a:pt x="368500" y="538184"/>
                    <a:pt x="371107" y="529055"/>
                    <a:pt x="375781" y="520741"/>
                  </a:cubicBezTo>
                  <a:cubicBezTo>
                    <a:pt x="356710" y="521156"/>
                    <a:pt x="338445" y="519856"/>
                    <a:pt x="320979" y="516827"/>
                  </a:cubicBezTo>
                  <a:cubicBezTo>
                    <a:pt x="318004" y="504919"/>
                    <a:pt x="316705" y="491876"/>
                    <a:pt x="317065" y="477683"/>
                  </a:cubicBezTo>
                  <a:cubicBezTo>
                    <a:pt x="286799" y="471060"/>
                    <a:pt x="264620" y="454095"/>
                    <a:pt x="250521" y="426796"/>
                  </a:cubicBezTo>
                  <a:cubicBezTo>
                    <a:pt x="261919" y="423484"/>
                    <a:pt x="265834" y="416963"/>
                    <a:pt x="262264" y="407224"/>
                  </a:cubicBezTo>
                  <a:cubicBezTo>
                    <a:pt x="245299" y="407224"/>
                    <a:pt x="228342" y="400695"/>
                    <a:pt x="211377" y="387652"/>
                  </a:cubicBezTo>
                  <a:cubicBezTo>
                    <a:pt x="213984" y="385045"/>
                    <a:pt x="216598" y="382430"/>
                    <a:pt x="219205" y="379823"/>
                  </a:cubicBezTo>
                  <a:cubicBezTo>
                    <a:pt x="207728" y="367673"/>
                    <a:pt x="199900" y="353315"/>
                    <a:pt x="195719" y="336765"/>
                  </a:cubicBezTo>
                  <a:cubicBezTo>
                    <a:pt x="141207" y="307454"/>
                    <a:pt x="143822" y="285275"/>
                    <a:pt x="203548" y="270220"/>
                  </a:cubicBezTo>
                  <a:cubicBezTo>
                    <a:pt x="173853" y="270940"/>
                    <a:pt x="147752" y="263112"/>
                    <a:pt x="125260" y="246734"/>
                  </a:cubicBezTo>
                  <a:cubicBezTo>
                    <a:pt x="143564" y="234928"/>
                    <a:pt x="151393" y="217963"/>
                    <a:pt x="148747" y="195847"/>
                  </a:cubicBezTo>
                  <a:cubicBezTo>
                    <a:pt x="125503" y="202337"/>
                    <a:pt x="102017" y="203637"/>
                    <a:pt x="78288" y="199761"/>
                  </a:cubicBezTo>
                  <a:cubicBezTo>
                    <a:pt x="121831" y="170842"/>
                    <a:pt x="119224" y="161706"/>
                    <a:pt x="70459" y="172361"/>
                  </a:cubicBezTo>
                  <a:cubicBezTo>
                    <a:pt x="71790" y="162011"/>
                    <a:pt x="69183" y="152875"/>
                    <a:pt x="62630" y="144960"/>
                  </a:cubicBezTo>
                  <a:cubicBezTo>
                    <a:pt x="92904" y="129404"/>
                    <a:pt x="92904" y="125490"/>
                    <a:pt x="62630" y="133217"/>
                  </a:cubicBezTo>
                  <a:cubicBezTo>
                    <a:pt x="53079" y="130187"/>
                    <a:pt x="47857" y="123666"/>
                    <a:pt x="46973" y="113645"/>
                  </a:cubicBezTo>
                  <a:cubicBezTo>
                    <a:pt x="57510" y="74846"/>
                    <a:pt x="75782" y="69624"/>
                    <a:pt x="101774" y="97987"/>
                  </a:cubicBezTo>
                  <a:cubicBezTo>
                    <a:pt x="109603" y="103209"/>
                    <a:pt x="117432" y="103209"/>
                    <a:pt x="125260" y="97987"/>
                  </a:cubicBezTo>
                  <a:cubicBezTo>
                    <a:pt x="112679" y="89775"/>
                    <a:pt x="107465" y="78032"/>
                    <a:pt x="109603" y="62758"/>
                  </a:cubicBezTo>
                  <a:cubicBezTo>
                    <a:pt x="98408" y="63376"/>
                    <a:pt x="87964" y="60769"/>
                    <a:pt x="78288" y="54929"/>
                  </a:cubicBezTo>
                  <a:cubicBezTo>
                    <a:pt x="62012" y="65076"/>
                    <a:pt x="48961" y="78118"/>
                    <a:pt x="39144" y="94073"/>
                  </a:cubicBezTo>
                  <a:cubicBezTo>
                    <a:pt x="23287" y="76811"/>
                    <a:pt x="10238" y="57239"/>
                    <a:pt x="0" y="35357"/>
                  </a:cubicBezTo>
                  <a:cubicBezTo>
                    <a:pt x="12719" y="28679"/>
                    <a:pt x="15330" y="20850"/>
                    <a:pt x="7829" y="11871"/>
                  </a:cubicBezTo>
                  <a:cubicBezTo>
                    <a:pt x="36889" y="-6237"/>
                    <a:pt x="62982" y="-3630"/>
                    <a:pt x="86116" y="19700"/>
                  </a:cubicBezTo>
                  <a:cubicBezTo>
                    <a:pt x="76941" y="22980"/>
                    <a:pt x="69112" y="28194"/>
                    <a:pt x="62630" y="35357"/>
                  </a:cubicBezTo>
                  <a:cubicBezTo>
                    <a:pt x="65237" y="36665"/>
                    <a:pt x="67852" y="37964"/>
                    <a:pt x="70459" y="39272"/>
                  </a:cubicBezTo>
                  <a:cubicBezTo>
                    <a:pt x="95503" y="33588"/>
                    <a:pt x="121596" y="25759"/>
                    <a:pt x="148747" y="15785"/>
                  </a:cubicBezTo>
                  <a:cubicBezTo>
                    <a:pt x="147470" y="34238"/>
                    <a:pt x="148770" y="52502"/>
                    <a:pt x="152661" y="70587"/>
                  </a:cubicBezTo>
                  <a:cubicBezTo>
                    <a:pt x="166855" y="61905"/>
                    <a:pt x="173376" y="67126"/>
                    <a:pt x="172233" y="86244"/>
                  </a:cubicBezTo>
                  <a:cubicBezTo>
                    <a:pt x="185096" y="86401"/>
                    <a:pt x="195531" y="81179"/>
                    <a:pt x="203548" y="70587"/>
                  </a:cubicBezTo>
                  <a:cubicBezTo>
                    <a:pt x="202084" y="80897"/>
                    <a:pt x="207306" y="91333"/>
                    <a:pt x="219205" y="101902"/>
                  </a:cubicBezTo>
                  <a:cubicBezTo>
                    <a:pt x="210523" y="115320"/>
                    <a:pt x="215745" y="120542"/>
                    <a:pt x="234863" y="117559"/>
                  </a:cubicBezTo>
                  <a:cubicBezTo>
                    <a:pt x="237658" y="148053"/>
                    <a:pt x="253315" y="155881"/>
                    <a:pt x="281836" y="141046"/>
                  </a:cubicBezTo>
                  <a:cubicBezTo>
                    <a:pt x="278101" y="133389"/>
                    <a:pt x="272887" y="126868"/>
                    <a:pt x="266178" y="121474"/>
                  </a:cubicBezTo>
                  <a:cubicBezTo>
                    <a:pt x="278970" y="117606"/>
                    <a:pt x="292021" y="116307"/>
                    <a:pt x="305322" y="117559"/>
                  </a:cubicBezTo>
                  <a:cubicBezTo>
                    <a:pt x="305322" y="107124"/>
                    <a:pt x="305322" y="96680"/>
                    <a:pt x="305322" y="86244"/>
                  </a:cubicBezTo>
                  <a:cubicBezTo>
                    <a:pt x="320118" y="87834"/>
                    <a:pt x="331861" y="82620"/>
                    <a:pt x="340551" y="70587"/>
                  </a:cubicBezTo>
                  <a:cubicBezTo>
                    <a:pt x="349296" y="71878"/>
                    <a:pt x="358432" y="74485"/>
                    <a:pt x="367952" y="78416"/>
                  </a:cubicBezTo>
                  <a:cubicBezTo>
                    <a:pt x="381003" y="67980"/>
                    <a:pt x="394045" y="57536"/>
                    <a:pt x="407096" y="47100"/>
                  </a:cubicBezTo>
                  <a:cubicBezTo>
                    <a:pt x="416459" y="49809"/>
                    <a:pt x="416459" y="53724"/>
                    <a:pt x="407096" y="58844"/>
                  </a:cubicBezTo>
                  <a:cubicBezTo>
                    <a:pt x="433526" y="61247"/>
                    <a:pt x="443969" y="75597"/>
                    <a:pt x="438411" y="101902"/>
                  </a:cubicBezTo>
                  <a:cubicBezTo>
                    <a:pt x="446240" y="101902"/>
                    <a:pt x="454068" y="101902"/>
                    <a:pt x="461897" y="101902"/>
                  </a:cubicBezTo>
                  <a:cubicBezTo>
                    <a:pt x="460645" y="88601"/>
                    <a:pt x="461944" y="75550"/>
                    <a:pt x="465812" y="62758"/>
                  </a:cubicBezTo>
                  <a:cubicBezTo>
                    <a:pt x="477343" y="74556"/>
                    <a:pt x="491701" y="79778"/>
                    <a:pt x="508870" y="78416"/>
                  </a:cubicBezTo>
                  <a:cubicBezTo>
                    <a:pt x="530313" y="78564"/>
                    <a:pt x="549885" y="73342"/>
                    <a:pt x="567586" y="62758"/>
                  </a:cubicBezTo>
                  <a:cubicBezTo>
                    <a:pt x="583862" y="69828"/>
                    <a:pt x="600827" y="75041"/>
                    <a:pt x="618473" y="78416"/>
                  </a:cubicBezTo>
                  <a:cubicBezTo>
                    <a:pt x="655847" y="81485"/>
                    <a:pt x="692384" y="77570"/>
                    <a:pt x="728075" y="66672"/>
                  </a:cubicBezTo>
                  <a:cubicBezTo>
                    <a:pt x="721711" y="76960"/>
                    <a:pt x="713882" y="86096"/>
                    <a:pt x="704589" y="94073"/>
                  </a:cubicBezTo>
                  <a:cubicBezTo>
                    <a:pt x="756971" y="98888"/>
                    <a:pt x="762193" y="114545"/>
                    <a:pt x="720247" y="141046"/>
                  </a:cubicBezTo>
                  <a:cubicBezTo>
                    <a:pt x="727269" y="142369"/>
                    <a:pt x="735098" y="144976"/>
                    <a:pt x="743733" y="148874"/>
                  </a:cubicBezTo>
                  <a:cubicBezTo>
                    <a:pt x="737924" y="155036"/>
                    <a:pt x="731403" y="160250"/>
                    <a:pt x="724161" y="164532"/>
                  </a:cubicBezTo>
                  <a:cubicBezTo>
                    <a:pt x="721906" y="188253"/>
                    <a:pt x="720599" y="210440"/>
                    <a:pt x="720247" y="231077"/>
                  </a:cubicBezTo>
                  <a:cubicBezTo>
                    <a:pt x="735842" y="235570"/>
                    <a:pt x="747585" y="244707"/>
                    <a:pt x="755476" y="258477"/>
                  </a:cubicBezTo>
                  <a:cubicBezTo>
                    <a:pt x="758083" y="253255"/>
                    <a:pt x="760698" y="248041"/>
                    <a:pt x="763305" y="242820"/>
                  </a:cubicBezTo>
                  <a:cubicBezTo>
                    <a:pt x="769858" y="257311"/>
                    <a:pt x="776387" y="271661"/>
                    <a:pt x="782877" y="285878"/>
                  </a:cubicBezTo>
                  <a:cubicBezTo>
                    <a:pt x="778962" y="287185"/>
                    <a:pt x="775048" y="288485"/>
                    <a:pt x="771134" y="289792"/>
                  </a:cubicBezTo>
                  <a:cubicBezTo>
                    <a:pt x="755366" y="271434"/>
                    <a:pt x="737102" y="255777"/>
                    <a:pt x="716332" y="242820"/>
                  </a:cubicBezTo>
                  <a:cubicBezTo>
                    <a:pt x="700487" y="245168"/>
                    <a:pt x="696572" y="251690"/>
                    <a:pt x="704589" y="262392"/>
                  </a:cubicBezTo>
                  <a:cubicBezTo>
                    <a:pt x="697167" y="266173"/>
                    <a:pt x="689339" y="267472"/>
                    <a:pt x="681103" y="266306"/>
                  </a:cubicBezTo>
                  <a:cubicBezTo>
                    <a:pt x="681103" y="276742"/>
                    <a:pt x="681103" y="287185"/>
                    <a:pt x="681103" y="297621"/>
                  </a:cubicBezTo>
                  <a:cubicBezTo>
                    <a:pt x="665445" y="297621"/>
                    <a:pt x="649788" y="297621"/>
                    <a:pt x="634130" y="297621"/>
                  </a:cubicBezTo>
                  <a:cubicBezTo>
                    <a:pt x="634130" y="287185"/>
                    <a:pt x="634130" y="276742"/>
                    <a:pt x="634130" y="266306"/>
                  </a:cubicBezTo>
                  <a:cubicBezTo>
                    <a:pt x="603300" y="271238"/>
                    <a:pt x="574592" y="281674"/>
                    <a:pt x="548014" y="297621"/>
                  </a:cubicBezTo>
                  <a:cubicBezTo>
                    <a:pt x="548014" y="308057"/>
                    <a:pt x="548014" y="318500"/>
                    <a:pt x="548014" y="328936"/>
                  </a:cubicBezTo>
                  <a:cubicBezTo>
                    <a:pt x="537265" y="327707"/>
                    <a:pt x="526821" y="329014"/>
                    <a:pt x="516699" y="332851"/>
                  </a:cubicBezTo>
                  <a:cubicBezTo>
                    <a:pt x="523251" y="340765"/>
                    <a:pt x="525858" y="349901"/>
                    <a:pt x="524527" y="360251"/>
                  </a:cubicBezTo>
                  <a:cubicBezTo>
                    <a:pt x="510530" y="358020"/>
                    <a:pt x="497479" y="360627"/>
                    <a:pt x="485384" y="368080"/>
                  </a:cubicBezTo>
                  <a:cubicBezTo>
                    <a:pt x="498465" y="383816"/>
                    <a:pt x="503687" y="402080"/>
                    <a:pt x="501041" y="422881"/>
                  </a:cubicBezTo>
                  <a:cubicBezTo>
                    <a:pt x="510240" y="424596"/>
                    <a:pt x="518069" y="421989"/>
                    <a:pt x="524527" y="415053"/>
                  </a:cubicBezTo>
                  <a:cubicBezTo>
                    <a:pt x="520034" y="402847"/>
                    <a:pt x="514820" y="391104"/>
                    <a:pt x="508870" y="379823"/>
                  </a:cubicBezTo>
                  <a:cubicBezTo>
                    <a:pt x="521091" y="378351"/>
                    <a:pt x="526312" y="384873"/>
                    <a:pt x="524527" y="399395"/>
                  </a:cubicBezTo>
                  <a:cubicBezTo>
                    <a:pt x="540185" y="399395"/>
                    <a:pt x="555842" y="399395"/>
                    <a:pt x="571500" y="399395"/>
                  </a:cubicBezTo>
                  <a:cubicBezTo>
                    <a:pt x="571500" y="386345"/>
                    <a:pt x="571500" y="373302"/>
                    <a:pt x="571500" y="360251"/>
                  </a:cubicBezTo>
                  <a:cubicBezTo>
                    <a:pt x="592379" y="360251"/>
                    <a:pt x="613251" y="360251"/>
                    <a:pt x="634130" y="360251"/>
                  </a:cubicBezTo>
                  <a:cubicBezTo>
                    <a:pt x="636001" y="375650"/>
                    <a:pt x="633394" y="390009"/>
                    <a:pt x="626301" y="403309"/>
                  </a:cubicBezTo>
                  <a:cubicBezTo>
                    <a:pt x="634623" y="412610"/>
                    <a:pt x="645067" y="416524"/>
                    <a:pt x="657616" y="415053"/>
                  </a:cubicBezTo>
                  <a:cubicBezTo>
                    <a:pt x="657616" y="422881"/>
                    <a:pt x="657616" y="430710"/>
                    <a:pt x="657616" y="438539"/>
                  </a:cubicBezTo>
                  <a:cubicBezTo>
                    <a:pt x="673274" y="443761"/>
                    <a:pt x="688932" y="448975"/>
                    <a:pt x="704589" y="454196"/>
                  </a:cubicBezTo>
                  <a:cubicBezTo>
                    <a:pt x="702961" y="435251"/>
                    <a:pt x="705576" y="416986"/>
                    <a:pt x="712418" y="399395"/>
                  </a:cubicBezTo>
                  <a:cubicBezTo>
                    <a:pt x="704143" y="396217"/>
                    <a:pt x="693699" y="396217"/>
                    <a:pt x="681103" y="399395"/>
                  </a:cubicBezTo>
                  <a:cubicBezTo>
                    <a:pt x="681103" y="391566"/>
                    <a:pt x="681103" y="383737"/>
                    <a:pt x="681103" y="375909"/>
                  </a:cubicBezTo>
                  <a:cubicBezTo>
                    <a:pt x="667105" y="378140"/>
                    <a:pt x="654054" y="375533"/>
                    <a:pt x="641959" y="368080"/>
                  </a:cubicBezTo>
                  <a:cubicBezTo>
                    <a:pt x="668076" y="362287"/>
                    <a:pt x="694177" y="357073"/>
                    <a:pt x="720247" y="352422"/>
                  </a:cubicBezTo>
                  <a:cubicBezTo>
                    <a:pt x="726627" y="366326"/>
                    <a:pt x="735763" y="371548"/>
                    <a:pt x="747647" y="368080"/>
                  </a:cubicBezTo>
                  <a:cubicBezTo>
                    <a:pt x="737462" y="342918"/>
                    <a:pt x="746598" y="328561"/>
                    <a:pt x="775048" y="325022"/>
                  </a:cubicBezTo>
                  <a:cubicBezTo>
                    <a:pt x="768495" y="317107"/>
                    <a:pt x="765888" y="307971"/>
                    <a:pt x="767219" y="297621"/>
                  </a:cubicBezTo>
                  <a:cubicBezTo>
                    <a:pt x="781781" y="293151"/>
                    <a:pt x="794831" y="293151"/>
                    <a:pt x="806363" y="297621"/>
                  </a:cubicBezTo>
                  <a:close/>
                </a:path>
              </a:pathLst>
            </a:custGeom>
            <a:solidFill>
              <a:srgbClr val="FAF7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5FF91DF8-28AC-4638-AC7C-69D841441EB9}"/>
                </a:ext>
              </a:extLst>
            </p:cNvPr>
            <p:cNvSpPr/>
            <p:nvPr/>
          </p:nvSpPr>
          <p:spPr>
            <a:xfrm>
              <a:off x="4132242" y="5006496"/>
              <a:ext cx="782876" cy="86692"/>
            </a:xfrm>
            <a:custGeom>
              <a:avLst/>
              <a:gdLst>
                <a:gd name="connsiteX0" fmla="*/ 0 w 782876"/>
                <a:gd name="connsiteY0" fmla="*/ 7829 h 86692"/>
                <a:gd name="connsiteX1" fmla="*/ 11743 w 782876"/>
                <a:gd name="connsiteY1" fmla="*/ 0 h 86692"/>
                <a:gd name="connsiteX2" fmla="*/ 407096 w 782876"/>
                <a:gd name="connsiteY2" fmla="*/ 62630 h 86692"/>
                <a:gd name="connsiteX3" fmla="*/ 634130 w 782876"/>
                <a:gd name="connsiteY3" fmla="*/ 43058 h 86692"/>
                <a:gd name="connsiteX4" fmla="*/ 782877 w 782876"/>
                <a:gd name="connsiteY4" fmla="*/ 11743 h 86692"/>
                <a:gd name="connsiteX5" fmla="*/ 172233 w 782876"/>
                <a:gd name="connsiteY5" fmla="*/ 66545 h 86692"/>
                <a:gd name="connsiteX6" fmla="*/ 0 w 782876"/>
                <a:gd name="connsiteY6" fmla="*/ 7829 h 86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2876" h="86692">
                  <a:moveTo>
                    <a:pt x="0" y="7829"/>
                  </a:moveTo>
                  <a:cubicBezTo>
                    <a:pt x="1840" y="3155"/>
                    <a:pt x="5754" y="548"/>
                    <a:pt x="11743" y="0"/>
                  </a:cubicBezTo>
                  <a:cubicBezTo>
                    <a:pt x="139015" y="47270"/>
                    <a:pt x="270797" y="68150"/>
                    <a:pt x="407096" y="62630"/>
                  </a:cubicBezTo>
                  <a:cubicBezTo>
                    <a:pt x="483372" y="62473"/>
                    <a:pt x="559052" y="55944"/>
                    <a:pt x="634130" y="43058"/>
                  </a:cubicBezTo>
                  <a:cubicBezTo>
                    <a:pt x="683311" y="28794"/>
                    <a:pt x="732890" y="18351"/>
                    <a:pt x="782877" y="11743"/>
                  </a:cubicBezTo>
                  <a:cubicBezTo>
                    <a:pt x="584864" y="87612"/>
                    <a:pt x="381316" y="105884"/>
                    <a:pt x="172233" y="66545"/>
                  </a:cubicBezTo>
                  <a:cubicBezTo>
                    <a:pt x="113783" y="49345"/>
                    <a:pt x="56375" y="29773"/>
                    <a:pt x="0" y="7829"/>
                  </a:cubicBezTo>
                  <a:close/>
                </a:path>
              </a:pathLst>
            </a:custGeom>
            <a:solidFill>
              <a:srgbClr val="75757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46FB6235-E82B-4B31-A331-C20537A84EE1}"/>
                </a:ext>
              </a:extLst>
            </p:cNvPr>
            <p:cNvSpPr/>
            <p:nvPr/>
          </p:nvSpPr>
          <p:spPr>
            <a:xfrm>
              <a:off x="3881721" y="5186403"/>
              <a:ext cx="1393863" cy="148901"/>
            </a:xfrm>
            <a:custGeom>
              <a:avLst/>
              <a:gdLst>
                <a:gd name="connsiteX0" fmla="*/ 0 w 1393863"/>
                <a:gd name="connsiteY0" fmla="*/ 7983 h 148901"/>
                <a:gd name="connsiteX1" fmla="*/ 1268260 w 1393863"/>
                <a:gd name="connsiteY1" fmla="*/ 4069 h 148901"/>
                <a:gd name="connsiteX2" fmla="*/ 1393521 w 1393863"/>
                <a:gd name="connsiteY2" fmla="*/ 133244 h 148901"/>
                <a:gd name="connsiteX3" fmla="*/ 1385692 w 1393863"/>
                <a:gd name="connsiteY3" fmla="*/ 148901 h 148901"/>
                <a:gd name="connsiteX4" fmla="*/ 1268260 w 1393863"/>
                <a:gd name="connsiteY4" fmla="*/ 19726 h 148901"/>
                <a:gd name="connsiteX5" fmla="*/ 31315 w 1393863"/>
                <a:gd name="connsiteY5" fmla="*/ 15812 h 148901"/>
                <a:gd name="connsiteX6" fmla="*/ 0 w 1393863"/>
                <a:gd name="connsiteY6" fmla="*/ 7983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3863" h="148901">
                  <a:moveTo>
                    <a:pt x="0" y="7983"/>
                  </a:moveTo>
                  <a:cubicBezTo>
                    <a:pt x="421438" y="-1137"/>
                    <a:pt x="844192" y="-2444"/>
                    <a:pt x="1268260" y="4069"/>
                  </a:cubicBezTo>
                  <a:cubicBezTo>
                    <a:pt x="1337944" y="20259"/>
                    <a:pt x="1379703" y="63317"/>
                    <a:pt x="1393521" y="133244"/>
                  </a:cubicBezTo>
                  <a:cubicBezTo>
                    <a:pt x="1394867" y="141010"/>
                    <a:pt x="1392252" y="146224"/>
                    <a:pt x="1385692" y="148901"/>
                  </a:cubicBezTo>
                  <a:cubicBezTo>
                    <a:pt x="1374364" y="80587"/>
                    <a:pt x="1335220" y="37529"/>
                    <a:pt x="1268260" y="19726"/>
                  </a:cubicBezTo>
                  <a:cubicBezTo>
                    <a:pt x="855951" y="15812"/>
                    <a:pt x="443641" y="14505"/>
                    <a:pt x="31315" y="15812"/>
                  </a:cubicBezTo>
                  <a:cubicBezTo>
                    <a:pt x="22954" y="8500"/>
                    <a:pt x="12518" y="5885"/>
                    <a:pt x="0" y="7983"/>
                  </a:cubicBezTo>
                  <a:close/>
                </a:path>
              </a:pathLst>
            </a:custGeom>
            <a:solidFill>
              <a:srgbClr val="D95B6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6197822E-3EC5-4B4A-90B7-8509177BF9DE}"/>
                </a:ext>
              </a:extLst>
            </p:cNvPr>
            <p:cNvSpPr/>
            <p:nvPr/>
          </p:nvSpPr>
          <p:spPr>
            <a:xfrm>
              <a:off x="3779247" y="5327476"/>
              <a:ext cx="165104" cy="391438"/>
            </a:xfrm>
            <a:custGeom>
              <a:avLst/>
              <a:gdLst>
                <a:gd name="connsiteX0" fmla="*/ 165105 w 165104"/>
                <a:gd name="connsiteY0" fmla="*/ 93945 h 391438"/>
                <a:gd name="connsiteX1" fmla="*/ 98560 w 165104"/>
                <a:gd name="connsiteY1" fmla="*/ 93945 h 391438"/>
                <a:gd name="connsiteX2" fmla="*/ 67245 w 165104"/>
                <a:gd name="connsiteY2" fmla="*/ 125260 h 391438"/>
                <a:gd name="connsiteX3" fmla="*/ 71160 w 165104"/>
                <a:gd name="connsiteY3" fmla="*/ 105688 h 391438"/>
                <a:gd name="connsiteX4" fmla="*/ 47673 w 165104"/>
                <a:gd name="connsiteY4" fmla="*/ 105688 h 391438"/>
                <a:gd name="connsiteX5" fmla="*/ 63331 w 165104"/>
                <a:gd name="connsiteY5" fmla="*/ 137003 h 391438"/>
                <a:gd name="connsiteX6" fmla="*/ 32016 w 165104"/>
                <a:gd name="connsiteY6" fmla="*/ 160490 h 391438"/>
                <a:gd name="connsiteX7" fmla="*/ 47673 w 165104"/>
                <a:gd name="connsiteY7" fmla="*/ 234863 h 391438"/>
                <a:gd name="connsiteX8" fmla="*/ 75074 w 165104"/>
                <a:gd name="connsiteY8" fmla="*/ 227034 h 391438"/>
                <a:gd name="connsiteX9" fmla="*/ 125961 w 165104"/>
                <a:gd name="connsiteY9" fmla="*/ 274007 h 391438"/>
                <a:gd name="connsiteX10" fmla="*/ 110303 w 165104"/>
                <a:gd name="connsiteY10" fmla="*/ 285750 h 391438"/>
                <a:gd name="connsiteX11" fmla="*/ 118132 w 165104"/>
                <a:gd name="connsiteY11" fmla="*/ 317065 h 391438"/>
                <a:gd name="connsiteX12" fmla="*/ 98560 w 165104"/>
                <a:gd name="connsiteY12" fmla="*/ 305322 h 391438"/>
                <a:gd name="connsiteX13" fmla="*/ 71160 w 165104"/>
                <a:gd name="connsiteY13" fmla="*/ 309236 h 391438"/>
                <a:gd name="connsiteX14" fmla="*/ 94646 w 165104"/>
                <a:gd name="connsiteY14" fmla="*/ 340551 h 391438"/>
                <a:gd name="connsiteX15" fmla="*/ 78988 w 165104"/>
                <a:gd name="connsiteY15" fmla="*/ 383610 h 391438"/>
                <a:gd name="connsiteX16" fmla="*/ 35930 w 165104"/>
                <a:gd name="connsiteY16" fmla="*/ 391438 h 391438"/>
                <a:gd name="connsiteX17" fmla="*/ 12444 w 165104"/>
                <a:gd name="connsiteY17" fmla="*/ 367952 h 391438"/>
                <a:gd name="connsiteX18" fmla="*/ 8529 w 165104"/>
                <a:gd name="connsiteY18" fmla="*/ 391438 h 391438"/>
                <a:gd name="connsiteX19" fmla="*/ 701 w 165104"/>
                <a:gd name="connsiteY19" fmla="*/ 360123 h 391438"/>
                <a:gd name="connsiteX20" fmla="*/ 24187 w 165104"/>
                <a:gd name="connsiteY20" fmla="*/ 328808 h 391438"/>
                <a:gd name="connsiteX21" fmla="*/ 32016 w 165104"/>
                <a:gd name="connsiteY21" fmla="*/ 367952 h 391438"/>
                <a:gd name="connsiteX22" fmla="*/ 43759 w 165104"/>
                <a:gd name="connsiteY22" fmla="*/ 367952 h 391438"/>
                <a:gd name="connsiteX23" fmla="*/ 32016 w 165104"/>
                <a:gd name="connsiteY23" fmla="*/ 301408 h 391438"/>
                <a:gd name="connsiteX24" fmla="*/ 67245 w 165104"/>
                <a:gd name="connsiteY24" fmla="*/ 297493 h 391438"/>
                <a:gd name="connsiteX25" fmla="*/ 47673 w 165104"/>
                <a:gd name="connsiteY25" fmla="*/ 254435 h 391438"/>
                <a:gd name="connsiteX26" fmla="*/ 71160 w 165104"/>
                <a:gd name="connsiteY26" fmla="*/ 246606 h 391438"/>
                <a:gd name="connsiteX27" fmla="*/ 20273 w 165104"/>
                <a:gd name="connsiteY27" fmla="*/ 203548 h 391438"/>
                <a:gd name="connsiteX28" fmla="*/ 16358 w 165104"/>
                <a:gd name="connsiteY28" fmla="*/ 137003 h 391438"/>
                <a:gd name="connsiteX29" fmla="*/ 32016 w 165104"/>
                <a:gd name="connsiteY29" fmla="*/ 105688 h 391438"/>
                <a:gd name="connsiteX30" fmla="*/ 16358 w 165104"/>
                <a:gd name="connsiteY30" fmla="*/ 66545 h 391438"/>
                <a:gd name="connsiteX31" fmla="*/ 16358 w 165104"/>
                <a:gd name="connsiteY31" fmla="*/ 0 h 391438"/>
                <a:gd name="connsiteX32" fmla="*/ 78988 w 165104"/>
                <a:gd name="connsiteY32" fmla="*/ 0 h 391438"/>
                <a:gd name="connsiteX33" fmla="*/ 71160 w 165104"/>
                <a:gd name="connsiteY33" fmla="*/ 27401 h 391438"/>
                <a:gd name="connsiteX34" fmla="*/ 94646 w 165104"/>
                <a:gd name="connsiteY34" fmla="*/ 31315 h 391438"/>
                <a:gd name="connsiteX35" fmla="*/ 82903 w 165104"/>
                <a:gd name="connsiteY35" fmla="*/ 54801 h 391438"/>
                <a:gd name="connsiteX36" fmla="*/ 110303 w 165104"/>
                <a:gd name="connsiteY36" fmla="*/ 31315 h 391438"/>
                <a:gd name="connsiteX37" fmla="*/ 110303 w 165104"/>
                <a:gd name="connsiteY37" fmla="*/ 43058 h 391438"/>
                <a:gd name="connsiteX38" fmla="*/ 157276 w 165104"/>
                <a:gd name="connsiteY38" fmla="*/ 50887 h 391438"/>
                <a:gd name="connsiteX39" fmla="*/ 133790 w 165104"/>
                <a:gd name="connsiteY39" fmla="*/ 82202 h 391438"/>
                <a:gd name="connsiteX40" fmla="*/ 165105 w 165104"/>
                <a:gd name="connsiteY40" fmla="*/ 93945 h 39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5104" h="391438">
                  <a:moveTo>
                    <a:pt x="165105" y="93945"/>
                  </a:moveTo>
                  <a:cubicBezTo>
                    <a:pt x="143505" y="103637"/>
                    <a:pt x="121319" y="103637"/>
                    <a:pt x="98560" y="93945"/>
                  </a:cubicBezTo>
                  <a:cubicBezTo>
                    <a:pt x="88125" y="104381"/>
                    <a:pt x="77681" y="114824"/>
                    <a:pt x="67245" y="125260"/>
                  </a:cubicBezTo>
                  <a:cubicBezTo>
                    <a:pt x="50836" y="115748"/>
                    <a:pt x="52144" y="109219"/>
                    <a:pt x="71160" y="105688"/>
                  </a:cubicBezTo>
                  <a:cubicBezTo>
                    <a:pt x="60599" y="81591"/>
                    <a:pt x="52770" y="81591"/>
                    <a:pt x="47673" y="105688"/>
                  </a:cubicBezTo>
                  <a:cubicBezTo>
                    <a:pt x="47196" y="119083"/>
                    <a:pt x="52418" y="129519"/>
                    <a:pt x="63331" y="137003"/>
                  </a:cubicBezTo>
                  <a:cubicBezTo>
                    <a:pt x="52676" y="151150"/>
                    <a:pt x="42232" y="158979"/>
                    <a:pt x="32016" y="160490"/>
                  </a:cubicBezTo>
                  <a:cubicBezTo>
                    <a:pt x="50625" y="183827"/>
                    <a:pt x="55847" y="208621"/>
                    <a:pt x="47673" y="234863"/>
                  </a:cubicBezTo>
                  <a:cubicBezTo>
                    <a:pt x="58023" y="236194"/>
                    <a:pt x="67159" y="233587"/>
                    <a:pt x="75074" y="227034"/>
                  </a:cubicBezTo>
                  <a:cubicBezTo>
                    <a:pt x="90653" y="243913"/>
                    <a:pt x="107618" y="259571"/>
                    <a:pt x="125961" y="274007"/>
                  </a:cubicBezTo>
                  <a:cubicBezTo>
                    <a:pt x="121851" y="279425"/>
                    <a:pt x="116629" y="283339"/>
                    <a:pt x="110303" y="285750"/>
                  </a:cubicBezTo>
                  <a:cubicBezTo>
                    <a:pt x="111212" y="295677"/>
                    <a:pt x="113819" y="306120"/>
                    <a:pt x="118132" y="317065"/>
                  </a:cubicBezTo>
                  <a:cubicBezTo>
                    <a:pt x="106256" y="330992"/>
                    <a:pt x="99727" y="327078"/>
                    <a:pt x="98560" y="305322"/>
                  </a:cubicBezTo>
                  <a:cubicBezTo>
                    <a:pt x="90669" y="309095"/>
                    <a:pt x="81533" y="310395"/>
                    <a:pt x="71160" y="309236"/>
                  </a:cubicBezTo>
                  <a:cubicBezTo>
                    <a:pt x="82112" y="317551"/>
                    <a:pt x="89941" y="327986"/>
                    <a:pt x="94646" y="340551"/>
                  </a:cubicBezTo>
                  <a:cubicBezTo>
                    <a:pt x="84030" y="352819"/>
                    <a:pt x="78808" y="367169"/>
                    <a:pt x="78988" y="383610"/>
                  </a:cubicBezTo>
                  <a:cubicBezTo>
                    <a:pt x="64106" y="383085"/>
                    <a:pt x="49756" y="385700"/>
                    <a:pt x="35930" y="391438"/>
                  </a:cubicBezTo>
                  <a:cubicBezTo>
                    <a:pt x="22989" y="388933"/>
                    <a:pt x="15160" y="381104"/>
                    <a:pt x="12444" y="367952"/>
                  </a:cubicBezTo>
                  <a:cubicBezTo>
                    <a:pt x="8663" y="375374"/>
                    <a:pt x="7363" y="383202"/>
                    <a:pt x="8529" y="391438"/>
                  </a:cubicBezTo>
                  <a:cubicBezTo>
                    <a:pt x="1217" y="383077"/>
                    <a:pt x="-1397" y="372641"/>
                    <a:pt x="701" y="360123"/>
                  </a:cubicBezTo>
                  <a:cubicBezTo>
                    <a:pt x="11270" y="352428"/>
                    <a:pt x="19098" y="341992"/>
                    <a:pt x="24187" y="328808"/>
                  </a:cubicBezTo>
                  <a:cubicBezTo>
                    <a:pt x="41332" y="338578"/>
                    <a:pt x="43939" y="351621"/>
                    <a:pt x="32016" y="367952"/>
                  </a:cubicBezTo>
                  <a:cubicBezTo>
                    <a:pt x="34724" y="377315"/>
                    <a:pt x="38639" y="377315"/>
                    <a:pt x="43759" y="367952"/>
                  </a:cubicBezTo>
                  <a:cubicBezTo>
                    <a:pt x="51486" y="342923"/>
                    <a:pt x="47572" y="320744"/>
                    <a:pt x="32016" y="301408"/>
                  </a:cubicBezTo>
                  <a:cubicBezTo>
                    <a:pt x="42702" y="288240"/>
                    <a:pt x="54445" y="286932"/>
                    <a:pt x="67245" y="297493"/>
                  </a:cubicBezTo>
                  <a:cubicBezTo>
                    <a:pt x="72177" y="278681"/>
                    <a:pt x="65656" y="264323"/>
                    <a:pt x="47673" y="254435"/>
                  </a:cubicBezTo>
                  <a:cubicBezTo>
                    <a:pt x="55502" y="251828"/>
                    <a:pt x="63331" y="249213"/>
                    <a:pt x="71160" y="246606"/>
                  </a:cubicBezTo>
                  <a:cubicBezTo>
                    <a:pt x="40565" y="247702"/>
                    <a:pt x="23600" y="233344"/>
                    <a:pt x="20273" y="203548"/>
                  </a:cubicBezTo>
                  <a:cubicBezTo>
                    <a:pt x="18942" y="180312"/>
                    <a:pt x="17642" y="158133"/>
                    <a:pt x="16358" y="137003"/>
                  </a:cubicBezTo>
                  <a:cubicBezTo>
                    <a:pt x="21580" y="126568"/>
                    <a:pt x="26794" y="116124"/>
                    <a:pt x="32016" y="105688"/>
                  </a:cubicBezTo>
                  <a:cubicBezTo>
                    <a:pt x="22480" y="94431"/>
                    <a:pt x="17259" y="81380"/>
                    <a:pt x="16358" y="66545"/>
                  </a:cubicBezTo>
                  <a:cubicBezTo>
                    <a:pt x="23271" y="44757"/>
                    <a:pt x="23271" y="22578"/>
                    <a:pt x="16358" y="0"/>
                  </a:cubicBezTo>
                  <a:cubicBezTo>
                    <a:pt x="37238" y="0"/>
                    <a:pt x="58109" y="0"/>
                    <a:pt x="78988" y="0"/>
                  </a:cubicBezTo>
                  <a:cubicBezTo>
                    <a:pt x="80319" y="10350"/>
                    <a:pt x="77712" y="19486"/>
                    <a:pt x="71160" y="27401"/>
                  </a:cubicBezTo>
                  <a:cubicBezTo>
                    <a:pt x="80852" y="26798"/>
                    <a:pt x="88680" y="28097"/>
                    <a:pt x="94646" y="31315"/>
                  </a:cubicBezTo>
                  <a:cubicBezTo>
                    <a:pt x="84382" y="37249"/>
                    <a:pt x="80468" y="45078"/>
                    <a:pt x="82903" y="54801"/>
                  </a:cubicBezTo>
                  <a:cubicBezTo>
                    <a:pt x="93190" y="48437"/>
                    <a:pt x="102326" y="40608"/>
                    <a:pt x="110303" y="31315"/>
                  </a:cubicBezTo>
                  <a:cubicBezTo>
                    <a:pt x="119667" y="34024"/>
                    <a:pt x="119667" y="37938"/>
                    <a:pt x="110303" y="43058"/>
                  </a:cubicBezTo>
                  <a:cubicBezTo>
                    <a:pt x="125961" y="45665"/>
                    <a:pt x="141619" y="48280"/>
                    <a:pt x="157276" y="50887"/>
                  </a:cubicBezTo>
                  <a:cubicBezTo>
                    <a:pt x="146011" y="58646"/>
                    <a:pt x="138182" y="69081"/>
                    <a:pt x="133790" y="82202"/>
                  </a:cubicBezTo>
                  <a:cubicBezTo>
                    <a:pt x="148398" y="74311"/>
                    <a:pt x="158834" y="78225"/>
                    <a:pt x="165105" y="93945"/>
                  </a:cubicBezTo>
                  <a:close/>
                </a:path>
              </a:pathLst>
            </a:custGeom>
            <a:solidFill>
              <a:srgbClr val="F4DA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E241DDC2-680A-488F-8138-C39BEF013BEA}"/>
                </a:ext>
              </a:extLst>
            </p:cNvPr>
            <p:cNvSpPr/>
            <p:nvPr/>
          </p:nvSpPr>
          <p:spPr>
            <a:xfrm>
              <a:off x="3779457" y="5201725"/>
              <a:ext cx="1487956" cy="744223"/>
            </a:xfrm>
            <a:custGeom>
              <a:avLst/>
              <a:gdLst>
                <a:gd name="connsiteX0" fmla="*/ 133579 w 1487956"/>
                <a:gd name="connsiteY0" fmla="*/ 490 h 744223"/>
                <a:gd name="connsiteX1" fmla="*/ 1370525 w 1487956"/>
                <a:gd name="connsiteY1" fmla="*/ 4405 h 744223"/>
                <a:gd name="connsiteX2" fmla="*/ 1487956 w 1487956"/>
                <a:gd name="connsiteY2" fmla="*/ 133579 h 744223"/>
                <a:gd name="connsiteX3" fmla="*/ 1487956 w 1487956"/>
                <a:gd name="connsiteY3" fmla="*/ 509360 h 744223"/>
                <a:gd name="connsiteX4" fmla="*/ 1331381 w 1487956"/>
                <a:gd name="connsiteY4" fmla="*/ 712908 h 744223"/>
                <a:gd name="connsiteX5" fmla="*/ 1331381 w 1487956"/>
                <a:gd name="connsiteY5" fmla="*/ 701165 h 744223"/>
                <a:gd name="connsiteX6" fmla="*/ 1288323 w 1487956"/>
                <a:gd name="connsiteY6" fmla="*/ 665936 h 744223"/>
                <a:gd name="connsiteX7" fmla="*/ 1241350 w 1487956"/>
                <a:gd name="connsiteY7" fmla="*/ 658107 h 744223"/>
                <a:gd name="connsiteX8" fmla="*/ 1233521 w 1487956"/>
                <a:gd name="connsiteY8" fmla="*/ 665936 h 744223"/>
                <a:gd name="connsiteX9" fmla="*/ 1190463 w 1487956"/>
                <a:gd name="connsiteY9" fmla="*/ 638535 h 744223"/>
                <a:gd name="connsiteX10" fmla="*/ 1178720 w 1487956"/>
                <a:gd name="connsiteY10" fmla="*/ 611134 h 744223"/>
                <a:gd name="connsiteX11" fmla="*/ 1174806 w 1487956"/>
                <a:gd name="connsiteY11" fmla="*/ 638535 h 744223"/>
                <a:gd name="connsiteX12" fmla="*/ 1166977 w 1487956"/>
                <a:gd name="connsiteY12" fmla="*/ 642449 h 744223"/>
                <a:gd name="connsiteX13" fmla="*/ 1143490 w 1487956"/>
                <a:gd name="connsiteY13" fmla="*/ 611134 h 744223"/>
                <a:gd name="connsiteX14" fmla="*/ 1120004 w 1487956"/>
                <a:gd name="connsiteY14" fmla="*/ 611134 h 744223"/>
                <a:gd name="connsiteX15" fmla="*/ 1120004 w 1487956"/>
                <a:gd name="connsiteY15" fmla="*/ 571990 h 744223"/>
                <a:gd name="connsiteX16" fmla="*/ 1100432 w 1487956"/>
                <a:gd name="connsiteY16" fmla="*/ 611134 h 744223"/>
                <a:gd name="connsiteX17" fmla="*/ 1088689 w 1487956"/>
                <a:gd name="connsiteY17" fmla="*/ 603305 h 744223"/>
                <a:gd name="connsiteX18" fmla="*/ 1088689 w 1487956"/>
                <a:gd name="connsiteY18" fmla="*/ 579819 h 744223"/>
                <a:gd name="connsiteX19" fmla="*/ 1088689 w 1487956"/>
                <a:gd name="connsiteY19" fmla="*/ 552418 h 744223"/>
                <a:gd name="connsiteX20" fmla="*/ 1080860 w 1487956"/>
                <a:gd name="connsiteY20" fmla="*/ 544590 h 744223"/>
                <a:gd name="connsiteX21" fmla="*/ 1131747 w 1487956"/>
                <a:gd name="connsiteY21" fmla="*/ 556333 h 744223"/>
                <a:gd name="connsiteX22" fmla="*/ 1166977 w 1487956"/>
                <a:gd name="connsiteY22" fmla="*/ 505446 h 744223"/>
                <a:gd name="connsiteX23" fmla="*/ 1135662 w 1487956"/>
                <a:gd name="connsiteY23" fmla="*/ 497617 h 744223"/>
                <a:gd name="connsiteX24" fmla="*/ 1131747 w 1487956"/>
                <a:gd name="connsiteY24" fmla="*/ 454559 h 744223"/>
                <a:gd name="connsiteX25" fmla="*/ 1123919 w 1487956"/>
                <a:gd name="connsiteY25" fmla="*/ 478045 h 744223"/>
                <a:gd name="connsiteX26" fmla="*/ 1108261 w 1487956"/>
                <a:gd name="connsiteY26" fmla="*/ 446730 h 744223"/>
                <a:gd name="connsiteX27" fmla="*/ 1096518 w 1487956"/>
                <a:gd name="connsiteY27" fmla="*/ 489788 h 744223"/>
                <a:gd name="connsiteX28" fmla="*/ 1104347 w 1487956"/>
                <a:gd name="connsiteY28" fmla="*/ 501531 h 744223"/>
                <a:gd name="connsiteX29" fmla="*/ 1065203 w 1487956"/>
                <a:gd name="connsiteY29" fmla="*/ 548504 h 744223"/>
                <a:gd name="connsiteX30" fmla="*/ 1065203 w 1487956"/>
                <a:gd name="connsiteY30" fmla="*/ 521103 h 744223"/>
                <a:gd name="connsiteX31" fmla="*/ 1073032 w 1487956"/>
                <a:gd name="connsiteY31" fmla="*/ 493703 h 744223"/>
                <a:gd name="connsiteX32" fmla="*/ 1037802 w 1487956"/>
                <a:gd name="connsiteY32" fmla="*/ 454559 h 744223"/>
                <a:gd name="connsiteX33" fmla="*/ 1049545 w 1487956"/>
                <a:gd name="connsiteY33" fmla="*/ 485874 h 744223"/>
                <a:gd name="connsiteX34" fmla="*/ 990829 w 1487956"/>
                <a:gd name="connsiteY34" fmla="*/ 478045 h 744223"/>
                <a:gd name="connsiteX35" fmla="*/ 979086 w 1487956"/>
                <a:gd name="connsiteY35" fmla="*/ 509360 h 744223"/>
                <a:gd name="connsiteX36" fmla="*/ 955600 w 1487956"/>
                <a:gd name="connsiteY36" fmla="*/ 517189 h 744223"/>
                <a:gd name="connsiteX37" fmla="*/ 959514 w 1487956"/>
                <a:gd name="connsiteY37" fmla="*/ 564162 h 744223"/>
                <a:gd name="connsiteX38" fmla="*/ 967343 w 1487956"/>
                <a:gd name="connsiteY38" fmla="*/ 548504 h 744223"/>
                <a:gd name="connsiteX39" fmla="*/ 986915 w 1487956"/>
                <a:gd name="connsiteY39" fmla="*/ 611134 h 744223"/>
                <a:gd name="connsiteX40" fmla="*/ 1018230 w 1487956"/>
                <a:gd name="connsiteY40" fmla="*/ 603305 h 744223"/>
                <a:gd name="connsiteX41" fmla="*/ 1022145 w 1487956"/>
                <a:gd name="connsiteY41" fmla="*/ 626792 h 744223"/>
                <a:gd name="connsiteX42" fmla="*/ 1029973 w 1487956"/>
                <a:gd name="connsiteY42" fmla="*/ 634621 h 744223"/>
                <a:gd name="connsiteX43" fmla="*/ 1057374 w 1487956"/>
                <a:gd name="connsiteY43" fmla="*/ 642449 h 744223"/>
                <a:gd name="connsiteX44" fmla="*/ 1057374 w 1487956"/>
                <a:gd name="connsiteY44" fmla="*/ 669850 h 744223"/>
                <a:gd name="connsiteX45" fmla="*/ 1049545 w 1487956"/>
                <a:gd name="connsiteY45" fmla="*/ 685508 h 744223"/>
                <a:gd name="connsiteX46" fmla="*/ 1033888 w 1487956"/>
                <a:gd name="connsiteY46" fmla="*/ 685508 h 744223"/>
                <a:gd name="connsiteX47" fmla="*/ 1010401 w 1487956"/>
                <a:gd name="connsiteY47" fmla="*/ 689422 h 744223"/>
                <a:gd name="connsiteX48" fmla="*/ 1037802 w 1487956"/>
                <a:gd name="connsiteY48" fmla="*/ 705079 h 744223"/>
                <a:gd name="connsiteX49" fmla="*/ 1080860 w 1487956"/>
                <a:gd name="connsiteY49" fmla="*/ 701165 h 744223"/>
                <a:gd name="connsiteX50" fmla="*/ 1061288 w 1487956"/>
                <a:gd name="connsiteY50" fmla="*/ 705079 h 744223"/>
                <a:gd name="connsiteX51" fmla="*/ 1033888 w 1487956"/>
                <a:gd name="connsiteY51" fmla="*/ 744223 h 744223"/>
                <a:gd name="connsiteX52" fmla="*/ 1002573 w 1487956"/>
                <a:gd name="connsiteY52" fmla="*/ 740309 h 744223"/>
                <a:gd name="connsiteX53" fmla="*/ 1010401 w 1487956"/>
                <a:gd name="connsiteY53" fmla="*/ 716823 h 744223"/>
                <a:gd name="connsiteX54" fmla="*/ 979086 w 1487956"/>
                <a:gd name="connsiteY54" fmla="*/ 673764 h 744223"/>
                <a:gd name="connsiteX55" fmla="*/ 967343 w 1487956"/>
                <a:gd name="connsiteY55" fmla="*/ 697251 h 744223"/>
                <a:gd name="connsiteX56" fmla="*/ 928199 w 1487956"/>
                <a:gd name="connsiteY56" fmla="*/ 689422 h 744223"/>
                <a:gd name="connsiteX57" fmla="*/ 912542 w 1487956"/>
                <a:gd name="connsiteY57" fmla="*/ 665936 h 744223"/>
                <a:gd name="connsiteX58" fmla="*/ 904713 w 1487956"/>
                <a:gd name="connsiteY58" fmla="*/ 673764 h 744223"/>
                <a:gd name="connsiteX59" fmla="*/ 865569 w 1487956"/>
                <a:gd name="connsiteY59" fmla="*/ 634621 h 744223"/>
                <a:gd name="connsiteX60" fmla="*/ 857740 w 1487956"/>
                <a:gd name="connsiteY60" fmla="*/ 650278 h 744223"/>
                <a:gd name="connsiteX61" fmla="*/ 834254 w 1487956"/>
                <a:gd name="connsiteY61" fmla="*/ 626792 h 744223"/>
                <a:gd name="connsiteX62" fmla="*/ 771624 w 1487956"/>
                <a:gd name="connsiteY62" fmla="*/ 673764 h 744223"/>
                <a:gd name="connsiteX63" fmla="*/ 752052 w 1487956"/>
                <a:gd name="connsiteY63" fmla="*/ 669850 h 744223"/>
                <a:gd name="connsiteX64" fmla="*/ 752052 w 1487956"/>
                <a:gd name="connsiteY64" fmla="*/ 685508 h 744223"/>
                <a:gd name="connsiteX65" fmla="*/ 759881 w 1487956"/>
                <a:gd name="connsiteY65" fmla="*/ 712908 h 744223"/>
                <a:gd name="connsiteX66" fmla="*/ 732480 w 1487956"/>
                <a:gd name="connsiteY66" fmla="*/ 689422 h 744223"/>
                <a:gd name="connsiteX67" fmla="*/ 716823 w 1487956"/>
                <a:gd name="connsiteY67" fmla="*/ 681593 h 744223"/>
                <a:gd name="connsiteX68" fmla="*/ 697251 w 1487956"/>
                <a:gd name="connsiteY68" fmla="*/ 712908 h 744223"/>
                <a:gd name="connsiteX69" fmla="*/ 650278 w 1487956"/>
                <a:gd name="connsiteY69" fmla="*/ 708994 h 744223"/>
                <a:gd name="connsiteX70" fmla="*/ 658107 w 1487956"/>
                <a:gd name="connsiteY70" fmla="*/ 701165 h 744223"/>
                <a:gd name="connsiteX71" fmla="*/ 622877 w 1487956"/>
                <a:gd name="connsiteY71" fmla="*/ 642449 h 744223"/>
                <a:gd name="connsiteX72" fmla="*/ 599391 w 1487956"/>
                <a:gd name="connsiteY72" fmla="*/ 634621 h 744223"/>
                <a:gd name="connsiteX73" fmla="*/ 575905 w 1487956"/>
                <a:gd name="connsiteY73" fmla="*/ 642449 h 744223"/>
                <a:gd name="connsiteX74" fmla="*/ 517189 w 1487956"/>
                <a:gd name="connsiteY74" fmla="*/ 665936 h 744223"/>
                <a:gd name="connsiteX75" fmla="*/ 505446 w 1487956"/>
                <a:gd name="connsiteY75" fmla="*/ 689422 h 744223"/>
                <a:gd name="connsiteX76" fmla="*/ 501532 w 1487956"/>
                <a:gd name="connsiteY76" fmla="*/ 669850 h 744223"/>
                <a:gd name="connsiteX77" fmla="*/ 481960 w 1487956"/>
                <a:gd name="connsiteY77" fmla="*/ 650278 h 744223"/>
                <a:gd name="connsiteX78" fmla="*/ 458473 w 1487956"/>
                <a:gd name="connsiteY78" fmla="*/ 673764 h 744223"/>
                <a:gd name="connsiteX79" fmla="*/ 427158 w 1487956"/>
                <a:gd name="connsiteY79" fmla="*/ 642449 h 744223"/>
                <a:gd name="connsiteX80" fmla="*/ 407586 w 1487956"/>
                <a:gd name="connsiteY80" fmla="*/ 642449 h 744223"/>
                <a:gd name="connsiteX81" fmla="*/ 388014 w 1487956"/>
                <a:gd name="connsiteY81" fmla="*/ 681593 h 744223"/>
                <a:gd name="connsiteX82" fmla="*/ 372357 w 1487956"/>
                <a:gd name="connsiteY82" fmla="*/ 681593 h 744223"/>
                <a:gd name="connsiteX83" fmla="*/ 364528 w 1487956"/>
                <a:gd name="connsiteY83" fmla="*/ 673764 h 744223"/>
                <a:gd name="connsiteX84" fmla="*/ 341042 w 1487956"/>
                <a:gd name="connsiteY84" fmla="*/ 720737 h 744223"/>
                <a:gd name="connsiteX85" fmla="*/ 329299 w 1487956"/>
                <a:gd name="connsiteY85" fmla="*/ 705079 h 744223"/>
                <a:gd name="connsiteX86" fmla="*/ 352785 w 1487956"/>
                <a:gd name="connsiteY86" fmla="*/ 669850 h 744223"/>
                <a:gd name="connsiteX87" fmla="*/ 348871 w 1487956"/>
                <a:gd name="connsiteY87" fmla="*/ 658107 h 744223"/>
                <a:gd name="connsiteX88" fmla="*/ 329299 w 1487956"/>
                <a:gd name="connsiteY88" fmla="*/ 669850 h 744223"/>
                <a:gd name="connsiteX89" fmla="*/ 325384 w 1487956"/>
                <a:gd name="connsiteY89" fmla="*/ 658107 h 744223"/>
                <a:gd name="connsiteX90" fmla="*/ 325384 w 1487956"/>
                <a:gd name="connsiteY90" fmla="*/ 634621 h 744223"/>
                <a:gd name="connsiteX91" fmla="*/ 376271 w 1487956"/>
                <a:gd name="connsiteY91" fmla="*/ 634621 h 744223"/>
                <a:gd name="connsiteX92" fmla="*/ 352785 w 1487956"/>
                <a:gd name="connsiteY92" fmla="*/ 618963 h 744223"/>
                <a:gd name="connsiteX93" fmla="*/ 391929 w 1487956"/>
                <a:gd name="connsiteY93" fmla="*/ 603305 h 744223"/>
                <a:gd name="connsiteX94" fmla="*/ 391929 w 1487956"/>
                <a:gd name="connsiteY94" fmla="*/ 583734 h 744223"/>
                <a:gd name="connsiteX95" fmla="*/ 360614 w 1487956"/>
                <a:gd name="connsiteY95" fmla="*/ 571990 h 744223"/>
                <a:gd name="connsiteX96" fmla="*/ 407586 w 1487956"/>
                <a:gd name="connsiteY96" fmla="*/ 560247 h 744223"/>
                <a:gd name="connsiteX97" fmla="*/ 380186 w 1487956"/>
                <a:gd name="connsiteY97" fmla="*/ 548504 h 744223"/>
                <a:gd name="connsiteX98" fmla="*/ 305812 w 1487956"/>
                <a:gd name="connsiteY98" fmla="*/ 556333 h 744223"/>
                <a:gd name="connsiteX99" fmla="*/ 352785 w 1487956"/>
                <a:gd name="connsiteY99" fmla="*/ 571990 h 744223"/>
                <a:gd name="connsiteX100" fmla="*/ 333213 w 1487956"/>
                <a:gd name="connsiteY100" fmla="*/ 571990 h 744223"/>
                <a:gd name="connsiteX101" fmla="*/ 274497 w 1487956"/>
                <a:gd name="connsiteY101" fmla="*/ 571990 h 744223"/>
                <a:gd name="connsiteX102" fmla="*/ 270583 w 1487956"/>
                <a:gd name="connsiteY102" fmla="*/ 618963 h 744223"/>
                <a:gd name="connsiteX103" fmla="*/ 247097 w 1487956"/>
                <a:gd name="connsiteY103" fmla="*/ 595477 h 744223"/>
                <a:gd name="connsiteX104" fmla="*/ 227525 w 1487956"/>
                <a:gd name="connsiteY104" fmla="*/ 618963 h 744223"/>
                <a:gd name="connsiteX105" fmla="*/ 223610 w 1487956"/>
                <a:gd name="connsiteY105" fmla="*/ 665936 h 744223"/>
                <a:gd name="connsiteX106" fmla="*/ 215782 w 1487956"/>
                <a:gd name="connsiteY106" fmla="*/ 650278 h 744223"/>
                <a:gd name="connsiteX107" fmla="*/ 196210 w 1487956"/>
                <a:gd name="connsiteY107" fmla="*/ 662021 h 744223"/>
                <a:gd name="connsiteX108" fmla="*/ 215782 w 1487956"/>
                <a:gd name="connsiteY108" fmla="*/ 611134 h 744223"/>
                <a:gd name="connsiteX109" fmla="*/ 168809 w 1487956"/>
                <a:gd name="connsiteY109" fmla="*/ 642449 h 744223"/>
                <a:gd name="connsiteX110" fmla="*/ 149237 w 1487956"/>
                <a:gd name="connsiteY110" fmla="*/ 630706 h 744223"/>
                <a:gd name="connsiteX111" fmla="*/ 184466 w 1487956"/>
                <a:gd name="connsiteY111" fmla="*/ 579819 h 744223"/>
                <a:gd name="connsiteX112" fmla="*/ 192295 w 1487956"/>
                <a:gd name="connsiteY112" fmla="*/ 587648 h 744223"/>
                <a:gd name="connsiteX113" fmla="*/ 227525 w 1487956"/>
                <a:gd name="connsiteY113" fmla="*/ 544590 h 744223"/>
                <a:gd name="connsiteX114" fmla="*/ 204038 w 1487956"/>
                <a:gd name="connsiteY114" fmla="*/ 509360 h 744223"/>
                <a:gd name="connsiteX115" fmla="*/ 235353 w 1487956"/>
                <a:gd name="connsiteY115" fmla="*/ 509360 h 744223"/>
                <a:gd name="connsiteX116" fmla="*/ 219696 w 1487956"/>
                <a:gd name="connsiteY116" fmla="*/ 521103 h 744223"/>
                <a:gd name="connsiteX117" fmla="*/ 290155 w 1487956"/>
                <a:gd name="connsiteY117" fmla="*/ 521103 h 744223"/>
                <a:gd name="connsiteX118" fmla="*/ 266669 w 1487956"/>
                <a:gd name="connsiteY118" fmla="*/ 501531 h 744223"/>
                <a:gd name="connsiteX119" fmla="*/ 254925 w 1487956"/>
                <a:gd name="connsiteY119" fmla="*/ 485874 h 744223"/>
                <a:gd name="connsiteX120" fmla="*/ 270583 w 1487956"/>
                <a:gd name="connsiteY120" fmla="*/ 470216 h 744223"/>
                <a:gd name="connsiteX121" fmla="*/ 301898 w 1487956"/>
                <a:gd name="connsiteY121" fmla="*/ 501531 h 744223"/>
                <a:gd name="connsiteX122" fmla="*/ 329299 w 1487956"/>
                <a:gd name="connsiteY122" fmla="*/ 462388 h 744223"/>
                <a:gd name="connsiteX123" fmla="*/ 333213 w 1487956"/>
                <a:gd name="connsiteY123" fmla="*/ 431073 h 744223"/>
                <a:gd name="connsiteX124" fmla="*/ 344956 w 1487956"/>
                <a:gd name="connsiteY124" fmla="*/ 431073 h 744223"/>
                <a:gd name="connsiteX125" fmla="*/ 333213 w 1487956"/>
                <a:gd name="connsiteY125" fmla="*/ 407586 h 744223"/>
                <a:gd name="connsiteX126" fmla="*/ 344956 w 1487956"/>
                <a:gd name="connsiteY126" fmla="*/ 391929 h 744223"/>
                <a:gd name="connsiteX127" fmla="*/ 313641 w 1487956"/>
                <a:gd name="connsiteY127" fmla="*/ 384100 h 744223"/>
                <a:gd name="connsiteX128" fmla="*/ 352785 w 1487956"/>
                <a:gd name="connsiteY128" fmla="*/ 344956 h 744223"/>
                <a:gd name="connsiteX129" fmla="*/ 419329 w 1487956"/>
                <a:gd name="connsiteY129" fmla="*/ 423244 h 744223"/>
                <a:gd name="connsiteX130" fmla="*/ 415415 w 1487956"/>
                <a:gd name="connsiteY130" fmla="*/ 395843 h 744223"/>
                <a:gd name="connsiteX131" fmla="*/ 438901 w 1487956"/>
                <a:gd name="connsiteY131" fmla="*/ 360614 h 744223"/>
                <a:gd name="connsiteX132" fmla="*/ 470216 w 1487956"/>
                <a:gd name="connsiteY132" fmla="*/ 333213 h 744223"/>
                <a:gd name="connsiteX133" fmla="*/ 458473 w 1487956"/>
                <a:gd name="connsiteY133" fmla="*/ 313641 h 744223"/>
                <a:gd name="connsiteX134" fmla="*/ 501532 w 1487956"/>
                <a:gd name="connsiteY134" fmla="*/ 344956 h 744223"/>
                <a:gd name="connsiteX135" fmla="*/ 571990 w 1487956"/>
                <a:gd name="connsiteY135" fmla="*/ 301898 h 744223"/>
                <a:gd name="connsiteX136" fmla="*/ 536761 w 1487956"/>
                <a:gd name="connsiteY136" fmla="*/ 282326 h 744223"/>
                <a:gd name="connsiteX137" fmla="*/ 532847 w 1487956"/>
                <a:gd name="connsiteY137" fmla="*/ 270583 h 744223"/>
                <a:gd name="connsiteX138" fmla="*/ 517189 w 1487956"/>
                <a:gd name="connsiteY138" fmla="*/ 262754 h 744223"/>
                <a:gd name="connsiteX139" fmla="*/ 579819 w 1487956"/>
                <a:gd name="connsiteY139" fmla="*/ 286240 h 744223"/>
                <a:gd name="connsiteX140" fmla="*/ 603306 w 1487956"/>
                <a:gd name="connsiteY140" fmla="*/ 297984 h 744223"/>
                <a:gd name="connsiteX141" fmla="*/ 646364 w 1487956"/>
                <a:gd name="connsiteY141" fmla="*/ 297984 h 744223"/>
                <a:gd name="connsiteX142" fmla="*/ 669850 w 1487956"/>
                <a:gd name="connsiteY142" fmla="*/ 297984 h 744223"/>
                <a:gd name="connsiteX143" fmla="*/ 658107 w 1487956"/>
                <a:gd name="connsiteY143" fmla="*/ 317555 h 744223"/>
                <a:gd name="connsiteX144" fmla="*/ 665936 w 1487956"/>
                <a:gd name="connsiteY144" fmla="*/ 344956 h 744223"/>
                <a:gd name="connsiteX145" fmla="*/ 697251 w 1487956"/>
                <a:gd name="connsiteY145" fmla="*/ 297984 h 744223"/>
                <a:gd name="connsiteX146" fmla="*/ 705079 w 1487956"/>
                <a:gd name="connsiteY146" fmla="*/ 286240 h 744223"/>
                <a:gd name="connsiteX147" fmla="*/ 740309 w 1487956"/>
                <a:gd name="connsiteY147" fmla="*/ 305812 h 744223"/>
                <a:gd name="connsiteX148" fmla="*/ 806853 w 1487956"/>
                <a:gd name="connsiteY148" fmla="*/ 290155 h 744223"/>
                <a:gd name="connsiteX149" fmla="*/ 787282 w 1487956"/>
                <a:gd name="connsiteY149" fmla="*/ 219696 h 744223"/>
                <a:gd name="connsiteX150" fmla="*/ 775538 w 1487956"/>
                <a:gd name="connsiteY150" fmla="*/ 247097 h 744223"/>
                <a:gd name="connsiteX151" fmla="*/ 724651 w 1487956"/>
                <a:gd name="connsiteY151" fmla="*/ 235353 h 744223"/>
                <a:gd name="connsiteX152" fmla="*/ 767710 w 1487956"/>
                <a:gd name="connsiteY152" fmla="*/ 176638 h 744223"/>
                <a:gd name="connsiteX153" fmla="*/ 759881 w 1487956"/>
                <a:gd name="connsiteY153" fmla="*/ 153151 h 744223"/>
                <a:gd name="connsiteX154" fmla="*/ 720737 w 1487956"/>
                <a:gd name="connsiteY154" fmla="*/ 129665 h 744223"/>
                <a:gd name="connsiteX155" fmla="*/ 736395 w 1487956"/>
                <a:gd name="connsiteY155" fmla="*/ 121836 h 744223"/>
                <a:gd name="connsiteX156" fmla="*/ 736395 w 1487956"/>
                <a:gd name="connsiteY156" fmla="*/ 82692 h 744223"/>
                <a:gd name="connsiteX157" fmla="*/ 693336 w 1487956"/>
                <a:gd name="connsiteY157" fmla="*/ 94436 h 744223"/>
                <a:gd name="connsiteX158" fmla="*/ 665936 w 1487956"/>
                <a:gd name="connsiteY158" fmla="*/ 90521 h 744223"/>
                <a:gd name="connsiteX159" fmla="*/ 681593 w 1487956"/>
                <a:gd name="connsiteY159" fmla="*/ 98350 h 744223"/>
                <a:gd name="connsiteX160" fmla="*/ 642449 w 1487956"/>
                <a:gd name="connsiteY160" fmla="*/ 114008 h 744223"/>
                <a:gd name="connsiteX161" fmla="*/ 673764 w 1487956"/>
                <a:gd name="connsiteY161" fmla="*/ 137494 h 744223"/>
                <a:gd name="connsiteX162" fmla="*/ 665936 w 1487956"/>
                <a:gd name="connsiteY162" fmla="*/ 149237 h 744223"/>
                <a:gd name="connsiteX163" fmla="*/ 638535 w 1487956"/>
                <a:gd name="connsiteY163" fmla="*/ 149237 h 744223"/>
                <a:gd name="connsiteX164" fmla="*/ 642449 w 1487956"/>
                <a:gd name="connsiteY164" fmla="*/ 129665 h 744223"/>
                <a:gd name="connsiteX165" fmla="*/ 603306 w 1487956"/>
                <a:gd name="connsiteY165" fmla="*/ 98350 h 744223"/>
                <a:gd name="connsiteX166" fmla="*/ 634621 w 1487956"/>
                <a:gd name="connsiteY166" fmla="*/ 67035 h 744223"/>
                <a:gd name="connsiteX167" fmla="*/ 626792 w 1487956"/>
                <a:gd name="connsiteY167" fmla="*/ 55292 h 744223"/>
                <a:gd name="connsiteX168" fmla="*/ 607220 w 1487956"/>
                <a:gd name="connsiteY168" fmla="*/ 78778 h 744223"/>
                <a:gd name="connsiteX169" fmla="*/ 587648 w 1487956"/>
                <a:gd name="connsiteY169" fmla="*/ 55292 h 744223"/>
                <a:gd name="connsiteX170" fmla="*/ 571990 w 1487956"/>
                <a:gd name="connsiteY170" fmla="*/ 110093 h 744223"/>
                <a:gd name="connsiteX171" fmla="*/ 544590 w 1487956"/>
                <a:gd name="connsiteY171" fmla="*/ 110093 h 744223"/>
                <a:gd name="connsiteX172" fmla="*/ 532847 w 1487956"/>
                <a:gd name="connsiteY172" fmla="*/ 125751 h 744223"/>
                <a:gd name="connsiteX173" fmla="*/ 568076 w 1487956"/>
                <a:gd name="connsiteY173" fmla="*/ 125751 h 744223"/>
                <a:gd name="connsiteX174" fmla="*/ 587648 w 1487956"/>
                <a:gd name="connsiteY174" fmla="*/ 145323 h 744223"/>
                <a:gd name="connsiteX175" fmla="*/ 579819 w 1487956"/>
                <a:gd name="connsiteY175" fmla="*/ 153151 h 744223"/>
                <a:gd name="connsiteX176" fmla="*/ 595477 w 1487956"/>
                <a:gd name="connsiteY176" fmla="*/ 164894 h 744223"/>
                <a:gd name="connsiteX177" fmla="*/ 571990 w 1487956"/>
                <a:gd name="connsiteY177" fmla="*/ 215781 h 744223"/>
                <a:gd name="connsiteX178" fmla="*/ 587648 w 1487956"/>
                <a:gd name="connsiteY178" fmla="*/ 223610 h 744223"/>
                <a:gd name="connsiteX179" fmla="*/ 540675 w 1487956"/>
                <a:gd name="connsiteY179" fmla="*/ 251011 h 744223"/>
                <a:gd name="connsiteX180" fmla="*/ 521103 w 1487956"/>
                <a:gd name="connsiteY180" fmla="*/ 219696 h 744223"/>
                <a:gd name="connsiteX181" fmla="*/ 513275 w 1487956"/>
                <a:gd name="connsiteY181" fmla="*/ 227525 h 744223"/>
                <a:gd name="connsiteX182" fmla="*/ 493703 w 1487956"/>
                <a:gd name="connsiteY182" fmla="*/ 211867 h 744223"/>
                <a:gd name="connsiteX183" fmla="*/ 438901 w 1487956"/>
                <a:gd name="connsiteY183" fmla="*/ 243182 h 744223"/>
                <a:gd name="connsiteX184" fmla="*/ 407586 w 1487956"/>
                <a:gd name="connsiteY184" fmla="*/ 211867 h 744223"/>
                <a:gd name="connsiteX185" fmla="*/ 368442 w 1487956"/>
                <a:gd name="connsiteY185" fmla="*/ 231439 h 744223"/>
                <a:gd name="connsiteX186" fmla="*/ 419329 w 1487956"/>
                <a:gd name="connsiteY186" fmla="*/ 251011 h 744223"/>
                <a:gd name="connsiteX187" fmla="*/ 415415 w 1487956"/>
                <a:gd name="connsiteY187" fmla="*/ 270583 h 744223"/>
                <a:gd name="connsiteX188" fmla="*/ 438901 w 1487956"/>
                <a:gd name="connsiteY188" fmla="*/ 305812 h 744223"/>
                <a:gd name="connsiteX189" fmla="*/ 411501 w 1487956"/>
                <a:gd name="connsiteY189" fmla="*/ 282326 h 744223"/>
                <a:gd name="connsiteX190" fmla="*/ 388014 w 1487956"/>
                <a:gd name="connsiteY190" fmla="*/ 290155 h 744223"/>
                <a:gd name="connsiteX191" fmla="*/ 372357 w 1487956"/>
                <a:gd name="connsiteY191" fmla="*/ 243182 h 744223"/>
                <a:gd name="connsiteX192" fmla="*/ 360614 w 1487956"/>
                <a:gd name="connsiteY192" fmla="*/ 297984 h 744223"/>
                <a:gd name="connsiteX193" fmla="*/ 294069 w 1487956"/>
                <a:gd name="connsiteY193" fmla="*/ 290155 h 744223"/>
                <a:gd name="connsiteX194" fmla="*/ 278412 w 1487956"/>
                <a:gd name="connsiteY194" fmla="*/ 313641 h 744223"/>
                <a:gd name="connsiteX195" fmla="*/ 290155 w 1487956"/>
                <a:gd name="connsiteY195" fmla="*/ 313641 h 744223"/>
                <a:gd name="connsiteX196" fmla="*/ 254925 w 1487956"/>
                <a:gd name="connsiteY196" fmla="*/ 305812 h 744223"/>
                <a:gd name="connsiteX197" fmla="*/ 227525 w 1487956"/>
                <a:gd name="connsiteY197" fmla="*/ 317555 h 744223"/>
                <a:gd name="connsiteX198" fmla="*/ 219696 w 1487956"/>
                <a:gd name="connsiteY198" fmla="*/ 305812 h 744223"/>
                <a:gd name="connsiteX199" fmla="*/ 215782 w 1487956"/>
                <a:gd name="connsiteY199" fmla="*/ 337127 h 744223"/>
                <a:gd name="connsiteX200" fmla="*/ 176638 w 1487956"/>
                <a:gd name="connsiteY200" fmla="*/ 290155 h 744223"/>
                <a:gd name="connsiteX201" fmla="*/ 168809 w 1487956"/>
                <a:gd name="connsiteY201" fmla="*/ 297984 h 744223"/>
                <a:gd name="connsiteX202" fmla="*/ 204038 w 1487956"/>
                <a:gd name="connsiteY202" fmla="*/ 274497 h 744223"/>
                <a:gd name="connsiteX203" fmla="*/ 200124 w 1487956"/>
                <a:gd name="connsiteY203" fmla="*/ 251011 h 744223"/>
                <a:gd name="connsiteX204" fmla="*/ 157066 w 1487956"/>
                <a:gd name="connsiteY204" fmla="*/ 251011 h 744223"/>
                <a:gd name="connsiteX205" fmla="*/ 164895 w 1487956"/>
                <a:gd name="connsiteY205" fmla="*/ 219696 h 744223"/>
                <a:gd name="connsiteX206" fmla="*/ 133579 w 1487956"/>
                <a:gd name="connsiteY206" fmla="*/ 207953 h 744223"/>
                <a:gd name="connsiteX207" fmla="*/ 157066 w 1487956"/>
                <a:gd name="connsiteY207" fmla="*/ 176638 h 744223"/>
                <a:gd name="connsiteX208" fmla="*/ 110093 w 1487956"/>
                <a:gd name="connsiteY208" fmla="*/ 168809 h 744223"/>
                <a:gd name="connsiteX209" fmla="*/ 110093 w 1487956"/>
                <a:gd name="connsiteY209" fmla="*/ 157066 h 744223"/>
                <a:gd name="connsiteX210" fmla="*/ 82692 w 1487956"/>
                <a:gd name="connsiteY210" fmla="*/ 180552 h 744223"/>
                <a:gd name="connsiteX211" fmla="*/ 94436 w 1487956"/>
                <a:gd name="connsiteY211" fmla="*/ 157066 h 744223"/>
                <a:gd name="connsiteX212" fmla="*/ 70949 w 1487956"/>
                <a:gd name="connsiteY212" fmla="*/ 153151 h 744223"/>
                <a:gd name="connsiteX213" fmla="*/ 78778 w 1487956"/>
                <a:gd name="connsiteY213" fmla="*/ 125751 h 744223"/>
                <a:gd name="connsiteX214" fmla="*/ 16148 w 1487956"/>
                <a:gd name="connsiteY214" fmla="*/ 125751 h 744223"/>
                <a:gd name="connsiteX215" fmla="*/ 16148 w 1487956"/>
                <a:gd name="connsiteY215" fmla="*/ 192295 h 744223"/>
                <a:gd name="connsiteX216" fmla="*/ 31805 w 1487956"/>
                <a:gd name="connsiteY216" fmla="*/ 231439 h 744223"/>
                <a:gd name="connsiteX217" fmla="*/ 16148 w 1487956"/>
                <a:gd name="connsiteY217" fmla="*/ 262754 h 744223"/>
                <a:gd name="connsiteX218" fmla="*/ 20062 w 1487956"/>
                <a:gd name="connsiteY218" fmla="*/ 329299 h 744223"/>
                <a:gd name="connsiteX219" fmla="*/ 70949 w 1487956"/>
                <a:gd name="connsiteY219" fmla="*/ 372357 h 744223"/>
                <a:gd name="connsiteX220" fmla="*/ 47463 w 1487956"/>
                <a:gd name="connsiteY220" fmla="*/ 380186 h 744223"/>
                <a:gd name="connsiteX221" fmla="*/ 67035 w 1487956"/>
                <a:gd name="connsiteY221" fmla="*/ 423244 h 744223"/>
                <a:gd name="connsiteX222" fmla="*/ 31805 w 1487956"/>
                <a:gd name="connsiteY222" fmla="*/ 427158 h 744223"/>
                <a:gd name="connsiteX223" fmla="*/ 43549 w 1487956"/>
                <a:gd name="connsiteY223" fmla="*/ 493703 h 744223"/>
                <a:gd name="connsiteX224" fmla="*/ 31805 w 1487956"/>
                <a:gd name="connsiteY224" fmla="*/ 493703 h 744223"/>
                <a:gd name="connsiteX225" fmla="*/ 23977 w 1487956"/>
                <a:gd name="connsiteY225" fmla="*/ 454559 h 744223"/>
                <a:gd name="connsiteX226" fmla="*/ 490 w 1487956"/>
                <a:gd name="connsiteY226" fmla="*/ 485874 h 744223"/>
                <a:gd name="connsiteX227" fmla="*/ 4405 w 1487956"/>
                <a:gd name="connsiteY227" fmla="*/ 110093 h 744223"/>
                <a:gd name="connsiteX228" fmla="*/ 133579 w 1487956"/>
                <a:gd name="connsiteY228" fmla="*/ 490 h 74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1487956" h="744223">
                  <a:moveTo>
                    <a:pt x="133579" y="490"/>
                  </a:moveTo>
                  <a:cubicBezTo>
                    <a:pt x="545905" y="-817"/>
                    <a:pt x="958215" y="490"/>
                    <a:pt x="1370525" y="4405"/>
                  </a:cubicBezTo>
                  <a:cubicBezTo>
                    <a:pt x="1437484" y="22207"/>
                    <a:pt x="1476628" y="65265"/>
                    <a:pt x="1487956" y="133579"/>
                  </a:cubicBezTo>
                  <a:cubicBezTo>
                    <a:pt x="1487956" y="258840"/>
                    <a:pt x="1487956" y="384100"/>
                    <a:pt x="1487956" y="509360"/>
                  </a:cubicBezTo>
                  <a:cubicBezTo>
                    <a:pt x="1473865" y="606915"/>
                    <a:pt x="1421670" y="674759"/>
                    <a:pt x="1331381" y="712908"/>
                  </a:cubicBezTo>
                  <a:cubicBezTo>
                    <a:pt x="1311050" y="711178"/>
                    <a:pt x="1311050" y="707264"/>
                    <a:pt x="1331381" y="701165"/>
                  </a:cubicBezTo>
                  <a:cubicBezTo>
                    <a:pt x="1314557" y="692146"/>
                    <a:pt x="1300207" y="680403"/>
                    <a:pt x="1288323" y="665936"/>
                  </a:cubicBezTo>
                  <a:cubicBezTo>
                    <a:pt x="1269909" y="695904"/>
                    <a:pt x="1254252" y="693297"/>
                    <a:pt x="1241350" y="658107"/>
                  </a:cubicBezTo>
                  <a:cubicBezTo>
                    <a:pt x="1238743" y="660714"/>
                    <a:pt x="1236128" y="663329"/>
                    <a:pt x="1233521" y="665936"/>
                  </a:cubicBezTo>
                  <a:cubicBezTo>
                    <a:pt x="1222287" y="652541"/>
                    <a:pt x="1207929" y="643404"/>
                    <a:pt x="1190463" y="638535"/>
                  </a:cubicBezTo>
                  <a:cubicBezTo>
                    <a:pt x="1191395" y="628506"/>
                    <a:pt x="1187480" y="619370"/>
                    <a:pt x="1178720" y="611134"/>
                  </a:cubicBezTo>
                  <a:cubicBezTo>
                    <a:pt x="1155226" y="610539"/>
                    <a:pt x="1153926" y="619675"/>
                    <a:pt x="1174806" y="638535"/>
                  </a:cubicBezTo>
                  <a:cubicBezTo>
                    <a:pt x="1172198" y="639842"/>
                    <a:pt x="1169584" y="641142"/>
                    <a:pt x="1166977" y="642449"/>
                  </a:cubicBezTo>
                  <a:cubicBezTo>
                    <a:pt x="1156392" y="634480"/>
                    <a:pt x="1148564" y="624044"/>
                    <a:pt x="1143490" y="611134"/>
                  </a:cubicBezTo>
                  <a:cubicBezTo>
                    <a:pt x="1134808" y="619668"/>
                    <a:pt x="1126980" y="619668"/>
                    <a:pt x="1120004" y="611134"/>
                  </a:cubicBezTo>
                  <a:cubicBezTo>
                    <a:pt x="1135489" y="600934"/>
                    <a:pt x="1135489" y="587891"/>
                    <a:pt x="1120004" y="571990"/>
                  </a:cubicBezTo>
                  <a:cubicBezTo>
                    <a:pt x="1123050" y="586889"/>
                    <a:pt x="1116528" y="599939"/>
                    <a:pt x="1100432" y="611134"/>
                  </a:cubicBezTo>
                  <a:cubicBezTo>
                    <a:pt x="1096518" y="608527"/>
                    <a:pt x="1092603" y="605913"/>
                    <a:pt x="1088689" y="603305"/>
                  </a:cubicBezTo>
                  <a:cubicBezTo>
                    <a:pt x="1099125" y="595477"/>
                    <a:pt x="1099125" y="587648"/>
                    <a:pt x="1088689" y="579819"/>
                  </a:cubicBezTo>
                  <a:cubicBezTo>
                    <a:pt x="1047885" y="579796"/>
                    <a:pt x="1047885" y="570660"/>
                    <a:pt x="1088689" y="552418"/>
                  </a:cubicBezTo>
                  <a:cubicBezTo>
                    <a:pt x="1086082" y="549811"/>
                    <a:pt x="1083467" y="547197"/>
                    <a:pt x="1080860" y="544590"/>
                  </a:cubicBezTo>
                  <a:cubicBezTo>
                    <a:pt x="1110860" y="517588"/>
                    <a:pt x="1127817" y="521503"/>
                    <a:pt x="1131747" y="556333"/>
                  </a:cubicBezTo>
                  <a:cubicBezTo>
                    <a:pt x="1142105" y="538021"/>
                    <a:pt x="1153848" y="521064"/>
                    <a:pt x="1166977" y="505446"/>
                  </a:cubicBezTo>
                  <a:cubicBezTo>
                    <a:pt x="1156541" y="502839"/>
                    <a:pt x="1146097" y="500224"/>
                    <a:pt x="1135662" y="497617"/>
                  </a:cubicBezTo>
                  <a:cubicBezTo>
                    <a:pt x="1144837" y="482993"/>
                    <a:pt x="1143530" y="468635"/>
                    <a:pt x="1131747" y="454559"/>
                  </a:cubicBezTo>
                  <a:cubicBezTo>
                    <a:pt x="1129140" y="462388"/>
                    <a:pt x="1126526" y="470216"/>
                    <a:pt x="1123919" y="478045"/>
                  </a:cubicBezTo>
                  <a:cubicBezTo>
                    <a:pt x="1118697" y="467609"/>
                    <a:pt x="1113483" y="457166"/>
                    <a:pt x="1108261" y="446730"/>
                  </a:cubicBezTo>
                  <a:cubicBezTo>
                    <a:pt x="1106296" y="461863"/>
                    <a:pt x="1102382" y="476213"/>
                    <a:pt x="1096518" y="489788"/>
                  </a:cubicBezTo>
                  <a:cubicBezTo>
                    <a:pt x="1100096" y="493029"/>
                    <a:pt x="1102710" y="496944"/>
                    <a:pt x="1104347" y="501531"/>
                  </a:cubicBezTo>
                  <a:cubicBezTo>
                    <a:pt x="1088579" y="514707"/>
                    <a:pt x="1075537" y="530365"/>
                    <a:pt x="1065203" y="548504"/>
                  </a:cubicBezTo>
                  <a:cubicBezTo>
                    <a:pt x="1047972" y="536322"/>
                    <a:pt x="1047972" y="527186"/>
                    <a:pt x="1065203" y="521103"/>
                  </a:cubicBezTo>
                  <a:cubicBezTo>
                    <a:pt x="1056059" y="510096"/>
                    <a:pt x="1058666" y="500968"/>
                    <a:pt x="1073032" y="493703"/>
                  </a:cubicBezTo>
                  <a:cubicBezTo>
                    <a:pt x="1063840" y="472925"/>
                    <a:pt x="1052097" y="459882"/>
                    <a:pt x="1037802" y="454559"/>
                  </a:cubicBezTo>
                  <a:cubicBezTo>
                    <a:pt x="1025409" y="467884"/>
                    <a:pt x="1029323" y="478327"/>
                    <a:pt x="1049545" y="485874"/>
                  </a:cubicBezTo>
                  <a:cubicBezTo>
                    <a:pt x="1027930" y="506596"/>
                    <a:pt x="1008358" y="503982"/>
                    <a:pt x="990829" y="478045"/>
                  </a:cubicBezTo>
                  <a:cubicBezTo>
                    <a:pt x="983259" y="487267"/>
                    <a:pt x="979345" y="497703"/>
                    <a:pt x="979086" y="509360"/>
                  </a:cubicBezTo>
                  <a:cubicBezTo>
                    <a:pt x="972627" y="516296"/>
                    <a:pt x="964799" y="518903"/>
                    <a:pt x="955600" y="517189"/>
                  </a:cubicBezTo>
                  <a:cubicBezTo>
                    <a:pt x="954332" y="533058"/>
                    <a:pt x="955639" y="548715"/>
                    <a:pt x="959514" y="564162"/>
                  </a:cubicBezTo>
                  <a:cubicBezTo>
                    <a:pt x="962121" y="558940"/>
                    <a:pt x="964736" y="553726"/>
                    <a:pt x="967343" y="548504"/>
                  </a:cubicBezTo>
                  <a:cubicBezTo>
                    <a:pt x="983181" y="566267"/>
                    <a:pt x="989702" y="587147"/>
                    <a:pt x="986915" y="611134"/>
                  </a:cubicBezTo>
                  <a:cubicBezTo>
                    <a:pt x="998110" y="611753"/>
                    <a:pt x="1008554" y="609146"/>
                    <a:pt x="1018230" y="603305"/>
                  </a:cubicBezTo>
                  <a:cubicBezTo>
                    <a:pt x="1021448" y="609271"/>
                    <a:pt x="1022747" y="617100"/>
                    <a:pt x="1022145" y="626792"/>
                  </a:cubicBezTo>
                  <a:cubicBezTo>
                    <a:pt x="1024752" y="629399"/>
                    <a:pt x="1027366" y="632014"/>
                    <a:pt x="1029973" y="634621"/>
                  </a:cubicBezTo>
                  <a:cubicBezTo>
                    <a:pt x="1041583" y="615472"/>
                    <a:pt x="1050712" y="618086"/>
                    <a:pt x="1057374" y="642449"/>
                  </a:cubicBezTo>
                  <a:cubicBezTo>
                    <a:pt x="1047893" y="652000"/>
                    <a:pt x="1047893" y="661137"/>
                    <a:pt x="1057374" y="669850"/>
                  </a:cubicBezTo>
                  <a:cubicBezTo>
                    <a:pt x="1043274" y="672332"/>
                    <a:pt x="1040667" y="677554"/>
                    <a:pt x="1049545" y="685508"/>
                  </a:cubicBezTo>
                  <a:cubicBezTo>
                    <a:pt x="1044323" y="690729"/>
                    <a:pt x="1039109" y="690729"/>
                    <a:pt x="1033888" y="685508"/>
                  </a:cubicBezTo>
                  <a:cubicBezTo>
                    <a:pt x="1008757" y="650278"/>
                    <a:pt x="1000929" y="651578"/>
                    <a:pt x="1010401" y="689422"/>
                  </a:cubicBezTo>
                  <a:cubicBezTo>
                    <a:pt x="1020172" y="693649"/>
                    <a:pt x="1029308" y="698871"/>
                    <a:pt x="1037802" y="705079"/>
                  </a:cubicBezTo>
                  <a:cubicBezTo>
                    <a:pt x="1052043" y="689140"/>
                    <a:pt x="1066401" y="687833"/>
                    <a:pt x="1080860" y="701165"/>
                  </a:cubicBezTo>
                  <a:cubicBezTo>
                    <a:pt x="1074965" y="712806"/>
                    <a:pt x="1068444" y="714114"/>
                    <a:pt x="1061288" y="705079"/>
                  </a:cubicBezTo>
                  <a:cubicBezTo>
                    <a:pt x="1053679" y="719210"/>
                    <a:pt x="1044543" y="732261"/>
                    <a:pt x="1033888" y="744223"/>
                  </a:cubicBezTo>
                  <a:cubicBezTo>
                    <a:pt x="1024243" y="739174"/>
                    <a:pt x="1013807" y="737874"/>
                    <a:pt x="1002573" y="740309"/>
                  </a:cubicBezTo>
                  <a:cubicBezTo>
                    <a:pt x="1005180" y="732480"/>
                    <a:pt x="1007794" y="724651"/>
                    <a:pt x="1010401" y="716823"/>
                  </a:cubicBezTo>
                  <a:cubicBezTo>
                    <a:pt x="995355" y="705706"/>
                    <a:pt x="984919" y="691356"/>
                    <a:pt x="979086" y="673764"/>
                  </a:cubicBezTo>
                  <a:cubicBezTo>
                    <a:pt x="973207" y="680622"/>
                    <a:pt x="969292" y="688451"/>
                    <a:pt x="967343" y="697251"/>
                  </a:cubicBezTo>
                  <a:cubicBezTo>
                    <a:pt x="957072" y="680356"/>
                    <a:pt x="944029" y="677749"/>
                    <a:pt x="928199" y="689422"/>
                  </a:cubicBezTo>
                  <a:cubicBezTo>
                    <a:pt x="921036" y="682940"/>
                    <a:pt x="915822" y="675111"/>
                    <a:pt x="912542" y="665936"/>
                  </a:cubicBezTo>
                  <a:cubicBezTo>
                    <a:pt x="909935" y="668543"/>
                    <a:pt x="907320" y="671157"/>
                    <a:pt x="904713" y="673764"/>
                  </a:cubicBezTo>
                  <a:cubicBezTo>
                    <a:pt x="889055" y="663329"/>
                    <a:pt x="876005" y="650278"/>
                    <a:pt x="865569" y="634621"/>
                  </a:cubicBezTo>
                  <a:cubicBezTo>
                    <a:pt x="862962" y="639842"/>
                    <a:pt x="860347" y="645056"/>
                    <a:pt x="857740" y="650278"/>
                  </a:cubicBezTo>
                  <a:cubicBezTo>
                    <a:pt x="849912" y="642449"/>
                    <a:pt x="842083" y="634621"/>
                    <a:pt x="834254" y="626792"/>
                  </a:cubicBezTo>
                  <a:cubicBezTo>
                    <a:pt x="811300" y="634276"/>
                    <a:pt x="790421" y="649934"/>
                    <a:pt x="771624" y="673764"/>
                  </a:cubicBezTo>
                  <a:cubicBezTo>
                    <a:pt x="766003" y="666319"/>
                    <a:pt x="759482" y="665020"/>
                    <a:pt x="752052" y="669850"/>
                  </a:cubicBezTo>
                  <a:cubicBezTo>
                    <a:pt x="762488" y="675072"/>
                    <a:pt x="762488" y="680286"/>
                    <a:pt x="752052" y="685508"/>
                  </a:cubicBezTo>
                  <a:cubicBezTo>
                    <a:pt x="785771" y="693501"/>
                    <a:pt x="788385" y="702637"/>
                    <a:pt x="759881" y="712908"/>
                  </a:cubicBezTo>
                  <a:cubicBezTo>
                    <a:pt x="747089" y="709244"/>
                    <a:pt x="737960" y="701415"/>
                    <a:pt x="732480" y="689422"/>
                  </a:cubicBezTo>
                  <a:cubicBezTo>
                    <a:pt x="724526" y="698300"/>
                    <a:pt x="719304" y="695693"/>
                    <a:pt x="716823" y="681593"/>
                  </a:cubicBezTo>
                  <a:cubicBezTo>
                    <a:pt x="702386" y="691074"/>
                    <a:pt x="695857" y="701510"/>
                    <a:pt x="697251" y="712908"/>
                  </a:cubicBezTo>
                  <a:cubicBezTo>
                    <a:pt x="682822" y="710912"/>
                    <a:pt x="667165" y="709604"/>
                    <a:pt x="650278" y="708994"/>
                  </a:cubicBezTo>
                  <a:cubicBezTo>
                    <a:pt x="652885" y="706387"/>
                    <a:pt x="655500" y="703772"/>
                    <a:pt x="658107" y="701165"/>
                  </a:cubicBezTo>
                  <a:cubicBezTo>
                    <a:pt x="639490" y="686173"/>
                    <a:pt x="627747" y="666601"/>
                    <a:pt x="622877" y="642449"/>
                  </a:cubicBezTo>
                  <a:cubicBezTo>
                    <a:pt x="613796" y="660432"/>
                    <a:pt x="605967" y="657825"/>
                    <a:pt x="599391" y="634621"/>
                  </a:cubicBezTo>
                  <a:cubicBezTo>
                    <a:pt x="594655" y="650129"/>
                    <a:pt x="586826" y="652744"/>
                    <a:pt x="575905" y="642449"/>
                  </a:cubicBezTo>
                  <a:cubicBezTo>
                    <a:pt x="556779" y="651006"/>
                    <a:pt x="537207" y="658835"/>
                    <a:pt x="517189" y="665936"/>
                  </a:cubicBezTo>
                  <a:cubicBezTo>
                    <a:pt x="511310" y="672793"/>
                    <a:pt x="507395" y="680622"/>
                    <a:pt x="505446" y="689422"/>
                  </a:cubicBezTo>
                  <a:cubicBezTo>
                    <a:pt x="484042" y="682674"/>
                    <a:pt x="482735" y="676152"/>
                    <a:pt x="501532" y="669850"/>
                  </a:cubicBezTo>
                  <a:cubicBezTo>
                    <a:pt x="492395" y="665936"/>
                    <a:pt x="485874" y="659414"/>
                    <a:pt x="481960" y="650278"/>
                  </a:cubicBezTo>
                  <a:cubicBezTo>
                    <a:pt x="474131" y="658107"/>
                    <a:pt x="466302" y="665936"/>
                    <a:pt x="458473" y="673764"/>
                  </a:cubicBezTo>
                  <a:cubicBezTo>
                    <a:pt x="446182" y="665043"/>
                    <a:pt x="435746" y="654607"/>
                    <a:pt x="427158" y="642449"/>
                  </a:cubicBezTo>
                  <a:cubicBezTo>
                    <a:pt x="422257" y="661951"/>
                    <a:pt x="415736" y="661951"/>
                    <a:pt x="407586" y="642449"/>
                  </a:cubicBezTo>
                  <a:cubicBezTo>
                    <a:pt x="402208" y="656337"/>
                    <a:pt x="395687" y="669388"/>
                    <a:pt x="388014" y="681593"/>
                  </a:cubicBezTo>
                  <a:cubicBezTo>
                    <a:pt x="382793" y="660714"/>
                    <a:pt x="377579" y="660714"/>
                    <a:pt x="372357" y="681593"/>
                  </a:cubicBezTo>
                  <a:cubicBezTo>
                    <a:pt x="369750" y="678986"/>
                    <a:pt x="367135" y="676371"/>
                    <a:pt x="364528" y="673764"/>
                  </a:cubicBezTo>
                  <a:cubicBezTo>
                    <a:pt x="353263" y="687661"/>
                    <a:pt x="345434" y="703318"/>
                    <a:pt x="341042" y="720737"/>
                  </a:cubicBezTo>
                  <a:cubicBezTo>
                    <a:pt x="335624" y="716627"/>
                    <a:pt x="331710" y="711405"/>
                    <a:pt x="329299" y="705079"/>
                  </a:cubicBezTo>
                  <a:cubicBezTo>
                    <a:pt x="338779" y="694323"/>
                    <a:pt x="346608" y="682579"/>
                    <a:pt x="352785" y="669850"/>
                  </a:cubicBezTo>
                  <a:cubicBezTo>
                    <a:pt x="351477" y="665936"/>
                    <a:pt x="350178" y="662021"/>
                    <a:pt x="348871" y="658107"/>
                  </a:cubicBezTo>
                  <a:cubicBezTo>
                    <a:pt x="345559" y="669505"/>
                    <a:pt x="339038" y="673420"/>
                    <a:pt x="329299" y="669850"/>
                  </a:cubicBezTo>
                  <a:cubicBezTo>
                    <a:pt x="339734" y="655445"/>
                    <a:pt x="338427" y="651530"/>
                    <a:pt x="325384" y="658107"/>
                  </a:cubicBezTo>
                  <a:cubicBezTo>
                    <a:pt x="320162" y="650278"/>
                    <a:pt x="320162" y="642449"/>
                    <a:pt x="325384" y="634621"/>
                  </a:cubicBezTo>
                  <a:cubicBezTo>
                    <a:pt x="342130" y="644555"/>
                    <a:pt x="359087" y="644555"/>
                    <a:pt x="376271" y="634621"/>
                  </a:cubicBezTo>
                  <a:cubicBezTo>
                    <a:pt x="366423" y="638660"/>
                    <a:pt x="358594" y="633446"/>
                    <a:pt x="352785" y="618963"/>
                  </a:cubicBezTo>
                  <a:cubicBezTo>
                    <a:pt x="365836" y="613741"/>
                    <a:pt x="378878" y="608527"/>
                    <a:pt x="391929" y="603305"/>
                  </a:cubicBezTo>
                  <a:cubicBezTo>
                    <a:pt x="382996" y="596064"/>
                    <a:pt x="382996" y="589535"/>
                    <a:pt x="391929" y="583734"/>
                  </a:cubicBezTo>
                  <a:cubicBezTo>
                    <a:pt x="380671" y="582019"/>
                    <a:pt x="370235" y="578105"/>
                    <a:pt x="360614" y="571990"/>
                  </a:cubicBezTo>
                  <a:cubicBezTo>
                    <a:pt x="375668" y="565665"/>
                    <a:pt x="391326" y="561751"/>
                    <a:pt x="407586" y="560247"/>
                  </a:cubicBezTo>
                  <a:cubicBezTo>
                    <a:pt x="400306" y="552489"/>
                    <a:pt x="391177" y="548574"/>
                    <a:pt x="380186" y="548504"/>
                  </a:cubicBezTo>
                  <a:cubicBezTo>
                    <a:pt x="356065" y="549279"/>
                    <a:pt x="331271" y="551894"/>
                    <a:pt x="305812" y="556333"/>
                  </a:cubicBezTo>
                  <a:cubicBezTo>
                    <a:pt x="321470" y="561555"/>
                    <a:pt x="337127" y="566769"/>
                    <a:pt x="352785" y="571990"/>
                  </a:cubicBezTo>
                  <a:cubicBezTo>
                    <a:pt x="344972" y="591782"/>
                    <a:pt x="338451" y="591782"/>
                    <a:pt x="333213" y="571990"/>
                  </a:cubicBezTo>
                  <a:cubicBezTo>
                    <a:pt x="314714" y="577721"/>
                    <a:pt x="295142" y="577721"/>
                    <a:pt x="274497" y="571990"/>
                  </a:cubicBezTo>
                  <a:cubicBezTo>
                    <a:pt x="275766" y="587859"/>
                    <a:pt x="274458" y="603517"/>
                    <a:pt x="270583" y="618963"/>
                  </a:cubicBezTo>
                  <a:cubicBezTo>
                    <a:pt x="262754" y="611134"/>
                    <a:pt x="254925" y="603305"/>
                    <a:pt x="247097" y="595477"/>
                  </a:cubicBezTo>
                  <a:cubicBezTo>
                    <a:pt x="242047" y="604448"/>
                    <a:pt x="235526" y="612277"/>
                    <a:pt x="227525" y="618963"/>
                  </a:cubicBezTo>
                  <a:cubicBezTo>
                    <a:pt x="245108" y="634323"/>
                    <a:pt x="243809" y="649980"/>
                    <a:pt x="223610" y="665936"/>
                  </a:cubicBezTo>
                  <a:cubicBezTo>
                    <a:pt x="221003" y="660714"/>
                    <a:pt x="218388" y="655500"/>
                    <a:pt x="215782" y="650278"/>
                  </a:cubicBezTo>
                  <a:cubicBezTo>
                    <a:pt x="212470" y="661677"/>
                    <a:pt x="205949" y="665591"/>
                    <a:pt x="196210" y="662021"/>
                  </a:cubicBezTo>
                  <a:cubicBezTo>
                    <a:pt x="211131" y="647491"/>
                    <a:pt x="217660" y="630526"/>
                    <a:pt x="215782" y="611134"/>
                  </a:cubicBezTo>
                  <a:cubicBezTo>
                    <a:pt x="198175" y="613084"/>
                    <a:pt x="182517" y="623519"/>
                    <a:pt x="168809" y="642449"/>
                  </a:cubicBezTo>
                  <a:cubicBezTo>
                    <a:pt x="162937" y="637549"/>
                    <a:pt x="156408" y="633634"/>
                    <a:pt x="149237" y="630706"/>
                  </a:cubicBezTo>
                  <a:cubicBezTo>
                    <a:pt x="173389" y="622995"/>
                    <a:pt x="185132" y="606030"/>
                    <a:pt x="184466" y="579819"/>
                  </a:cubicBezTo>
                  <a:cubicBezTo>
                    <a:pt x="187073" y="582426"/>
                    <a:pt x="189688" y="585041"/>
                    <a:pt x="192295" y="587648"/>
                  </a:cubicBezTo>
                  <a:cubicBezTo>
                    <a:pt x="201079" y="571019"/>
                    <a:pt x="212822" y="556670"/>
                    <a:pt x="227525" y="544590"/>
                  </a:cubicBezTo>
                  <a:cubicBezTo>
                    <a:pt x="215006" y="536244"/>
                    <a:pt x="207178" y="524501"/>
                    <a:pt x="204038" y="509360"/>
                  </a:cubicBezTo>
                  <a:cubicBezTo>
                    <a:pt x="214474" y="498924"/>
                    <a:pt x="224918" y="498924"/>
                    <a:pt x="235353" y="509360"/>
                  </a:cubicBezTo>
                  <a:cubicBezTo>
                    <a:pt x="231243" y="514778"/>
                    <a:pt x="226022" y="518692"/>
                    <a:pt x="219696" y="521103"/>
                  </a:cubicBezTo>
                  <a:cubicBezTo>
                    <a:pt x="244020" y="545286"/>
                    <a:pt x="267506" y="545286"/>
                    <a:pt x="290155" y="521103"/>
                  </a:cubicBezTo>
                  <a:cubicBezTo>
                    <a:pt x="281183" y="516054"/>
                    <a:pt x="273354" y="509532"/>
                    <a:pt x="266669" y="501531"/>
                  </a:cubicBezTo>
                  <a:cubicBezTo>
                    <a:pt x="252060" y="509853"/>
                    <a:pt x="248146" y="504632"/>
                    <a:pt x="254925" y="485874"/>
                  </a:cubicBezTo>
                  <a:cubicBezTo>
                    <a:pt x="260147" y="480652"/>
                    <a:pt x="265361" y="475438"/>
                    <a:pt x="270583" y="470216"/>
                  </a:cubicBezTo>
                  <a:cubicBezTo>
                    <a:pt x="275805" y="485874"/>
                    <a:pt x="286240" y="496310"/>
                    <a:pt x="301898" y="501531"/>
                  </a:cubicBezTo>
                  <a:cubicBezTo>
                    <a:pt x="309508" y="487401"/>
                    <a:pt x="318644" y="474350"/>
                    <a:pt x="329299" y="462388"/>
                  </a:cubicBezTo>
                  <a:cubicBezTo>
                    <a:pt x="321783" y="452116"/>
                    <a:pt x="323083" y="441673"/>
                    <a:pt x="333213" y="431073"/>
                  </a:cubicBezTo>
                  <a:cubicBezTo>
                    <a:pt x="338333" y="440436"/>
                    <a:pt x="342247" y="440436"/>
                    <a:pt x="344956" y="431073"/>
                  </a:cubicBezTo>
                  <a:cubicBezTo>
                    <a:pt x="334693" y="425138"/>
                    <a:pt x="330778" y="417310"/>
                    <a:pt x="333213" y="407586"/>
                  </a:cubicBezTo>
                  <a:cubicBezTo>
                    <a:pt x="369703" y="435010"/>
                    <a:pt x="373617" y="429789"/>
                    <a:pt x="344956" y="391929"/>
                  </a:cubicBezTo>
                  <a:cubicBezTo>
                    <a:pt x="331154" y="403312"/>
                    <a:pt x="320710" y="400697"/>
                    <a:pt x="313641" y="384100"/>
                  </a:cubicBezTo>
                  <a:cubicBezTo>
                    <a:pt x="331937" y="376138"/>
                    <a:pt x="344987" y="363087"/>
                    <a:pt x="352785" y="344956"/>
                  </a:cubicBezTo>
                  <a:cubicBezTo>
                    <a:pt x="369601" y="375073"/>
                    <a:pt x="391780" y="401167"/>
                    <a:pt x="419329" y="423244"/>
                  </a:cubicBezTo>
                  <a:cubicBezTo>
                    <a:pt x="433609" y="413465"/>
                    <a:pt x="432302" y="404338"/>
                    <a:pt x="415415" y="395843"/>
                  </a:cubicBezTo>
                  <a:cubicBezTo>
                    <a:pt x="439293" y="391952"/>
                    <a:pt x="447121" y="380209"/>
                    <a:pt x="438901" y="360614"/>
                  </a:cubicBezTo>
                  <a:cubicBezTo>
                    <a:pt x="450496" y="352942"/>
                    <a:pt x="460939" y="343806"/>
                    <a:pt x="470216" y="333213"/>
                  </a:cubicBezTo>
                  <a:cubicBezTo>
                    <a:pt x="458818" y="329902"/>
                    <a:pt x="454903" y="323380"/>
                    <a:pt x="458473" y="313641"/>
                  </a:cubicBezTo>
                  <a:cubicBezTo>
                    <a:pt x="473919" y="322566"/>
                    <a:pt x="488277" y="333002"/>
                    <a:pt x="501532" y="344956"/>
                  </a:cubicBezTo>
                  <a:cubicBezTo>
                    <a:pt x="520235" y="322253"/>
                    <a:pt x="543721" y="307903"/>
                    <a:pt x="571990" y="301898"/>
                  </a:cubicBezTo>
                  <a:cubicBezTo>
                    <a:pt x="560169" y="295244"/>
                    <a:pt x="548426" y="288722"/>
                    <a:pt x="536761" y="282326"/>
                  </a:cubicBezTo>
                  <a:cubicBezTo>
                    <a:pt x="513917" y="290108"/>
                    <a:pt x="512617" y="286194"/>
                    <a:pt x="532847" y="270583"/>
                  </a:cubicBezTo>
                  <a:cubicBezTo>
                    <a:pt x="527625" y="267976"/>
                    <a:pt x="522411" y="265361"/>
                    <a:pt x="517189" y="262754"/>
                  </a:cubicBezTo>
                  <a:cubicBezTo>
                    <a:pt x="538303" y="266981"/>
                    <a:pt x="559183" y="274810"/>
                    <a:pt x="579819" y="286240"/>
                  </a:cubicBezTo>
                  <a:cubicBezTo>
                    <a:pt x="584008" y="302751"/>
                    <a:pt x="591836" y="306666"/>
                    <a:pt x="603306" y="297984"/>
                  </a:cubicBezTo>
                  <a:cubicBezTo>
                    <a:pt x="618118" y="317900"/>
                    <a:pt x="632468" y="317900"/>
                    <a:pt x="646364" y="297984"/>
                  </a:cubicBezTo>
                  <a:cubicBezTo>
                    <a:pt x="654192" y="308419"/>
                    <a:pt x="662021" y="308419"/>
                    <a:pt x="669850" y="297984"/>
                  </a:cubicBezTo>
                  <a:cubicBezTo>
                    <a:pt x="673420" y="307723"/>
                    <a:pt x="669506" y="314244"/>
                    <a:pt x="658107" y="317555"/>
                  </a:cubicBezTo>
                  <a:cubicBezTo>
                    <a:pt x="662898" y="327756"/>
                    <a:pt x="665513" y="336892"/>
                    <a:pt x="665936" y="344956"/>
                  </a:cubicBezTo>
                  <a:cubicBezTo>
                    <a:pt x="685327" y="331608"/>
                    <a:pt x="695771" y="315950"/>
                    <a:pt x="697251" y="297984"/>
                  </a:cubicBezTo>
                  <a:cubicBezTo>
                    <a:pt x="667227" y="284964"/>
                    <a:pt x="669842" y="281050"/>
                    <a:pt x="705079" y="286240"/>
                  </a:cubicBezTo>
                  <a:cubicBezTo>
                    <a:pt x="716901" y="292895"/>
                    <a:pt x="728644" y="299416"/>
                    <a:pt x="740309" y="305812"/>
                  </a:cubicBezTo>
                  <a:cubicBezTo>
                    <a:pt x="760249" y="292683"/>
                    <a:pt x="782428" y="287462"/>
                    <a:pt x="806853" y="290155"/>
                  </a:cubicBezTo>
                  <a:cubicBezTo>
                    <a:pt x="804630" y="265635"/>
                    <a:pt x="798109" y="242149"/>
                    <a:pt x="787282" y="219696"/>
                  </a:cubicBezTo>
                  <a:cubicBezTo>
                    <a:pt x="778521" y="227932"/>
                    <a:pt x="774607" y="237068"/>
                    <a:pt x="775538" y="247097"/>
                  </a:cubicBezTo>
                  <a:cubicBezTo>
                    <a:pt x="756593" y="252475"/>
                    <a:pt x="739628" y="248561"/>
                    <a:pt x="724651" y="235353"/>
                  </a:cubicBezTo>
                  <a:cubicBezTo>
                    <a:pt x="723039" y="205456"/>
                    <a:pt x="737389" y="185884"/>
                    <a:pt x="767710" y="176638"/>
                  </a:cubicBezTo>
                  <a:cubicBezTo>
                    <a:pt x="740755" y="174907"/>
                    <a:pt x="738148" y="167079"/>
                    <a:pt x="759881" y="153151"/>
                  </a:cubicBezTo>
                  <a:cubicBezTo>
                    <a:pt x="748130" y="143350"/>
                    <a:pt x="735079" y="135521"/>
                    <a:pt x="720737" y="129665"/>
                  </a:cubicBezTo>
                  <a:cubicBezTo>
                    <a:pt x="725959" y="127058"/>
                    <a:pt x="731173" y="124443"/>
                    <a:pt x="736395" y="121836"/>
                  </a:cubicBezTo>
                  <a:cubicBezTo>
                    <a:pt x="715515" y="108786"/>
                    <a:pt x="715515" y="95743"/>
                    <a:pt x="736395" y="82692"/>
                  </a:cubicBezTo>
                  <a:cubicBezTo>
                    <a:pt x="720213" y="78496"/>
                    <a:pt x="705855" y="82411"/>
                    <a:pt x="693336" y="94436"/>
                  </a:cubicBezTo>
                  <a:cubicBezTo>
                    <a:pt x="688608" y="77322"/>
                    <a:pt x="679479" y="76022"/>
                    <a:pt x="665936" y="90521"/>
                  </a:cubicBezTo>
                  <a:cubicBezTo>
                    <a:pt x="671157" y="93128"/>
                    <a:pt x="676371" y="95743"/>
                    <a:pt x="681593" y="98350"/>
                  </a:cubicBezTo>
                  <a:cubicBezTo>
                    <a:pt x="669169" y="105098"/>
                    <a:pt x="656118" y="110320"/>
                    <a:pt x="642449" y="114008"/>
                  </a:cubicBezTo>
                  <a:cubicBezTo>
                    <a:pt x="651163" y="130142"/>
                    <a:pt x="661606" y="137971"/>
                    <a:pt x="673764" y="137494"/>
                  </a:cubicBezTo>
                  <a:cubicBezTo>
                    <a:pt x="671157" y="141408"/>
                    <a:pt x="668543" y="145323"/>
                    <a:pt x="665936" y="149237"/>
                  </a:cubicBezTo>
                  <a:cubicBezTo>
                    <a:pt x="656385" y="139756"/>
                    <a:pt x="647248" y="139756"/>
                    <a:pt x="638535" y="149237"/>
                  </a:cubicBezTo>
                  <a:cubicBezTo>
                    <a:pt x="622126" y="139725"/>
                    <a:pt x="623433" y="133196"/>
                    <a:pt x="642449" y="129665"/>
                  </a:cubicBezTo>
                  <a:cubicBezTo>
                    <a:pt x="624835" y="124881"/>
                    <a:pt x="611784" y="114446"/>
                    <a:pt x="603306" y="98350"/>
                  </a:cubicBezTo>
                  <a:cubicBezTo>
                    <a:pt x="617609" y="91312"/>
                    <a:pt x="628044" y="80869"/>
                    <a:pt x="634621" y="67035"/>
                  </a:cubicBezTo>
                  <a:cubicBezTo>
                    <a:pt x="632014" y="63121"/>
                    <a:pt x="629399" y="59206"/>
                    <a:pt x="626792" y="55292"/>
                  </a:cubicBezTo>
                  <a:cubicBezTo>
                    <a:pt x="620270" y="63121"/>
                    <a:pt x="613741" y="70949"/>
                    <a:pt x="607220" y="78778"/>
                  </a:cubicBezTo>
                  <a:cubicBezTo>
                    <a:pt x="604339" y="67740"/>
                    <a:pt x="597818" y="59911"/>
                    <a:pt x="587648" y="55292"/>
                  </a:cubicBezTo>
                  <a:cubicBezTo>
                    <a:pt x="572343" y="72265"/>
                    <a:pt x="567129" y="90537"/>
                    <a:pt x="571990" y="110093"/>
                  </a:cubicBezTo>
                  <a:cubicBezTo>
                    <a:pt x="562980" y="119730"/>
                    <a:pt x="553851" y="119730"/>
                    <a:pt x="544590" y="110093"/>
                  </a:cubicBezTo>
                  <a:cubicBezTo>
                    <a:pt x="539172" y="114203"/>
                    <a:pt x="535258" y="119425"/>
                    <a:pt x="532847" y="125751"/>
                  </a:cubicBezTo>
                  <a:cubicBezTo>
                    <a:pt x="543979" y="126440"/>
                    <a:pt x="555722" y="126440"/>
                    <a:pt x="568076" y="125751"/>
                  </a:cubicBezTo>
                  <a:cubicBezTo>
                    <a:pt x="571990" y="134887"/>
                    <a:pt x="578512" y="141408"/>
                    <a:pt x="587648" y="145323"/>
                  </a:cubicBezTo>
                  <a:cubicBezTo>
                    <a:pt x="585041" y="147930"/>
                    <a:pt x="582426" y="150544"/>
                    <a:pt x="579819" y="153151"/>
                  </a:cubicBezTo>
                  <a:cubicBezTo>
                    <a:pt x="586145" y="155562"/>
                    <a:pt x="591367" y="159477"/>
                    <a:pt x="595477" y="164894"/>
                  </a:cubicBezTo>
                  <a:cubicBezTo>
                    <a:pt x="584102" y="180294"/>
                    <a:pt x="576273" y="197251"/>
                    <a:pt x="571990" y="215781"/>
                  </a:cubicBezTo>
                  <a:cubicBezTo>
                    <a:pt x="577212" y="218389"/>
                    <a:pt x="582426" y="221003"/>
                    <a:pt x="587648" y="223610"/>
                  </a:cubicBezTo>
                  <a:cubicBezTo>
                    <a:pt x="569798" y="229114"/>
                    <a:pt x="554141" y="238242"/>
                    <a:pt x="540675" y="251011"/>
                  </a:cubicBezTo>
                  <a:cubicBezTo>
                    <a:pt x="532189" y="241891"/>
                    <a:pt x="525668" y="231455"/>
                    <a:pt x="521103" y="219696"/>
                  </a:cubicBezTo>
                  <a:cubicBezTo>
                    <a:pt x="518496" y="222303"/>
                    <a:pt x="515882" y="224918"/>
                    <a:pt x="513275" y="227525"/>
                  </a:cubicBezTo>
                  <a:cubicBezTo>
                    <a:pt x="507881" y="220815"/>
                    <a:pt x="501359" y="215601"/>
                    <a:pt x="493703" y="211867"/>
                  </a:cubicBezTo>
                  <a:cubicBezTo>
                    <a:pt x="476918" y="224792"/>
                    <a:pt x="458646" y="235236"/>
                    <a:pt x="438901" y="243182"/>
                  </a:cubicBezTo>
                  <a:cubicBezTo>
                    <a:pt x="431073" y="230132"/>
                    <a:pt x="420637" y="219696"/>
                    <a:pt x="407586" y="211867"/>
                  </a:cubicBezTo>
                  <a:cubicBezTo>
                    <a:pt x="394536" y="218389"/>
                    <a:pt x="381493" y="224918"/>
                    <a:pt x="368442" y="231439"/>
                  </a:cubicBezTo>
                  <a:cubicBezTo>
                    <a:pt x="385345" y="238579"/>
                    <a:pt x="402302" y="245100"/>
                    <a:pt x="419329" y="251011"/>
                  </a:cubicBezTo>
                  <a:cubicBezTo>
                    <a:pt x="424160" y="258440"/>
                    <a:pt x="422860" y="264962"/>
                    <a:pt x="415415" y="270583"/>
                  </a:cubicBezTo>
                  <a:cubicBezTo>
                    <a:pt x="441884" y="272008"/>
                    <a:pt x="449713" y="283751"/>
                    <a:pt x="438901" y="305812"/>
                  </a:cubicBezTo>
                  <a:cubicBezTo>
                    <a:pt x="428614" y="299448"/>
                    <a:pt x="419478" y="291619"/>
                    <a:pt x="411501" y="282326"/>
                  </a:cubicBezTo>
                  <a:cubicBezTo>
                    <a:pt x="403672" y="284933"/>
                    <a:pt x="395843" y="287548"/>
                    <a:pt x="388014" y="290155"/>
                  </a:cubicBezTo>
                  <a:cubicBezTo>
                    <a:pt x="382793" y="274497"/>
                    <a:pt x="377579" y="258840"/>
                    <a:pt x="372357" y="243182"/>
                  </a:cubicBezTo>
                  <a:cubicBezTo>
                    <a:pt x="363416" y="261008"/>
                    <a:pt x="359502" y="279273"/>
                    <a:pt x="360614" y="297984"/>
                  </a:cubicBezTo>
                  <a:cubicBezTo>
                    <a:pt x="340486" y="263451"/>
                    <a:pt x="318307" y="260844"/>
                    <a:pt x="294069" y="290155"/>
                  </a:cubicBezTo>
                  <a:cubicBezTo>
                    <a:pt x="265776" y="280447"/>
                    <a:pt x="260554" y="288276"/>
                    <a:pt x="278412" y="313641"/>
                  </a:cubicBezTo>
                  <a:cubicBezTo>
                    <a:pt x="283532" y="304278"/>
                    <a:pt x="287446" y="304278"/>
                    <a:pt x="290155" y="313641"/>
                  </a:cubicBezTo>
                  <a:cubicBezTo>
                    <a:pt x="269847" y="333988"/>
                    <a:pt x="258104" y="331381"/>
                    <a:pt x="254925" y="305812"/>
                  </a:cubicBezTo>
                  <a:cubicBezTo>
                    <a:pt x="249923" y="327169"/>
                    <a:pt x="240787" y="331084"/>
                    <a:pt x="227525" y="317555"/>
                  </a:cubicBezTo>
                  <a:cubicBezTo>
                    <a:pt x="246564" y="309046"/>
                    <a:pt x="243949" y="305131"/>
                    <a:pt x="219696" y="305812"/>
                  </a:cubicBezTo>
                  <a:cubicBezTo>
                    <a:pt x="220925" y="316561"/>
                    <a:pt x="219618" y="327005"/>
                    <a:pt x="215782" y="337127"/>
                  </a:cubicBezTo>
                  <a:cubicBezTo>
                    <a:pt x="205447" y="318988"/>
                    <a:pt x="192405" y="303330"/>
                    <a:pt x="176638" y="290155"/>
                  </a:cubicBezTo>
                  <a:cubicBezTo>
                    <a:pt x="174031" y="292762"/>
                    <a:pt x="171416" y="295376"/>
                    <a:pt x="168809" y="297984"/>
                  </a:cubicBezTo>
                  <a:cubicBezTo>
                    <a:pt x="171291" y="280189"/>
                    <a:pt x="183034" y="272360"/>
                    <a:pt x="204038" y="274497"/>
                  </a:cubicBezTo>
                  <a:cubicBezTo>
                    <a:pt x="205205" y="266261"/>
                    <a:pt x="203905" y="258433"/>
                    <a:pt x="200124" y="251011"/>
                  </a:cubicBezTo>
                  <a:cubicBezTo>
                    <a:pt x="185923" y="260875"/>
                    <a:pt x="171572" y="260875"/>
                    <a:pt x="157066" y="251011"/>
                  </a:cubicBezTo>
                  <a:cubicBezTo>
                    <a:pt x="162906" y="241334"/>
                    <a:pt x="165513" y="230891"/>
                    <a:pt x="164895" y="219696"/>
                  </a:cubicBezTo>
                  <a:cubicBezTo>
                    <a:pt x="158624" y="203976"/>
                    <a:pt x="148188" y="200061"/>
                    <a:pt x="133579" y="207953"/>
                  </a:cubicBezTo>
                  <a:cubicBezTo>
                    <a:pt x="137971" y="194831"/>
                    <a:pt x="145800" y="184396"/>
                    <a:pt x="157066" y="176638"/>
                  </a:cubicBezTo>
                  <a:cubicBezTo>
                    <a:pt x="141408" y="174031"/>
                    <a:pt x="125751" y="171416"/>
                    <a:pt x="110093" y="168809"/>
                  </a:cubicBezTo>
                  <a:cubicBezTo>
                    <a:pt x="119456" y="163689"/>
                    <a:pt x="119456" y="159775"/>
                    <a:pt x="110093" y="157066"/>
                  </a:cubicBezTo>
                  <a:cubicBezTo>
                    <a:pt x="102116" y="166359"/>
                    <a:pt x="92979" y="174187"/>
                    <a:pt x="82692" y="180552"/>
                  </a:cubicBezTo>
                  <a:cubicBezTo>
                    <a:pt x="80258" y="170829"/>
                    <a:pt x="84172" y="163000"/>
                    <a:pt x="94436" y="157066"/>
                  </a:cubicBezTo>
                  <a:cubicBezTo>
                    <a:pt x="88470" y="153848"/>
                    <a:pt x="80641" y="152548"/>
                    <a:pt x="70949" y="153151"/>
                  </a:cubicBezTo>
                  <a:cubicBezTo>
                    <a:pt x="77502" y="145237"/>
                    <a:pt x="80109" y="136100"/>
                    <a:pt x="78778" y="125751"/>
                  </a:cubicBezTo>
                  <a:cubicBezTo>
                    <a:pt x="57899" y="125751"/>
                    <a:pt x="37027" y="125751"/>
                    <a:pt x="16148" y="125751"/>
                  </a:cubicBezTo>
                  <a:cubicBezTo>
                    <a:pt x="23061" y="148329"/>
                    <a:pt x="23061" y="170508"/>
                    <a:pt x="16148" y="192295"/>
                  </a:cubicBezTo>
                  <a:cubicBezTo>
                    <a:pt x="17048" y="207131"/>
                    <a:pt x="22270" y="220181"/>
                    <a:pt x="31805" y="231439"/>
                  </a:cubicBezTo>
                  <a:cubicBezTo>
                    <a:pt x="26584" y="241875"/>
                    <a:pt x="21370" y="252318"/>
                    <a:pt x="16148" y="262754"/>
                  </a:cubicBezTo>
                  <a:cubicBezTo>
                    <a:pt x="17432" y="283884"/>
                    <a:pt x="18731" y="306063"/>
                    <a:pt x="20062" y="329299"/>
                  </a:cubicBezTo>
                  <a:cubicBezTo>
                    <a:pt x="23390" y="359095"/>
                    <a:pt x="40354" y="373453"/>
                    <a:pt x="70949" y="372357"/>
                  </a:cubicBezTo>
                  <a:cubicBezTo>
                    <a:pt x="63121" y="374964"/>
                    <a:pt x="55292" y="377579"/>
                    <a:pt x="47463" y="380186"/>
                  </a:cubicBezTo>
                  <a:cubicBezTo>
                    <a:pt x="65446" y="390073"/>
                    <a:pt x="71967" y="404431"/>
                    <a:pt x="67035" y="423244"/>
                  </a:cubicBezTo>
                  <a:cubicBezTo>
                    <a:pt x="54235" y="412683"/>
                    <a:pt x="42492" y="413990"/>
                    <a:pt x="31805" y="427158"/>
                  </a:cubicBezTo>
                  <a:cubicBezTo>
                    <a:pt x="47361" y="446495"/>
                    <a:pt x="51276" y="468674"/>
                    <a:pt x="43549" y="493703"/>
                  </a:cubicBezTo>
                  <a:cubicBezTo>
                    <a:pt x="38429" y="503066"/>
                    <a:pt x="34514" y="503066"/>
                    <a:pt x="31805" y="493703"/>
                  </a:cubicBezTo>
                  <a:cubicBezTo>
                    <a:pt x="43729" y="477372"/>
                    <a:pt x="41122" y="464329"/>
                    <a:pt x="23977" y="454559"/>
                  </a:cubicBezTo>
                  <a:cubicBezTo>
                    <a:pt x="18888" y="467743"/>
                    <a:pt x="11059" y="478178"/>
                    <a:pt x="490" y="485874"/>
                  </a:cubicBezTo>
                  <a:cubicBezTo>
                    <a:pt x="-817" y="360590"/>
                    <a:pt x="490" y="235330"/>
                    <a:pt x="4405" y="110093"/>
                  </a:cubicBezTo>
                  <a:cubicBezTo>
                    <a:pt x="23280" y="45185"/>
                    <a:pt x="66338" y="8648"/>
                    <a:pt x="133579" y="490"/>
                  </a:cubicBezTo>
                  <a:close/>
                </a:path>
              </a:pathLst>
            </a:custGeom>
            <a:solidFill>
              <a:srgbClr val="F7E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A16DF4FA-D5D5-489C-85EB-38A5E2D01F3D}"/>
                </a:ext>
              </a:extLst>
            </p:cNvPr>
            <p:cNvSpPr/>
            <p:nvPr/>
          </p:nvSpPr>
          <p:spPr>
            <a:xfrm>
              <a:off x="5267413" y="5319647"/>
              <a:ext cx="15655" cy="407095"/>
            </a:xfrm>
            <a:custGeom>
              <a:avLst/>
              <a:gdLst>
                <a:gd name="connsiteX0" fmla="*/ 7829 w 15655"/>
                <a:gd name="connsiteY0" fmla="*/ 0 h 407095"/>
                <a:gd name="connsiteX1" fmla="*/ 7829 w 15655"/>
                <a:gd name="connsiteY1" fmla="*/ 407096 h 407095"/>
                <a:gd name="connsiteX2" fmla="*/ 0 w 15655"/>
                <a:gd name="connsiteY2" fmla="*/ 391438 h 407095"/>
                <a:gd name="connsiteX3" fmla="*/ 0 w 15655"/>
                <a:gd name="connsiteY3" fmla="*/ 15658 h 407095"/>
                <a:gd name="connsiteX4" fmla="*/ 7829 w 15655"/>
                <a:gd name="connsiteY4" fmla="*/ 0 h 407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5" h="407095">
                  <a:moveTo>
                    <a:pt x="7829" y="0"/>
                  </a:moveTo>
                  <a:cubicBezTo>
                    <a:pt x="18265" y="135696"/>
                    <a:pt x="18265" y="271400"/>
                    <a:pt x="7829" y="407096"/>
                  </a:cubicBezTo>
                  <a:cubicBezTo>
                    <a:pt x="9175" y="399330"/>
                    <a:pt x="6561" y="394116"/>
                    <a:pt x="0" y="391438"/>
                  </a:cubicBezTo>
                  <a:cubicBezTo>
                    <a:pt x="0" y="266178"/>
                    <a:pt x="0" y="140918"/>
                    <a:pt x="0" y="15658"/>
                  </a:cubicBezTo>
                  <a:cubicBezTo>
                    <a:pt x="6561" y="12980"/>
                    <a:pt x="9175" y="7766"/>
                    <a:pt x="7829" y="0"/>
                  </a:cubicBezTo>
                  <a:close/>
                </a:path>
              </a:pathLst>
            </a:custGeom>
            <a:solidFill>
              <a:srgbClr val="D65F5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C7536544-A4B6-478B-AFDC-6D0723589355}"/>
                </a:ext>
              </a:extLst>
            </p:cNvPr>
            <p:cNvSpPr/>
            <p:nvPr/>
          </p:nvSpPr>
          <p:spPr>
            <a:xfrm>
              <a:off x="3787363" y="5257017"/>
              <a:ext cx="1323475" cy="776317"/>
            </a:xfrm>
            <a:custGeom>
              <a:avLst/>
              <a:gdLst>
                <a:gd name="connsiteX0" fmla="*/ 1323475 w 1323475"/>
                <a:gd name="connsiteY0" fmla="*/ 657616 h 776317"/>
                <a:gd name="connsiteX1" fmla="*/ 1072955 w 1323475"/>
                <a:gd name="connsiteY1" fmla="*/ 755476 h 776317"/>
                <a:gd name="connsiteX2" fmla="*/ 603229 w 1323475"/>
                <a:gd name="connsiteY2" fmla="*/ 775048 h 776317"/>
                <a:gd name="connsiteX3" fmla="*/ 94359 w 1323475"/>
                <a:gd name="connsiteY3" fmla="*/ 622387 h 776317"/>
                <a:gd name="connsiteX4" fmla="*/ 414 w 1323475"/>
                <a:gd name="connsiteY4" fmla="*/ 461897 h 776317"/>
                <a:gd name="connsiteX5" fmla="*/ 4328 w 1323475"/>
                <a:gd name="connsiteY5" fmla="*/ 438411 h 776317"/>
                <a:gd name="connsiteX6" fmla="*/ 27814 w 1323475"/>
                <a:gd name="connsiteY6" fmla="*/ 461897 h 776317"/>
                <a:gd name="connsiteX7" fmla="*/ 70873 w 1323475"/>
                <a:gd name="connsiteY7" fmla="*/ 454069 h 776317"/>
                <a:gd name="connsiteX8" fmla="*/ 86530 w 1323475"/>
                <a:gd name="connsiteY8" fmla="*/ 411010 h 776317"/>
                <a:gd name="connsiteX9" fmla="*/ 63044 w 1323475"/>
                <a:gd name="connsiteY9" fmla="*/ 379695 h 776317"/>
                <a:gd name="connsiteX10" fmla="*/ 90444 w 1323475"/>
                <a:gd name="connsiteY10" fmla="*/ 375781 h 776317"/>
                <a:gd name="connsiteX11" fmla="*/ 110016 w 1323475"/>
                <a:gd name="connsiteY11" fmla="*/ 387524 h 776317"/>
                <a:gd name="connsiteX12" fmla="*/ 102188 w 1323475"/>
                <a:gd name="connsiteY12" fmla="*/ 356209 h 776317"/>
                <a:gd name="connsiteX13" fmla="*/ 117845 w 1323475"/>
                <a:gd name="connsiteY13" fmla="*/ 344466 h 776317"/>
                <a:gd name="connsiteX14" fmla="*/ 66958 w 1323475"/>
                <a:gd name="connsiteY14" fmla="*/ 297493 h 776317"/>
                <a:gd name="connsiteX15" fmla="*/ 39557 w 1323475"/>
                <a:gd name="connsiteY15" fmla="*/ 305322 h 776317"/>
                <a:gd name="connsiteX16" fmla="*/ 23900 w 1323475"/>
                <a:gd name="connsiteY16" fmla="*/ 230949 h 776317"/>
                <a:gd name="connsiteX17" fmla="*/ 55215 w 1323475"/>
                <a:gd name="connsiteY17" fmla="*/ 207462 h 776317"/>
                <a:gd name="connsiteX18" fmla="*/ 39557 w 1323475"/>
                <a:gd name="connsiteY18" fmla="*/ 176147 h 776317"/>
                <a:gd name="connsiteX19" fmla="*/ 63044 w 1323475"/>
                <a:gd name="connsiteY19" fmla="*/ 176147 h 776317"/>
                <a:gd name="connsiteX20" fmla="*/ 59129 w 1323475"/>
                <a:gd name="connsiteY20" fmla="*/ 195719 h 776317"/>
                <a:gd name="connsiteX21" fmla="*/ 90444 w 1323475"/>
                <a:gd name="connsiteY21" fmla="*/ 164404 h 776317"/>
                <a:gd name="connsiteX22" fmla="*/ 156989 w 1323475"/>
                <a:gd name="connsiteY22" fmla="*/ 164404 h 776317"/>
                <a:gd name="connsiteX23" fmla="*/ 149160 w 1323475"/>
                <a:gd name="connsiteY23" fmla="*/ 195719 h 776317"/>
                <a:gd name="connsiteX24" fmla="*/ 192218 w 1323475"/>
                <a:gd name="connsiteY24" fmla="*/ 195719 h 776317"/>
                <a:gd name="connsiteX25" fmla="*/ 196133 w 1323475"/>
                <a:gd name="connsiteY25" fmla="*/ 219205 h 776317"/>
                <a:gd name="connsiteX26" fmla="*/ 160903 w 1323475"/>
                <a:gd name="connsiteY26" fmla="*/ 242692 h 776317"/>
                <a:gd name="connsiteX27" fmla="*/ 168732 w 1323475"/>
                <a:gd name="connsiteY27" fmla="*/ 234863 h 776317"/>
                <a:gd name="connsiteX28" fmla="*/ 207876 w 1323475"/>
                <a:gd name="connsiteY28" fmla="*/ 281836 h 776317"/>
                <a:gd name="connsiteX29" fmla="*/ 211790 w 1323475"/>
                <a:gd name="connsiteY29" fmla="*/ 250521 h 776317"/>
                <a:gd name="connsiteX30" fmla="*/ 219619 w 1323475"/>
                <a:gd name="connsiteY30" fmla="*/ 262264 h 776317"/>
                <a:gd name="connsiteX31" fmla="*/ 247020 w 1323475"/>
                <a:gd name="connsiteY31" fmla="*/ 250521 h 776317"/>
                <a:gd name="connsiteX32" fmla="*/ 282249 w 1323475"/>
                <a:gd name="connsiteY32" fmla="*/ 258349 h 776317"/>
                <a:gd name="connsiteX33" fmla="*/ 270506 w 1323475"/>
                <a:gd name="connsiteY33" fmla="*/ 258349 h 776317"/>
                <a:gd name="connsiteX34" fmla="*/ 286164 w 1323475"/>
                <a:gd name="connsiteY34" fmla="*/ 234863 h 776317"/>
                <a:gd name="connsiteX35" fmla="*/ 352708 w 1323475"/>
                <a:gd name="connsiteY35" fmla="*/ 242692 h 776317"/>
                <a:gd name="connsiteX36" fmla="*/ 364451 w 1323475"/>
                <a:gd name="connsiteY36" fmla="*/ 187890 h 776317"/>
                <a:gd name="connsiteX37" fmla="*/ 380109 w 1323475"/>
                <a:gd name="connsiteY37" fmla="*/ 234863 h 776317"/>
                <a:gd name="connsiteX38" fmla="*/ 403595 w 1323475"/>
                <a:gd name="connsiteY38" fmla="*/ 227034 h 776317"/>
                <a:gd name="connsiteX39" fmla="*/ 430996 w 1323475"/>
                <a:gd name="connsiteY39" fmla="*/ 250521 h 776317"/>
                <a:gd name="connsiteX40" fmla="*/ 407510 w 1323475"/>
                <a:gd name="connsiteY40" fmla="*/ 215291 h 776317"/>
                <a:gd name="connsiteX41" fmla="*/ 411424 w 1323475"/>
                <a:gd name="connsiteY41" fmla="*/ 195719 h 776317"/>
                <a:gd name="connsiteX42" fmla="*/ 360537 w 1323475"/>
                <a:gd name="connsiteY42" fmla="*/ 176147 h 776317"/>
                <a:gd name="connsiteX43" fmla="*/ 399681 w 1323475"/>
                <a:gd name="connsiteY43" fmla="*/ 156575 h 776317"/>
                <a:gd name="connsiteX44" fmla="*/ 430996 w 1323475"/>
                <a:gd name="connsiteY44" fmla="*/ 187890 h 776317"/>
                <a:gd name="connsiteX45" fmla="*/ 485797 w 1323475"/>
                <a:gd name="connsiteY45" fmla="*/ 156575 h 776317"/>
                <a:gd name="connsiteX46" fmla="*/ 505369 w 1323475"/>
                <a:gd name="connsiteY46" fmla="*/ 172233 h 776317"/>
                <a:gd name="connsiteX47" fmla="*/ 513198 w 1323475"/>
                <a:gd name="connsiteY47" fmla="*/ 164404 h 776317"/>
                <a:gd name="connsiteX48" fmla="*/ 532770 w 1323475"/>
                <a:gd name="connsiteY48" fmla="*/ 195719 h 776317"/>
                <a:gd name="connsiteX49" fmla="*/ 579742 w 1323475"/>
                <a:gd name="connsiteY49" fmla="*/ 168319 h 776317"/>
                <a:gd name="connsiteX50" fmla="*/ 564085 w 1323475"/>
                <a:gd name="connsiteY50" fmla="*/ 160490 h 776317"/>
                <a:gd name="connsiteX51" fmla="*/ 587571 w 1323475"/>
                <a:gd name="connsiteY51" fmla="*/ 109603 h 776317"/>
                <a:gd name="connsiteX52" fmla="*/ 571914 w 1323475"/>
                <a:gd name="connsiteY52" fmla="*/ 97860 h 776317"/>
                <a:gd name="connsiteX53" fmla="*/ 579742 w 1323475"/>
                <a:gd name="connsiteY53" fmla="*/ 90031 h 776317"/>
                <a:gd name="connsiteX54" fmla="*/ 560170 w 1323475"/>
                <a:gd name="connsiteY54" fmla="*/ 70459 h 776317"/>
                <a:gd name="connsiteX55" fmla="*/ 524941 w 1323475"/>
                <a:gd name="connsiteY55" fmla="*/ 70459 h 776317"/>
                <a:gd name="connsiteX56" fmla="*/ 536684 w 1323475"/>
                <a:gd name="connsiteY56" fmla="*/ 54801 h 776317"/>
                <a:gd name="connsiteX57" fmla="*/ 564085 w 1323475"/>
                <a:gd name="connsiteY57" fmla="*/ 54801 h 776317"/>
                <a:gd name="connsiteX58" fmla="*/ 579742 w 1323475"/>
                <a:gd name="connsiteY58" fmla="*/ 0 h 776317"/>
                <a:gd name="connsiteX59" fmla="*/ 599314 w 1323475"/>
                <a:gd name="connsiteY59" fmla="*/ 23486 h 776317"/>
                <a:gd name="connsiteX60" fmla="*/ 618886 w 1323475"/>
                <a:gd name="connsiteY60" fmla="*/ 0 h 776317"/>
                <a:gd name="connsiteX61" fmla="*/ 626715 w 1323475"/>
                <a:gd name="connsiteY61" fmla="*/ 11743 h 776317"/>
                <a:gd name="connsiteX62" fmla="*/ 595400 w 1323475"/>
                <a:gd name="connsiteY62" fmla="*/ 43058 h 776317"/>
                <a:gd name="connsiteX63" fmla="*/ 634544 w 1323475"/>
                <a:gd name="connsiteY63" fmla="*/ 74373 h 776317"/>
                <a:gd name="connsiteX64" fmla="*/ 630629 w 1323475"/>
                <a:gd name="connsiteY64" fmla="*/ 93945 h 776317"/>
                <a:gd name="connsiteX65" fmla="*/ 658030 w 1323475"/>
                <a:gd name="connsiteY65" fmla="*/ 93945 h 776317"/>
                <a:gd name="connsiteX66" fmla="*/ 665859 w 1323475"/>
                <a:gd name="connsiteY66" fmla="*/ 82202 h 776317"/>
                <a:gd name="connsiteX67" fmla="*/ 634544 w 1323475"/>
                <a:gd name="connsiteY67" fmla="*/ 58716 h 776317"/>
                <a:gd name="connsiteX68" fmla="*/ 673688 w 1323475"/>
                <a:gd name="connsiteY68" fmla="*/ 43058 h 776317"/>
                <a:gd name="connsiteX69" fmla="*/ 658030 w 1323475"/>
                <a:gd name="connsiteY69" fmla="*/ 35229 h 776317"/>
                <a:gd name="connsiteX70" fmla="*/ 685431 w 1323475"/>
                <a:gd name="connsiteY70" fmla="*/ 39144 h 776317"/>
                <a:gd name="connsiteX71" fmla="*/ 728489 w 1323475"/>
                <a:gd name="connsiteY71" fmla="*/ 27401 h 776317"/>
                <a:gd name="connsiteX72" fmla="*/ 728489 w 1323475"/>
                <a:gd name="connsiteY72" fmla="*/ 66545 h 776317"/>
                <a:gd name="connsiteX73" fmla="*/ 712831 w 1323475"/>
                <a:gd name="connsiteY73" fmla="*/ 74373 h 776317"/>
                <a:gd name="connsiteX74" fmla="*/ 751975 w 1323475"/>
                <a:gd name="connsiteY74" fmla="*/ 97860 h 776317"/>
                <a:gd name="connsiteX75" fmla="*/ 759804 w 1323475"/>
                <a:gd name="connsiteY75" fmla="*/ 121346 h 776317"/>
                <a:gd name="connsiteX76" fmla="*/ 716746 w 1323475"/>
                <a:gd name="connsiteY76" fmla="*/ 180062 h 776317"/>
                <a:gd name="connsiteX77" fmla="*/ 767633 w 1323475"/>
                <a:gd name="connsiteY77" fmla="*/ 191805 h 776317"/>
                <a:gd name="connsiteX78" fmla="*/ 779376 w 1323475"/>
                <a:gd name="connsiteY78" fmla="*/ 164404 h 776317"/>
                <a:gd name="connsiteX79" fmla="*/ 798948 w 1323475"/>
                <a:gd name="connsiteY79" fmla="*/ 234863 h 776317"/>
                <a:gd name="connsiteX80" fmla="*/ 732403 w 1323475"/>
                <a:gd name="connsiteY80" fmla="*/ 250521 h 776317"/>
                <a:gd name="connsiteX81" fmla="*/ 697174 w 1323475"/>
                <a:gd name="connsiteY81" fmla="*/ 230949 h 776317"/>
                <a:gd name="connsiteX82" fmla="*/ 689345 w 1323475"/>
                <a:gd name="connsiteY82" fmla="*/ 242692 h 776317"/>
                <a:gd name="connsiteX83" fmla="*/ 658030 w 1323475"/>
                <a:gd name="connsiteY83" fmla="*/ 289664 h 776317"/>
                <a:gd name="connsiteX84" fmla="*/ 650201 w 1323475"/>
                <a:gd name="connsiteY84" fmla="*/ 262264 h 776317"/>
                <a:gd name="connsiteX85" fmla="*/ 661944 w 1323475"/>
                <a:gd name="connsiteY85" fmla="*/ 242692 h 776317"/>
                <a:gd name="connsiteX86" fmla="*/ 638458 w 1323475"/>
                <a:gd name="connsiteY86" fmla="*/ 242692 h 776317"/>
                <a:gd name="connsiteX87" fmla="*/ 595400 w 1323475"/>
                <a:gd name="connsiteY87" fmla="*/ 242692 h 776317"/>
                <a:gd name="connsiteX88" fmla="*/ 571914 w 1323475"/>
                <a:gd name="connsiteY88" fmla="*/ 230949 h 776317"/>
                <a:gd name="connsiteX89" fmla="*/ 509283 w 1323475"/>
                <a:gd name="connsiteY89" fmla="*/ 207462 h 776317"/>
                <a:gd name="connsiteX90" fmla="*/ 524941 w 1323475"/>
                <a:gd name="connsiteY90" fmla="*/ 215291 h 776317"/>
                <a:gd name="connsiteX91" fmla="*/ 528855 w 1323475"/>
                <a:gd name="connsiteY91" fmla="*/ 227034 h 776317"/>
                <a:gd name="connsiteX92" fmla="*/ 564085 w 1323475"/>
                <a:gd name="connsiteY92" fmla="*/ 246606 h 776317"/>
                <a:gd name="connsiteX93" fmla="*/ 493626 w 1323475"/>
                <a:gd name="connsiteY93" fmla="*/ 289664 h 776317"/>
                <a:gd name="connsiteX94" fmla="*/ 450568 w 1323475"/>
                <a:gd name="connsiteY94" fmla="*/ 258349 h 776317"/>
                <a:gd name="connsiteX95" fmla="*/ 462311 w 1323475"/>
                <a:gd name="connsiteY95" fmla="*/ 277921 h 776317"/>
                <a:gd name="connsiteX96" fmla="*/ 430996 w 1323475"/>
                <a:gd name="connsiteY96" fmla="*/ 305322 h 776317"/>
                <a:gd name="connsiteX97" fmla="*/ 407510 w 1323475"/>
                <a:gd name="connsiteY97" fmla="*/ 340551 h 776317"/>
                <a:gd name="connsiteX98" fmla="*/ 411424 w 1323475"/>
                <a:gd name="connsiteY98" fmla="*/ 367952 h 776317"/>
                <a:gd name="connsiteX99" fmla="*/ 344879 w 1323475"/>
                <a:gd name="connsiteY99" fmla="*/ 289664 h 776317"/>
                <a:gd name="connsiteX100" fmla="*/ 305736 w 1323475"/>
                <a:gd name="connsiteY100" fmla="*/ 328808 h 776317"/>
                <a:gd name="connsiteX101" fmla="*/ 337051 w 1323475"/>
                <a:gd name="connsiteY101" fmla="*/ 336637 h 776317"/>
                <a:gd name="connsiteX102" fmla="*/ 325307 w 1323475"/>
                <a:gd name="connsiteY102" fmla="*/ 352295 h 776317"/>
                <a:gd name="connsiteX103" fmla="*/ 337051 w 1323475"/>
                <a:gd name="connsiteY103" fmla="*/ 375781 h 776317"/>
                <a:gd name="connsiteX104" fmla="*/ 325307 w 1323475"/>
                <a:gd name="connsiteY104" fmla="*/ 375781 h 776317"/>
                <a:gd name="connsiteX105" fmla="*/ 321393 w 1323475"/>
                <a:gd name="connsiteY105" fmla="*/ 407096 h 776317"/>
                <a:gd name="connsiteX106" fmla="*/ 293992 w 1323475"/>
                <a:gd name="connsiteY106" fmla="*/ 446240 h 776317"/>
                <a:gd name="connsiteX107" fmla="*/ 262677 w 1323475"/>
                <a:gd name="connsiteY107" fmla="*/ 414925 h 776317"/>
                <a:gd name="connsiteX108" fmla="*/ 247020 w 1323475"/>
                <a:gd name="connsiteY108" fmla="*/ 430582 h 776317"/>
                <a:gd name="connsiteX109" fmla="*/ 258763 w 1323475"/>
                <a:gd name="connsiteY109" fmla="*/ 446240 h 776317"/>
                <a:gd name="connsiteX110" fmla="*/ 282249 w 1323475"/>
                <a:gd name="connsiteY110" fmla="*/ 465812 h 776317"/>
                <a:gd name="connsiteX111" fmla="*/ 211790 w 1323475"/>
                <a:gd name="connsiteY111" fmla="*/ 465812 h 776317"/>
                <a:gd name="connsiteX112" fmla="*/ 227448 w 1323475"/>
                <a:gd name="connsiteY112" fmla="*/ 454069 h 776317"/>
                <a:gd name="connsiteX113" fmla="*/ 196133 w 1323475"/>
                <a:gd name="connsiteY113" fmla="*/ 454069 h 776317"/>
                <a:gd name="connsiteX114" fmla="*/ 219619 w 1323475"/>
                <a:gd name="connsiteY114" fmla="*/ 489298 h 776317"/>
                <a:gd name="connsiteX115" fmla="*/ 184390 w 1323475"/>
                <a:gd name="connsiteY115" fmla="*/ 532356 h 776317"/>
                <a:gd name="connsiteX116" fmla="*/ 176561 w 1323475"/>
                <a:gd name="connsiteY116" fmla="*/ 524527 h 776317"/>
                <a:gd name="connsiteX117" fmla="*/ 141331 w 1323475"/>
                <a:gd name="connsiteY117" fmla="*/ 575414 h 776317"/>
                <a:gd name="connsiteX118" fmla="*/ 160903 w 1323475"/>
                <a:gd name="connsiteY118" fmla="*/ 587158 h 776317"/>
                <a:gd name="connsiteX119" fmla="*/ 207876 w 1323475"/>
                <a:gd name="connsiteY119" fmla="*/ 555842 h 776317"/>
                <a:gd name="connsiteX120" fmla="*/ 188304 w 1323475"/>
                <a:gd name="connsiteY120" fmla="*/ 606729 h 776317"/>
                <a:gd name="connsiteX121" fmla="*/ 207876 w 1323475"/>
                <a:gd name="connsiteY121" fmla="*/ 594986 h 776317"/>
                <a:gd name="connsiteX122" fmla="*/ 215705 w 1323475"/>
                <a:gd name="connsiteY122" fmla="*/ 610644 h 776317"/>
                <a:gd name="connsiteX123" fmla="*/ 219619 w 1323475"/>
                <a:gd name="connsiteY123" fmla="*/ 563671 h 776317"/>
                <a:gd name="connsiteX124" fmla="*/ 239191 w 1323475"/>
                <a:gd name="connsiteY124" fmla="*/ 540185 h 776317"/>
                <a:gd name="connsiteX125" fmla="*/ 262677 w 1323475"/>
                <a:gd name="connsiteY125" fmla="*/ 563671 h 776317"/>
                <a:gd name="connsiteX126" fmla="*/ 266592 w 1323475"/>
                <a:gd name="connsiteY126" fmla="*/ 516699 h 776317"/>
                <a:gd name="connsiteX127" fmla="*/ 325307 w 1323475"/>
                <a:gd name="connsiteY127" fmla="*/ 516699 h 776317"/>
                <a:gd name="connsiteX128" fmla="*/ 344879 w 1323475"/>
                <a:gd name="connsiteY128" fmla="*/ 516699 h 776317"/>
                <a:gd name="connsiteX129" fmla="*/ 297907 w 1323475"/>
                <a:gd name="connsiteY129" fmla="*/ 501041 h 776317"/>
                <a:gd name="connsiteX130" fmla="*/ 372280 w 1323475"/>
                <a:gd name="connsiteY130" fmla="*/ 493212 h 776317"/>
                <a:gd name="connsiteX131" fmla="*/ 399681 w 1323475"/>
                <a:gd name="connsiteY131" fmla="*/ 504955 h 776317"/>
                <a:gd name="connsiteX132" fmla="*/ 352708 w 1323475"/>
                <a:gd name="connsiteY132" fmla="*/ 516699 h 776317"/>
                <a:gd name="connsiteX133" fmla="*/ 384023 w 1323475"/>
                <a:gd name="connsiteY133" fmla="*/ 528442 h 776317"/>
                <a:gd name="connsiteX134" fmla="*/ 384023 w 1323475"/>
                <a:gd name="connsiteY134" fmla="*/ 548014 h 776317"/>
                <a:gd name="connsiteX135" fmla="*/ 344879 w 1323475"/>
                <a:gd name="connsiteY135" fmla="*/ 563671 h 776317"/>
                <a:gd name="connsiteX136" fmla="*/ 368366 w 1323475"/>
                <a:gd name="connsiteY136" fmla="*/ 579329 h 776317"/>
                <a:gd name="connsiteX137" fmla="*/ 317479 w 1323475"/>
                <a:gd name="connsiteY137" fmla="*/ 579329 h 776317"/>
                <a:gd name="connsiteX138" fmla="*/ 317479 w 1323475"/>
                <a:gd name="connsiteY138" fmla="*/ 602815 h 776317"/>
                <a:gd name="connsiteX139" fmla="*/ 321393 w 1323475"/>
                <a:gd name="connsiteY139" fmla="*/ 614558 h 776317"/>
                <a:gd name="connsiteX140" fmla="*/ 340965 w 1323475"/>
                <a:gd name="connsiteY140" fmla="*/ 602815 h 776317"/>
                <a:gd name="connsiteX141" fmla="*/ 344879 w 1323475"/>
                <a:gd name="connsiteY141" fmla="*/ 614558 h 776317"/>
                <a:gd name="connsiteX142" fmla="*/ 321393 w 1323475"/>
                <a:gd name="connsiteY142" fmla="*/ 649788 h 776317"/>
                <a:gd name="connsiteX143" fmla="*/ 333136 w 1323475"/>
                <a:gd name="connsiteY143" fmla="*/ 665445 h 776317"/>
                <a:gd name="connsiteX144" fmla="*/ 356623 w 1323475"/>
                <a:gd name="connsiteY144" fmla="*/ 618473 h 776317"/>
                <a:gd name="connsiteX145" fmla="*/ 364451 w 1323475"/>
                <a:gd name="connsiteY145" fmla="*/ 626301 h 776317"/>
                <a:gd name="connsiteX146" fmla="*/ 380109 w 1323475"/>
                <a:gd name="connsiteY146" fmla="*/ 626301 h 776317"/>
                <a:gd name="connsiteX147" fmla="*/ 399681 w 1323475"/>
                <a:gd name="connsiteY147" fmla="*/ 587158 h 776317"/>
                <a:gd name="connsiteX148" fmla="*/ 419253 w 1323475"/>
                <a:gd name="connsiteY148" fmla="*/ 587158 h 776317"/>
                <a:gd name="connsiteX149" fmla="*/ 450568 w 1323475"/>
                <a:gd name="connsiteY149" fmla="*/ 618473 h 776317"/>
                <a:gd name="connsiteX150" fmla="*/ 474054 w 1323475"/>
                <a:gd name="connsiteY150" fmla="*/ 594986 h 776317"/>
                <a:gd name="connsiteX151" fmla="*/ 493626 w 1323475"/>
                <a:gd name="connsiteY151" fmla="*/ 614558 h 776317"/>
                <a:gd name="connsiteX152" fmla="*/ 497540 w 1323475"/>
                <a:gd name="connsiteY152" fmla="*/ 634130 h 776317"/>
                <a:gd name="connsiteX153" fmla="*/ 509283 w 1323475"/>
                <a:gd name="connsiteY153" fmla="*/ 610644 h 776317"/>
                <a:gd name="connsiteX154" fmla="*/ 567999 w 1323475"/>
                <a:gd name="connsiteY154" fmla="*/ 587158 h 776317"/>
                <a:gd name="connsiteX155" fmla="*/ 591486 w 1323475"/>
                <a:gd name="connsiteY155" fmla="*/ 579329 h 776317"/>
                <a:gd name="connsiteX156" fmla="*/ 614972 w 1323475"/>
                <a:gd name="connsiteY156" fmla="*/ 587158 h 776317"/>
                <a:gd name="connsiteX157" fmla="*/ 650201 w 1323475"/>
                <a:gd name="connsiteY157" fmla="*/ 645873 h 776317"/>
                <a:gd name="connsiteX158" fmla="*/ 642373 w 1323475"/>
                <a:gd name="connsiteY158" fmla="*/ 653702 h 776317"/>
                <a:gd name="connsiteX159" fmla="*/ 689345 w 1323475"/>
                <a:gd name="connsiteY159" fmla="*/ 657616 h 776317"/>
                <a:gd name="connsiteX160" fmla="*/ 708917 w 1323475"/>
                <a:gd name="connsiteY160" fmla="*/ 626301 h 776317"/>
                <a:gd name="connsiteX161" fmla="*/ 724575 w 1323475"/>
                <a:gd name="connsiteY161" fmla="*/ 634130 h 776317"/>
                <a:gd name="connsiteX162" fmla="*/ 751975 w 1323475"/>
                <a:gd name="connsiteY162" fmla="*/ 657616 h 776317"/>
                <a:gd name="connsiteX163" fmla="*/ 744147 w 1323475"/>
                <a:gd name="connsiteY163" fmla="*/ 630216 h 776317"/>
                <a:gd name="connsiteX164" fmla="*/ 744147 w 1323475"/>
                <a:gd name="connsiteY164" fmla="*/ 614558 h 776317"/>
                <a:gd name="connsiteX165" fmla="*/ 763718 w 1323475"/>
                <a:gd name="connsiteY165" fmla="*/ 618473 h 776317"/>
                <a:gd name="connsiteX166" fmla="*/ 826349 w 1323475"/>
                <a:gd name="connsiteY166" fmla="*/ 571500 h 776317"/>
                <a:gd name="connsiteX167" fmla="*/ 849835 w 1323475"/>
                <a:gd name="connsiteY167" fmla="*/ 594986 h 776317"/>
                <a:gd name="connsiteX168" fmla="*/ 857664 w 1323475"/>
                <a:gd name="connsiteY168" fmla="*/ 579329 h 776317"/>
                <a:gd name="connsiteX169" fmla="*/ 896807 w 1323475"/>
                <a:gd name="connsiteY169" fmla="*/ 618473 h 776317"/>
                <a:gd name="connsiteX170" fmla="*/ 904636 w 1323475"/>
                <a:gd name="connsiteY170" fmla="*/ 610644 h 776317"/>
                <a:gd name="connsiteX171" fmla="*/ 920294 w 1323475"/>
                <a:gd name="connsiteY171" fmla="*/ 634130 h 776317"/>
                <a:gd name="connsiteX172" fmla="*/ 959438 w 1323475"/>
                <a:gd name="connsiteY172" fmla="*/ 641959 h 776317"/>
                <a:gd name="connsiteX173" fmla="*/ 971181 w 1323475"/>
                <a:gd name="connsiteY173" fmla="*/ 618473 h 776317"/>
                <a:gd name="connsiteX174" fmla="*/ 1002496 w 1323475"/>
                <a:gd name="connsiteY174" fmla="*/ 661531 h 776317"/>
                <a:gd name="connsiteX175" fmla="*/ 994667 w 1323475"/>
                <a:gd name="connsiteY175" fmla="*/ 685017 h 776317"/>
                <a:gd name="connsiteX176" fmla="*/ 1025982 w 1323475"/>
                <a:gd name="connsiteY176" fmla="*/ 688932 h 776317"/>
                <a:gd name="connsiteX177" fmla="*/ 1053383 w 1323475"/>
                <a:gd name="connsiteY177" fmla="*/ 649788 h 776317"/>
                <a:gd name="connsiteX178" fmla="*/ 1072955 w 1323475"/>
                <a:gd name="connsiteY178" fmla="*/ 645873 h 776317"/>
                <a:gd name="connsiteX179" fmla="*/ 1029897 w 1323475"/>
                <a:gd name="connsiteY179" fmla="*/ 649788 h 776317"/>
                <a:gd name="connsiteX180" fmla="*/ 1002496 w 1323475"/>
                <a:gd name="connsiteY180" fmla="*/ 634130 h 776317"/>
                <a:gd name="connsiteX181" fmla="*/ 1025982 w 1323475"/>
                <a:gd name="connsiteY181" fmla="*/ 630216 h 776317"/>
                <a:gd name="connsiteX182" fmla="*/ 1041640 w 1323475"/>
                <a:gd name="connsiteY182" fmla="*/ 630216 h 776317"/>
                <a:gd name="connsiteX183" fmla="*/ 1049468 w 1323475"/>
                <a:gd name="connsiteY183" fmla="*/ 614558 h 776317"/>
                <a:gd name="connsiteX184" fmla="*/ 1049468 w 1323475"/>
                <a:gd name="connsiteY184" fmla="*/ 587158 h 776317"/>
                <a:gd name="connsiteX185" fmla="*/ 1022068 w 1323475"/>
                <a:gd name="connsiteY185" fmla="*/ 579329 h 776317"/>
                <a:gd name="connsiteX186" fmla="*/ 1014239 w 1323475"/>
                <a:gd name="connsiteY186" fmla="*/ 571500 h 776317"/>
                <a:gd name="connsiteX187" fmla="*/ 1010325 w 1323475"/>
                <a:gd name="connsiteY187" fmla="*/ 548014 h 776317"/>
                <a:gd name="connsiteX188" fmla="*/ 979010 w 1323475"/>
                <a:gd name="connsiteY188" fmla="*/ 555842 h 776317"/>
                <a:gd name="connsiteX189" fmla="*/ 959438 w 1323475"/>
                <a:gd name="connsiteY189" fmla="*/ 493212 h 776317"/>
                <a:gd name="connsiteX190" fmla="*/ 951609 w 1323475"/>
                <a:gd name="connsiteY190" fmla="*/ 508870 h 776317"/>
                <a:gd name="connsiteX191" fmla="*/ 947694 w 1323475"/>
                <a:gd name="connsiteY191" fmla="*/ 461897 h 776317"/>
                <a:gd name="connsiteX192" fmla="*/ 971181 w 1323475"/>
                <a:gd name="connsiteY192" fmla="*/ 454069 h 776317"/>
                <a:gd name="connsiteX193" fmla="*/ 982924 w 1323475"/>
                <a:gd name="connsiteY193" fmla="*/ 422753 h 776317"/>
                <a:gd name="connsiteX194" fmla="*/ 1041640 w 1323475"/>
                <a:gd name="connsiteY194" fmla="*/ 430582 h 776317"/>
                <a:gd name="connsiteX195" fmla="*/ 1029897 w 1323475"/>
                <a:gd name="connsiteY195" fmla="*/ 399267 h 776317"/>
                <a:gd name="connsiteX196" fmla="*/ 1065126 w 1323475"/>
                <a:gd name="connsiteY196" fmla="*/ 438411 h 776317"/>
                <a:gd name="connsiteX197" fmla="*/ 1057297 w 1323475"/>
                <a:gd name="connsiteY197" fmla="*/ 465812 h 776317"/>
                <a:gd name="connsiteX198" fmla="*/ 1057297 w 1323475"/>
                <a:gd name="connsiteY198" fmla="*/ 493212 h 776317"/>
                <a:gd name="connsiteX199" fmla="*/ 1096441 w 1323475"/>
                <a:gd name="connsiteY199" fmla="*/ 446240 h 776317"/>
                <a:gd name="connsiteX200" fmla="*/ 1088612 w 1323475"/>
                <a:gd name="connsiteY200" fmla="*/ 434497 h 776317"/>
                <a:gd name="connsiteX201" fmla="*/ 1100355 w 1323475"/>
                <a:gd name="connsiteY201" fmla="*/ 391438 h 776317"/>
                <a:gd name="connsiteX202" fmla="*/ 1116013 w 1323475"/>
                <a:gd name="connsiteY202" fmla="*/ 422753 h 776317"/>
                <a:gd name="connsiteX203" fmla="*/ 1123842 w 1323475"/>
                <a:gd name="connsiteY203" fmla="*/ 399267 h 776317"/>
                <a:gd name="connsiteX204" fmla="*/ 1127756 w 1323475"/>
                <a:gd name="connsiteY204" fmla="*/ 442325 h 776317"/>
                <a:gd name="connsiteX205" fmla="*/ 1159071 w 1323475"/>
                <a:gd name="connsiteY205" fmla="*/ 450154 h 776317"/>
                <a:gd name="connsiteX206" fmla="*/ 1123842 w 1323475"/>
                <a:gd name="connsiteY206" fmla="*/ 501041 h 776317"/>
                <a:gd name="connsiteX207" fmla="*/ 1072955 w 1323475"/>
                <a:gd name="connsiteY207" fmla="*/ 489298 h 776317"/>
                <a:gd name="connsiteX208" fmla="*/ 1080784 w 1323475"/>
                <a:gd name="connsiteY208" fmla="*/ 497127 h 776317"/>
                <a:gd name="connsiteX209" fmla="*/ 1080784 w 1323475"/>
                <a:gd name="connsiteY209" fmla="*/ 524527 h 776317"/>
                <a:gd name="connsiteX210" fmla="*/ 1080784 w 1323475"/>
                <a:gd name="connsiteY210" fmla="*/ 548014 h 776317"/>
                <a:gd name="connsiteX211" fmla="*/ 1092527 w 1323475"/>
                <a:gd name="connsiteY211" fmla="*/ 555842 h 776317"/>
                <a:gd name="connsiteX212" fmla="*/ 1112099 w 1323475"/>
                <a:gd name="connsiteY212" fmla="*/ 516699 h 776317"/>
                <a:gd name="connsiteX213" fmla="*/ 1112099 w 1323475"/>
                <a:gd name="connsiteY213" fmla="*/ 555842 h 776317"/>
                <a:gd name="connsiteX214" fmla="*/ 1135585 w 1323475"/>
                <a:gd name="connsiteY214" fmla="*/ 555842 h 776317"/>
                <a:gd name="connsiteX215" fmla="*/ 1159071 w 1323475"/>
                <a:gd name="connsiteY215" fmla="*/ 587158 h 776317"/>
                <a:gd name="connsiteX216" fmla="*/ 1166900 w 1323475"/>
                <a:gd name="connsiteY216" fmla="*/ 583243 h 776317"/>
                <a:gd name="connsiteX217" fmla="*/ 1170814 w 1323475"/>
                <a:gd name="connsiteY217" fmla="*/ 555842 h 776317"/>
                <a:gd name="connsiteX218" fmla="*/ 1182557 w 1323475"/>
                <a:gd name="connsiteY218" fmla="*/ 583243 h 776317"/>
                <a:gd name="connsiteX219" fmla="*/ 1225616 w 1323475"/>
                <a:gd name="connsiteY219" fmla="*/ 610644 h 776317"/>
                <a:gd name="connsiteX220" fmla="*/ 1233444 w 1323475"/>
                <a:gd name="connsiteY220" fmla="*/ 602815 h 776317"/>
                <a:gd name="connsiteX221" fmla="*/ 1280417 w 1323475"/>
                <a:gd name="connsiteY221" fmla="*/ 610644 h 776317"/>
                <a:gd name="connsiteX222" fmla="*/ 1323475 w 1323475"/>
                <a:gd name="connsiteY222" fmla="*/ 645873 h 776317"/>
                <a:gd name="connsiteX223" fmla="*/ 1323475 w 1323475"/>
                <a:gd name="connsiteY223" fmla="*/ 657616 h 77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1323475" h="776317">
                  <a:moveTo>
                    <a:pt x="1323475" y="657616"/>
                  </a:moveTo>
                  <a:cubicBezTo>
                    <a:pt x="1247818" y="707673"/>
                    <a:pt x="1164317" y="740296"/>
                    <a:pt x="1072955" y="755476"/>
                  </a:cubicBezTo>
                  <a:cubicBezTo>
                    <a:pt x="916896" y="772801"/>
                    <a:pt x="760321" y="779323"/>
                    <a:pt x="603229" y="775048"/>
                  </a:cubicBezTo>
                  <a:cubicBezTo>
                    <a:pt x="418994" y="773991"/>
                    <a:pt x="249376" y="723104"/>
                    <a:pt x="94359" y="622387"/>
                  </a:cubicBezTo>
                  <a:cubicBezTo>
                    <a:pt x="39557" y="581842"/>
                    <a:pt x="8242" y="528348"/>
                    <a:pt x="414" y="461897"/>
                  </a:cubicBezTo>
                  <a:cubicBezTo>
                    <a:pt x="-753" y="453661"/>
                    <a:pt x="547" y="445833"/>
                    <a:pt x="4328" y="438411"/>
                  </a:cubicBezTo>
                  <a:cubicBezTo>
                    <a:pt x="7045" y="451563"/>
                    <a:pt x="14873" y="459392"/>
                    <a:pt x="27814" y="461897"/>
                  </a:cubicBezTo>
                  <a:cubicBezTo>
                    <a:pt x="41640" y="456159"/>
                    <a:pt x="55990" y="453544"/>
                    <a:pt x="70873" y="454069"/>
                  </a:cubicBezTo>
                  <a:cubicBezTo>
                    <a:pt x="70693" y="437628"/>
                    <a:pt x="75914" y="423278"/>
                    <a:pt x="86530" y="411010"/>
                  </a:cubicBezTo>
                  <a:cubicBezTo>
                    <a:pt x="81825" y="398445"/>
                    <a:pt x="73996" y="388009"/>
                    <a:pt x="63044" y="379695"/>
                  </a:cubicBezTo>
                  <a:cubicBezTo>
                    <a:pt x="73417" y="380854"/>
                    <a:pt x="82553" y="379554"/>
                    <a:pt x="90444" y="375781"/>
                  </a:cubicBezTo>
                  <a:cubicBezTo>
                    <a:pt x="91611" y="397537"/>
                    <a:pt x="98140" y="401451"/>
                    <a:pt x="110016" y="387524"/>
                  </a:cubicBezTo>
                  <a:cubicBezTo>
                    <a:pt x="105703" y="376579"/>
                    <a:pt x="103096" y="366136"/>
                    <a:pt x="102188" y="356209"/>
                  </a:cubicBezTo>
                  <a:cubicBezTo>
                    <a:pt x="108513" y="353798"/>
                    <a:pt x="113735" y="349883"/>
                    <a:pt x="117845" y="344466"/>
                  </a:cubicBezTo>
                  <a:cubicBezTo>
                    <a:pt x="99502" y="330030"/>
                    <a:pt x="82537" y="314372"/>
                    <a:pt x="66958" y="297493"/>
                  </a:cubicBezTo>
                  <a:cubicBezTo>
                    <a:pt x="59043" y="304046"/>
                    <a:pt x="49907" y="306653"/>
                    <a:pt x="39557" y="305322"/>
                  </a:cubicBezTo>
                  <a:cubicBezTo>
                    <a:pt x="47731" y="279080"/>
                    <a:pt x="42509" y="254286"/>
                    <a:pt x="23900" y="230949"/>
                  </a:cubicBezTo>
                  <a:cubicBezTo>
                    <a:pt x="34116" y="229438"/>
                    <a:pt x="44560" y="221609"/>
                    <a:pt x="55215" y="207462"/>
                  </a:cubicBezTo>
                  <a:cubicBezTo>
                    <a:pt x="44302" y="199978"/>
                    <a:pt x="39080" y="189542"/>
                    <a:pt x="39557" y="176147"/>
                  </a:cubicBezTo>
                  <a:cubicBezTo>
                    <a:pt x="44654" y="152050"/>
                    <a:pt x="52483" y="152050"/>
                    <a:pt x="63044" y="176147"/>
                  </a:cubicBezTo>
                  <a:cubicBezTo>
                    <a:pt x="44028" y="179678"/>
                    <a:pt x="42720" y="186207"/>
                    <a:pt x="59129" y="195719"/>
                  </a:cubicBezTo>
                  <a:cubicBezTo>
                    <a:pt x="69565" y="185283"/>
                    <a:pt x="80009" y="174840"/>
                    <a:pt x="90444" y="164404"/>
                  </a:cubicBezTo>
                  <a:cubicBezTo>
                    <a:pt x="113203" y="174096"/>
                    <a:pt x="135389" y="174096"/>
                    <a:pt x="156989" y="164404"/>
                  </a:cubicBezTo>
                  <a:cubicBezTo>
                    <a:pt x="157607" y="175599"/>
                    <a:pt x="155000" y="186043"/>
                    <a:pt x="149160" y="195719"/>
                  </a:cubicBezTo>
                  <a:cubicBezTo>
                    <a:pt x="163667" y="205584"/>
                    <a:pt x="178017" y="205584"/>
                    <a:pt x="192218" y="195719"/>
                  </a:cubicBezTo>
                  <a:cubicBezTo>
                    <a:pt x="196000" y="203141"/>
                    <a:pt x="197299" y="210970"/>
                    <a:pt x="196133" y="219205"/>
                  </a:cubicBezTo>
                  <a:cubicBezTo>
                    <a:pt x="175128" y="217068"/>
                    <a:pt x="163385" y="224897"/>
                    <a:pt x="160903" y="242692"/>
                  </a:cubicBezTo>
                  <a:cubicBezTo>
                    <a:pt x="163510" y="240085"/>
                    <a:pt x="166125" y="237470"/>
                    <a:pt x="168732" y="234863"/>
                  </a:cubicBezTo>
                  <a:cubicBezTo>
                    <a:pt x="184499" y="248039"/>
                    <a:pt x="197542" y="263696"/>
                    <a:pt x="207876" y="281836"/>
                  </a:cubicBezTo>
                  <a:cubicBezTo>
                    <a:pt x="211712" y="271713"/>
                    <a:pt x="213019" y="261269"/>
                    <a:pt x="211790" y="250521"/>
                  </a:cubicBezTo>
                  <a:cubicBezTo>
                    <a:pt x="236044" y="249840"/>
                    <a:pt x="238659" y="253754"/>
                    <a:pt x="219619" y="262264"/>
                  </a:cubicBezTo>
                  <a:cubicBezTo>
                    <a:pt x="232881" y="275792"/>
                    <a:pt x="242017" y="271878"/>
                    <a:pt x="247020" y="250521"/>
                  </a:cubicBezTo>
                  <a:cubicBezTo>
                    <a:pt x="250198" y="276089"/>
                    <a:pt x="261941" y="278696"/>
                    <a:pt x="282249" y="258349"/>
                  </a:cubicBezTo>
                  <a:cubicBezTo>
                    <a:pt x="279541" y="248986"/>
                    <a:pt x="275626" y="248986"/>
                    <a:pt x="270506" y="258349"/>
                  </a:cubicBezTo>
                  <a:cubicBezTo>
                    <a:pt x="252649" y="232984"/>
                    <a:pt x="257870" y="225155"/>
                    <a:pt x="286164" y="234863"/>
                  </a:cubicBezTo>
                  <a:cubicBezTo>
                    <a:pt x="310401" y="205552"/>
                    <a:pt x="332580" y="208159"/>
                    <a:pt x="352708" y="242692"/>
                  </a:cubicBezTo>
                  <a:cubicBezTo>
                    <a:pt x="351596" y="223981"/>
                    <a:pt x="355511" y="205716"/>
                    <a:pt x="364451" y="187890"/>
                  </a:cubicBezTo>
                  <a:cubicBezTo>
                    <a:pt x="369673" y="203548"/>
                    <a:pt x="374887" y="219205"/>
                    <a:pt x="380109" y="234863"/>
                  </a:cubicBezTo>
                  <a:cubicBezTo>
                    <a:pt x="387938" y="232256"/>
                    <a:pt x="395766" y="229641"/>
                    <a:pt x="403595" y="227034"/>
                  </a:cubicBezTo>
                  <a:cubicBezTo>
                    <a:pt x="411573" y="236327"/>
                    <a:pt x="420709" y="244156"/>
                    <a:pt x="430996" y="250521"/>
                  </a:cubicBezTo>
                  <a:cubicBezTo>
                    <a:pt x="441807" y="228459"/>
                    <a:pt x="433979" y="216716"/>
                    <a:pt x="407510" y="215291"/>
                  </a:cubicBezTo>
                  <a:cubicBezTo>
                    <a:pt x="414955" y="209670"/>
                    <a:pt x="416254" y="203148"/>
                    <a:pt x="411424" y="195719"/>
                  </a:cubicBezTo>
                  <a:cubicBezTo>
                    <a:pt x="394396" y="189808"/>
                    <a:pt x="377439" y="183287"/>
                    <a:pt x="360537" y="176147"/>
                  </a:cubicBezTo>
                  <a:cubicBezTo>
                    <a:pt x="373588" y="169626"/>
                    <a:pt x="386630" y="163097"/>
                    <a:pt x="399681" y="156575"/>
                  </a:cubicBezTo>
                  <a:cubicBezTo>
                    <a:pt x="412731" y="164404"/>
                    <a:pt x="423167" y="174840"/>
                    <a:pt x="430996" y="187890"/>
                  </a:cubicBezTo>
                  <a:cubicBezTo>
                    <a:pt x="450740" y="179944"/>
                    <a:pt x="469012" y="169501"/>
                    <a:pt x="485797" y="156575"/>
                  </a:cubicBezTo>
                  <a:cubicBezTo>
                    <a:pt x="493454" y="160310"/>
                    <a:pt x="499975" y="165524"/>
                    <a:pt x="505369" y="172233"/>
                  </a:cubicBezTo>
                  <a:cubicBezTo>
                    <a:pt x="507976" y="169626"/>
                    <a:pt x="510591" y="167011"/>
                    <a:pt x="513198" y="164404"/>
                  </a:cubicBezTo>
                  <a:cubicBezTo>
                    <a:pt x="517762" y="176163"/>
                    <a:pt x="524283" y="186599"/>
                    <a:pt x="532770" y="195719"/>
                  </a:cubicBezTo>
                  <a:cubicBezTo>
                    <a:pt x="546235" y="182951"/>
                    <a:pt x="561893" y="173822"/>
                    <a:pt x="579742" y="168319"/>
                  </a:cubicBezTo>
                  <a:cubicBezTo>
                    <a:pt x="574521" y="165711"/>
                    <a:pt x="569307" y="163097"/>
                    <a:pt x="564085" y="160490"/>
                  </a:cubicBezTo>
                  <a:cubicBezTo>
                    <a:pt x="568367" y="141959"/>
                    <a:pt x="576196" y="125002"/>
                    <a:pt x="587571" y="109603"/>
                  </a:cubicBezTo>
                  <a:cubicBezTo>
                    <a:pt x="583461" y="104185"/>
                    <a:pt x="578239" y="100271"/>
                    <a:pt x="571914" y="97860"/>
                  </a:cubicBezTo>
                  <a:cubicBezTo>
                    <a:pt x="574521" y="95253"/>
                    <a:pt x="577135" y="92638"/>
                    <a:pt x="579742" y="90031"/>
                  </a:cubicBezTo>
                  <a:cubicBezTo>
                    <a:pt x="570606" y="86116"/>
                    <a:pt x="564085" y="79595"/>
                    <a:pt x="560170" y="70459"/>
                  </a:cubicBezTo>
                  <a:cubicBezTo>
                    <a:pt x="547817" y="71148"/>
                    <a:pt x="536074" y="71148"/>
                    <a:pt x="524941" y="70459"/>
                  </a:cubicBezTo>
                  <a:cubicBezTo>
                    <a:pt x="527352" y="64133"/>
                    <a:pt x="531267" y="58912"/>
                    <a:pt x="536684" y="54801"/>
                  </a:cubicBezTo>
                  <a:cubicBezTo>
                    <a:pt x="545946" y="64439"/>
                    <a:pt x="555074" y="64439"/>
                    <a:pt x="564085" y="54801"/>
                  </a:cubicBezTo>
                  <a:cubicBezTo>
                    <a:pt x="559223" y="35245"/>
                    <a:pt x="564437" y="16973"/>
                    <a:pt x="579742" y="0"/>
                  </a:cubicBezTo>
                  <a:cubicBezTo>
                    <a:pt x="589912" y="4619"/>
                    <a:pt x="596433" y="12448"/>
                    <a:pt x="599314" y="23486"/>
                  </a:cubicBezTo>
                  <a:cubicBezTo>
                    <a:pt x="605836" y="15658"/>
                    <a:pt x="612365" y="7829"/>
                    <a:pt x="618886" y="0"/>
                  </a:cubicBezTo>
                  <a:cubicBezTo>
                    <a:pt x="621493" y="3914"/>
                    <a:pt x="624108" y="7829"/>
                    <a:pt x="626715" y="11743"/>
                  </a:cubicBezTo>
                  <a:cubicBezTo>
                    <a:pt x="620139" y="25577"/>
                    <a:pt x="609703" y="36020"/>
                    <a:pt x="595400" y="43058"/>
                  </a:cubicBezTo>
                  <a:cubicBezTo>
                    <a:pt x="603879" y="59154"/>
                    <a:pt x="616929" y="69590"/>
                    <a:pt x="634544" y="74373"/>
                  </a:cubicBezTo>
                  <a:cubicBezTo>
                    <a:pt x="615528" y="77904"/>
                    <a:pt x="614220" y="84433"/>
                    <a:pt x="630629" y="93945"/>
                  </a:cubicBezTo>
                  <a:cubicBezTo>
                    <a:pt x="639343" y="84465"/>
                    <a:pt x="648479" y="84465"/>
                    <a:pt x="658030" y="93945"/>
                  </a:cubicBezTo>
                  <a:cubicBezTo>
                    <a:pt x="660637" y="90031"/>
                    <a:pt x="663252" y="86116"/>
                    <a:pt x="665859" y="82202"/>
                  </a:cubicBezTo>
                  <a:cubicBezTo>
                    <a:pt x="653701" y="82679"/>
                    <a:pt x="643257" y="74851"/>
                    <a:pt x="634544" y="58716"/>
                  </a:cubicBezTo>
                  <a:cubicBezTo>
                    <a:pt x="648213" y="55028"/>
                    <a:pt x="661263" y="49807"/>
                    <a:pt x="673688" y="43058"/>
                  </a:cubicBezTo>
                  <a:cubicBezTo>
                    <a:pt x="668466" y="40451"/>
                    <a:pt x="663252" y="37836"/>
                    <a:pt x="658030" y="35229"/>
                  </a:cubicBezTo>
                  <a:cubicBezTo>
                    <a:pt x="671574" y="20731"/>
                    <a:pt x="680702" y="22030"/>
                    <a:pt x="685431" y="39144"/>
                  </a:cubicBezTo>
                  <a:cubicBezTo>
                    <a:pt x="697949" y="27119"/>
                    <a:pt x="712307" y="23204"/>
                    <a:pt x="728489" y="27401"/>
                  </a:cubicBezTo>
                  <a:cubicBezTo>
                    <a:pt x="707610" y="40451"/>
                    <a:pt x="707610" y="53494"/>
                    <a:pt x="728489" y="66545"/>
                  </a:cubicBezTo>
                  <a:cubicBezTo>
                    <a:pt x="723267" y="69152"/>
                    <a:pt x="718053" y="71766"/>
                    <a:pt x="712831" y="74373"/>
                  </a:cubicBezTo>
                  <a:cubicBezTo>
                    <a:pt x="727174" y="80229"/>
                    <a:pt x="740224" y="88058"/>
                    <a:pt x="751975" y="97860"/>
                  </a:cubicBezTo>
                  <a:cubicBezTo>
                    <a:pt x="730243" y="111787"/>
                    <a:pt x="732850" y="119616"/>
                    <a:pt x="759804" y="121346"/>
                  </a:cubicBezTo>
                  <a:cubicBezTo>
                    <a:pt x="729483" y="130592"/>
                    <a:pt x="715133" y="150164"/>
                    <a:pt x="716746" y="180062"/>
                  </a:cubicBezTo>
                  <a:cubicBezTo>
                    <a:pt x="731722" y="193269"/>
                    <a:pt x="748687" y="197183"/>
                    <a:pt x="767633" y="191805"/>
                  </a:cubicBezTo>
                  <a:cubicBezTo>
                    <a:pt x="766701" y="181776"/>
                    <a:pt x="770616" y="172640"/>
                    <a:pt x="779376" y="164404"/>
                  </a:cubicBezTo>
                  <a:cubicBezTo>
                    <a:pt x="790203" y="186857"/>
                    <a:pt x="796725" y="210343"/>
                    <a:pt x="798948" y="234863"/>
                  </a:cubicBezTo>
                  <a:cubicBezTo>
                    <a:pt x="774522" y="232170"/>
                    <a:pt x="752343" y="237392"/>
                    <a:pt x="732403" y="250521"/>
                  </a:cubicBezTo>
                  <a:cubicBezTo>
                    <a:pt x="720739" y="244124"/>
                    <a:pt x="708995" y="237603"/>
                    <a:pt x="697174" y="230949"/>
                  </a:cubicBezTo>
                  <a:cubicBezTo>
                    <a:pt x="661937" y="225758"/>
                    <a:pt x="659322" y="229672"/>
                    <a:pt x="689345" y="242692"/>
                  </a:cubicBezTo>
                  <a:cubicBezTo>
                    <a:pt x="687866" y="260659"/>
                    <a:pt x="677422" y="276316"/>
                    <a:pt x="658030" y="289664"/>
                  </a:cubicBezTo>
                  <a:cubicBezTo>
                    <a:pt x="657607" y="281601"/>
                    <a:pt x="654993" y="272464"/>
                    <a:pt x="650201" y="262264"/>
                  </a:cubicBezTo>
                  <a:cubicBezTo>
                    <a:pt x="661600" y="258952"/>
                    <a:pt x="665514" y="252431"/>
                    <a:pt x="661944" y="242692"/>
                  </a:cubicBezTo>
                  <a:cubicBezTo>
                    <a:pt x="654116" y="253128"/>
                    <a:pt x="646287" y="253128"/>
                    <a:pt x="638458" y="242692"/>
                  </a:cubicBezTo>
                  <a:cubicBezTo>
                    <a:pt x="624562" y="262608"/>
                    <a:pt x="610212" y="262608"/>
                    <a:pt x="595400" y="242692"/>
                  </a:cubicBezTo>
                  <a:cubicBezTo>
                    <a:pt x="583931" y="251374"/>
                    <a:pt x="576102" y="247460"/>
                    <a:pt x="571914" y="230949"/>
                  </a:cubicBezTo>
                  <a:cubicBezTo>
                    <a:pt x="551277" y="219518"/>
                    <a:pt x="530398" y="211690"/>
                    <a:pt x="509283" y="207462"/>
                  </a:cubicBezTo>
                  <a:cubicBezTo>
                    <a:pt x="514505" y="210069"/>
                    <a:pt x="519719" y="212684"/>
                    <a:pt x="524941" y="215291"/>
                  </a:cubicBezTo>
                  <a:cubicBezTo>
                    <a:pt x="504711" y="230902"/>
                    <a:pt x="506011" y="234816"/>
                    <a:pt x="528855" y="227034"/>
                  </a:cubicBezTo>
                  <a:cubicBezTo>
                    <a:pt x="540520" y="233430"/>
                    <a:pt x="552263" y="239952"/>
                    <a:pt x="564085" y="246606"/>
                  </a:cubicBezTo>
                  <a:cubicBezTo>
                    <a:pt x="535815" y="252611"/>
                    <a:pt x="512329" y="266961"/>
                    <a:pt x="493626" y="289664"/>
                  </a:cubicBezTo>
                  <a:cubicBezTo>
                    <a:pt x="480372" y="277710"/>
                    <a:pt x="466014" y="267274"/>
                    <a:pt x="450568" y="258349"/>
                  </a:cubicBezTo>
                  <a:cubicBezTo>
                    <a:pt x="446998" y="268088"/>
                    <a:pt x="450912" y="274610"/>
                    <a:pt x="462311" y="277921"/>
                  </a:cubicBezTo>
                  <a:cubicBezTo>
                    <a:pt x="453034" y="288514"/>
                    <a:pt x="442590" y="297650"/>
                    <a:pt x="430996" y="305322"/>
                  </a:cubicBezTo>
                  <a:cubicBezTo>
                    <a:pt x="439216" y="324917"/>
                    <a:pt x="431387" y="336660"/>
                    <a:pt x="407510" y="340551"/>
                  </a:cubicBezTo>
                  <a:cubicBezTo>
                    <a:pt x="424396" y="349046"/>
                    <a:pt x="425704" y="358174"/>
                    <a:pt x="411424" y="367952"/>
                  </a:cubicBezTo>
                  <a:cubicBezTo>
                    <a:pt x="383874" y="345875"/>
                    <a:pt x="361696" y="319782"/>
                    <a:pt x="344879" y="289664"/>
                  </a:cubicBezTo>
                  <a:cubicBezTo>
                    <a:pt x="337082" y="307796"/>
                    <a:pt x="324031" y="320846"/>
                    <a:pt x="305736" y="328808"/>
                  </a:cubicBezTo>
                  <a:cubicBezTo>
                    <a:pt x="312805" y="345405"/>
                    <a:pt x="323248" y="348020"/>
                    <a:pt x="337051" y="336637"/>
                  </a:cubicBezTo>
                  <a:cubicBezTo>
                    <a:pt x="365712" y="374497"/>
                    <a:pt x="361797" y="379719"/>
                    <a:pt x="325307" y="352295"/>
                  </a:cubicBezTo>
                  <a:cubicBezTo>
                    <a:pt x="322873" y="362018"/>
                    <a:pt x="326787" y="369847"/>
                    <a:pt x="337051" y="375781"/>
                  </a:cubicBezTo>
                  <a:cubicBezTo>
                    <a:pt x="334342" y="385144"/>
                    <a:pt x="330428" y="385144"/>
                    <a:pt x="325307" y="375781"/>
                  </a:cubicBezTo>
                  <a:cubicBezTo>
                    <a:pt x="315177" y="386381"/>
                    <a:pt x="313877" y="396824"/>
                    <a:pt x="321393" y="407096"/>
                  </a:cubicBezTo>
                  <a:cubicBezTo>
                    <a:pt x="310738" y="419058"/>
                    <a:pt x="301602" y="432109"/>
                    <a:pt x="293992" y="446240"/>
                  </a:cubicBezTo>
                  <a:cubicBezTo>
                    <a:pt x="278335" y="441018"/>
                    <a:pt x="267899" y="430582"/>
                    <a:pt x="262677" y="414925"/>
                  </a:cubicBezTo>
                  <a:cubicBezTo>
                    <a:pt x="257455" y="420146"/>
                    <a:pt x="252242" y="425360"/>
                    <a:pt x="247020" y="430582"/>
                  </a:cubicBezTo>
                  <a:cubicBezTo>
                    <a:pt x="240240" y="449340"/>
                    <a:pt x="244154" y="454562"/>
                    <a:pt x="258763" y="446240"/>
                  </a:cubicBezTo>
                  <a:cubicBezTo>
                    <a:pt x="265449" y="454241"/>
                    <a:pt x="273278" y="460762"/>
                    <a:pt x="282249" y="465812"/>
                  </a:cubicBezTo>
                  <a:cubicBezTo>
                    <a:pt x="259601" y="489995"/>
                    <a:pt x="236114" y="489995"/>
                    <a:pt x="211790" y="465812"/>
                  </a:cubicBezTo>
                  <a:cubicBezTo>
                    <a:pt x="218116" y="463401"/>
                    <a:pt x="223338" y="459486"/>
                    <a:pt x="227448" y="454069"/>
                  </a:cubicBezTo>
                  <a:cubicBezTo>
                    <a:pt x="217012" y="443633"/>
                    <a:pt x="206568" y="443633"/>
                    <a:pt x="196133" y="454069"/>
                  </a:cubicBezTo>
                  <a:cubicBezTo>
                    <a:pt x="199272" y="469210"/>
                    <a:pt x="207101" y="480953"/>
                    <a:pt x="219619" y="489298"/>
                  </a:cubicBezTo>
                  <a:cubicBezTo>
                    <a:pt x="204917" y="501378"/>
                    <a:pt x="193173" y="515728"/>
                    <a:pt x="184390" y="532356"/>
                  </a:cubicBezTo>
                  <a:cubicBezTo>
                    <a:pt x="181783" y="529749"/>
                    <a:pt x="179168" y="527134"/>
                    <a:pt x="176561" y="524527"/>
                  </a:cubicBezTo>
                  <a:cubicBezTo>
                    <a:pt x="177226" y="550738"/>
                    <a:pt x="165483" y="567703"/>
                    <a:pt x="141331" y="575414"/>
                  </a:cubicBezTo>
                  <a:cubicBezTo>
                    <a:pt x="148503" y="578343"/>
                    <a:pt x="155032" y="582257"/>
                    <a:pt x="160903" y="587158"/>
                  </a:cubicBezTo>
                  <a:cubicBezTo>
                    <a:pt x="174612" y="568227"/>
                    <a:pt x="190269" y="557792"/>
                    <a:pt x="207876" y="555842"/>
                  </a:cubicBezTo>
                  <a:cubicBezTo>
                    <a:pt x="209755" y="575234"/>
                    <a:pt x="203226" y="592199"/>
                    <a:pt x="188304" y="606729"/>
                  </a:cubicBezTo>
                  <a:cubicBezTo>
                    <a:pt x="198043" y="610299"/>
                    <a:pt x="204564" y="606385"/>
                    <a:pt x="207876" y="594986"/>
                  </a:cubicBezTo>
                  <a:cubicBezTo>
                    <a:pt x="210483" y="600208"/>
                    <a:pt x="213098" y="605422"/>
                    <a:pt x="215705" y="610644"/>
                  </a:cubicBezTo>
                  <a:cubicBezTo>
                    <a:pt x="235903" y="594689"/>
                    <a:pt x="237203" y="579031"/>
                    <a:pt x="219619" y="563671"/>
                  </a:cubicBezTo>
                  <a:cubicBezTo>
                    <a:pt x="227620" y="556985"/>
                    <a:pt x="234141" y="549157"/>
                    <a:pt x="239191" y="540185"/>
                  </a:cubicBezTo>
                  <a:cubicBezTo>
                    <a:pt x="247020" y="548014"/>
                    <a:pt x="254849" y="555842"/>
                    <a:pt x="262677" y="563671"/>
                  </a:cubicBezTo>
                  <a:cubicBezTo>
                    <a:pt x="266553" y="548225"/>
                    <a:pt x="267860" y="532567"/>
                    <a:pt x="266592" y="516699"/>
                  </a:cubicBezTo>
                  <a:cubicBezTo>
                    <a:pt x="287236" y="522429"/>
                    <a:pt x="306808" y="522429"/>
                    <a:pt x="325307" y="516699"/>
                  </a:cubicBezTo>
                  <a:cubicBezTo>
                    <a:pt x="330545" y="536490"/>
                    <a:pt x="337066" y="536490"/>
                    <a:pt x="344879" y="516699"/>
                  </a:cubicBezTo>
                  <a:cubicBezTo>
                    <a:pt x="329222" y="511477"/>
                    <a:pt x="313564" y="506263"/>
                    <a:pt x="297907" y="501041"/>
                  </a:cubicBezTo>
                  <a:cubicBezTo>
                    <a:pt x="323366" y="496602"/>
                    <a:pt x="348160" y="493987"/>
                    <a:pt x="372280" y="493212"/>
                  </a:cubicBezTo>
                  <a:cubicBezTo>
                    <a:pt x="383272" y="493283"/>
                    <a:pt x="392400" y="497197"/>
                    <a:pt x="399681" y="504955"/>
                  </a:cubicBezTo>
                  <a:cubicBezTo>
                    <a:pt x="383420" y="506459"/>
                    <a:pt x="367763" y="510373"/>
                    <a:pt x="352708" y="516699"/>
                  </a:cubicBezTo>
                  <a:cubicBezTo>
                    <a:pt x="362330" y="522813"/>
                    <a:pt x="372765" y="526727"/>
                    <a:pt x="384023" y="528442"/>
                  </a:cubicBezTo>
                  <a:cubicBezTo>
                    <a:pt x="375091" y="534243"/>
                    <a:pt x="375091" y="540772"/>
                    <a:pt x="384023" y="548014"/>
                  </a:cubicBezTo>
                  <a:cubicBezTo>
                    <a:pt x="370973" y="553235"/>
                    <a:pt x="357930" y="558450"/>
                    <a:pt x="344879" y="563671"/>
                  </a:cubicBezTo>
                  <a:cubicBezTo>
                    <a:pt x="350688" y="578154"/>
                    <a:pt x="358517" y="583368"/>
                    <a:pt x="368366" y="579329"/>
                  </a:cubicBezTo>
                  <a:cubicBezTo>
                    <a:pt x="351181" y="589263"/>
                    <a:pt x="334224" y="589263"/>
                    <a:pt x="317479" y="579329"/>
                  </a:cubicBezTo>
                  <a:cubicBezTo>
                    <a:pt x="312257" y="587158"/>
                    <a:pt x="312257" y="594986"/>
                    <a:pt x="317479" y="602815"/>
                  </a:cubicBezTo>
                  <a:cubicBezTo>
                    <a:pt x="330521" y="596239"/>
                    <a:pt x="331829" y="600153"/>
                    <a:pt x="321393" y="614558"/>
                  </a:cubicBezTo>
                  <a:cubicBezTo>
                    <a:pt x="331132" y="618128"/>
                    <a:pt x="337653" y="614214"/>
                    <a:pt x="340965" y="602815"/>
                  </a:cubicBezTo>
                  <a:cubicBezTo>
                    <a:pt x="342272" y="606729"/>
                    <a:pt x="343572" y="610644"/>
                    <a:pt x="344879" y="614558"/>
                  </a:cubicBezTo>
                  <a:cubicBezTo>
                    <a:pt x="338702" y="627288"/>
                    <a:pt x="330874" y="639031"/>
                    <a:pt x="321393" y="649788"/>
                  </a:cubicBezTo>
                  <a:cubicBezTo>
                    <a:pt x="323804" y="656113"/>
                    <a:pt x="327719" y="661335"/>
                    <a:pt x="333136" y="665445"/>
                  </a:cubicBezTo>
                  <a:cubicBezTo>
                    <a:pt x="337528" y="648026"/>
                    <a:pt x="345357" y="632369"/>
                    <a:pt x="356623" y="618473"/>
                  </a:cubicBezTo>
                  <a:cubicBezTo>
                    <a:pt x="359229" y="621080"/>
                    <a:pt x="361844" y="623694"/>
                    <a:pt x="364451" y="626301"/>
                  </a:cubicBezTo>
                  <a:cubicBezTo>
                    <a:pt x="369673" y="605422"/>
                    <a:pt x="374887" y="605422"/>
                    <a:pt x="380109" y="626301"/>
                  </a:cubicBezTo>
                  <a:cubicBezTo>
                    <a:pt x="387781" y="614096"/>
                    <a:pt x="394302" y="601046"/>
                    <a:pt x="399681" y="587158"/>
                  </a:cubicBezTo>
                  <a:cubicBezTo>
                    <a:pt x="407831" y="606659"/>
                    <a:pt x="414352" y="606659"/>
                    <a:pt x="419253" y="587158"/>
                  </a:cubicBezTo>
                  <a:cubicBezTo>
                    <a:pt x="427841" y="599315"/>
                    <a:pt x="438277" y="609751"/>
                    <a:pt x="450568" y="618473"/>
                  </a:cubicBezTo>
                  <a:cubicBezTo>
                    <a:pt x="458397" y="610644"/>
                    <a:pt x="466225" y="602815"/>
                    <a:pt x="474054" y="594986"/>
                  </a:cubicBezTo>
                  <a:cubicBezTo>
                    <a:pt x="477968" y="604122"/>
                    <a:pt x="484490" y="610644"/>
                    <a:pt x="493626" y="614558"/>
                  </a:cubicBezTo>
                  <a:cubicBezTo>
                    <a:pt x="474829" y="620860"/>
                    <a:pt x="476136" y="627382"/>
                    <a:pt x="497540" y="634130"/>
                  </a:cubicBezTo>
                  <a:cubicBezTo>
                    <a:pt x="499490" y="625330"/>
                    <a:pt x="503404" y="617502"/>
                    <a:pt x="509283" y="610644"/>
                  </a:cubicBezTo>
                  <a:cubicBezTo>
                    <a:pt x="529302" y="603543"/>
                    <a:pt x="548874" y="595715"/>
                    <a:pt x="567999" y="587158"/>
                  </a:cubicBezTo>
                  <a:cubicBezTo>
                    <a:pt x="578920" y="597452"/>
                    <a:pt x="586749" y="594838"/>
                    <a:pt x="591486" y="579329"/>
                  </a:cubicBezTo>
                  <a:cubicBezTo>
                    <a:pt x="598062" y="602533"/>
                    <a:pt x="605890" y="605140"/>
                    <a:pt x="614972" y="587158"/>
                  </a:cubicBezTo>
                  <a:cubicBezTo>
                    <a:pt x="619841" y="611309"/>
                    <a:pt x="631585" y="630881"/>
                    <a:pt x="650201" y="645873"/>
                  </a:cubicBezTo>
                  <a:cubicBezTo>
                    <a:pt x="647594" y="648480"/>
                    <a:pt x="644980" y="651095"/>
                    <a:pt x="642373" y="653702"/>
                  </a:cubicBezTo>
                  <a:cubicBezTo>
                    <a:pt x="659259" y="654313"/>
                    <a:pt x="674917" y="655620"/>
                    <a:pt x="689345" y="657616"/>
                  </a:cubicBezTo>
                  <a:cubicBezTo>
                    <a:pt x="687952" y="646218"/>
                    <a:pt x="694481" y="635782"/>
                    <a:pt x="708917" y="626301"/>
                  </a:cubicBezTo>
                  <a:cubicBezTo>
                    <a:pt x="711399" y="640401"/>
                    <a:pt x="716621" y="643008"/>
                    <a:pt x="724575" y="634130"/>
                  </a:cubicBezTo>
                  <a:cubicBezTo>
                    <a:pt x="730055" y="646124"/>
                    <a:pt x="739183" y="653952"/>
                    <a:pt x="751975" y="657616"/>
                  </a:cubicBezTo>
                  <a:cubicBezTo>
                    <a:pt x="780480" y="647345"/>
                    <a:pt x="777865" y="638209"/>
                    <a:pt x="744147" y="630216"/>
                  </a:cubicBezTo>
                  <a:cubicBezTo>
                    <a:pt x="754582" y="624994"/>
                    <a:pt x="754582" y="619780"/>
                    <a:pt x="744147" y="614558"/>
                  </a:cubicBezTo>
                  <a:cubicBezTo>
                    <a:pt x="751576" y="609728"/>
                    <a:pt x="758097" y="611028"/>
                    <a:pt x="763718" y="618473"/>
                  </a:cubicBezTo>
                  <a:cubicBezTo>
                    <a:pt x="782515" y="594642"/>
                    <a:pt x="803395" y="578984"/>
                    <a:pt x="826349" y="571500"/>
                  </a:cubicBezTo>
                  <a:cubicBezTo>
                    <a:pt x="834177" y="579329"/>
                    <a:pt x="842006" y="587158"/>
                    <a:pt x="849835" y="594986"/>
                  </a:cubicBezTo>
                  <a:cubicBezTo>
                    <a:pt x="852442" y="589765"/>
                    <a:pt x="855057" y="584551"/>
                    <a:pt x="857664" y="579329"/>
                  </a:cubicBezTo>
                  <a:cubicBezTo>
                    <a:pt x="868099" y="594986"/>
                    <a:pt x="881150" y="608037"/>
                    <a:pt x="896807" y="618473"/>
                  </a:cubicBezTo>
                  <a:cubicBezTo>
                    <a:pt x="899415" y="615866"/>
                    <a:pt x="902029" y="613251"/>
                    <a:pt x="904636" y="610644"/>
                  </a:cubicBezTo>
                  <a:cubicBezTo>
                    <a:pt x="907917" y="619819"/>
                    <a:pt x="913130" y="627648"/>
                    <a:pt x="920294" y="634130"/>
                  </a:cubicBezTo>
                  <a:cubicBezTo>
                    <a:pt x="936124" y="622457"/>
                    <a:pt x="949166" y="625064"/>
                    <a:pt x="959438" y="641959"/>
                  </a:cubicBezTo>
                  <a:cubicBezTo>
                    <a:pt x="961387" y="633159"/>
                    <a:pt x="965301" y="625330"/>
                    <a:pt x="971181" y="618473"/>
                  </a:cubicBezTo>
                  <a:cubicBezTo>
                    <a:pt x="977013" y="636064"/>
                    <a:pt x="987449" y="650414"/>
                    <a:pt x="1002496" y="661531"/>
                  </a:cubicBezTo>
                  <a:cubicBezTo>
                    <a:pt x="999889" y="669360"/>
                    <a:pt x="997274" y="677188"/>
                    <a:pt x="994667" y="685017"/>
                  </a:cubicBezTo>
                  <a:cubicBezTo>
                    <a:pt x="1005901" y="682583"/>
                    <a:pt x="1016337" y="683882"/>
                    <a:pt x="1025982" y="688932"/>
                  </a:cubicBezTo>
                  <a:cubicBezTo>
                    <a:pt x="1036637" y="676969"/>
                    <a:pt x="1045773" y="663919"/>
                    <a:pt x="1053383" y="649788"/>
                  </a:cubicBezTo>
                  <a:cubicBezTo>
                    <a:pt x="1060538" y="658822"/>
                    <a:pt x="1067060" y="657515"/>
                    <a:pt x="1072955" y="645873"/>
                  </a:cubicBezTo>
                  <a:cubicBezTo>
                    <a:pt x="1058495" y="632541"/>
                    <a:pt x="1044137" y="633848"/>
                    <a:pt x="1029897" y="649788"/>
                  </a:cubicBezTo>
                  <a:cubicBezTo>
                    <a:pt x="1021402" y="643579"/>
                    <a:pt x="1012266" y="638358"/>
                    <a:pt x="1002496" y="634130"/>
                  </a:cubicBezTo>
                  <a:cubicBezTo>
                    <a:pt x="993023" y="596286"/>
                    <a:pt x="1000852" y="594986"/>
                    <a:pt x="1025982" y="630216"/>
                  </a:cubicBezTo>
                  <a:cubicBezTo>
                    <a:pt x="1031204" y="635438"/>
                    <a:pt x="1036418" y="635438"/>
                    <a:pt x="1041640" y="630216"/>
                  </a:cubicBezTo>
                  <a:cubicBezTo>
                    <a:pt x="1032762" y="622262"/>
                    <a:pt x="1035369" y="617040"/>
                    <a:pt x="1049468" y="614558"/>
                  </a:cubicBezTo>
                  <a:cubicBezTo>
                    <a:pt x="1039988" y="605845"/>
                    <a:pt x="1039988" y="596708"/>
                    <a:pt x="1049468" y="587158"/>
                  </a:cubicBezTo>
                  <a:cubicBezTo>
                    <a:pt x="1042806" y="562794"/>
                    <a:pt x="1033678" y="560180"/>
                    <a:pt x="1022068" y="579329"/>
                  </a:cubicBezTo>
                  <a:cubicBezTo>
                    <a:pt x="1019461" y="576722"/>
                    <a:pt x="1016846" y="574107"/>
                    <a:pt x="1014239" y="571500"/>
                  </a:cubicBezTo>
                  <a:cubicBezTo>
                    <a:pt x="1014842" y="561808"/>
                    <a:pt x="1013542" y="553979"/>
                    <a:pt x="1010325" y="548014"/>
                  </a:cubicBezTo>
                  <a:cubicBezTo>
                    <a:pt x="1000648" y="553854"/>
                    <a:pt x="990205" y="556461"/>
                    <a:pt x="979010" y="555842"/>
                  </a:cubicBezTo>
                  <a:cubicBezTo>
                    <a:pt x="981796" y="531855"/>
                    <a:pt x="975275" y="510976"/>
                    <a:pt x="959438" y="493212"/>
                  </a:cubicBezTo>
                  <a:cubicBezTo>
                    <a:pt x="956831" y="498434"/>
                    <a:pt x="954216" y="503648"/>
                    <a:pt x="951609" y="508870"/>
                  </a:cubicBezTo>
                  <a:cubicBezTo>
                    <a:pt x="947734" y="493424"/>
                    <a:pt x="946426" y="477766"/>
                    <a:pt x="947694" y="461897"/>
                  </a:cubicBezTo>
                  <a:cubicBezTo>
                    <a:pt x="956893" y="463612"/>
                    <a:pt x="964722" y="461005"/>
                    <a:pt x="971181" y="454069"/>
                  </a:cubicBezTo>
                  <a:cubicBezTo>
                    <a:pt x="971439" y="442411"/>
                    <a:pt x="975353" y="431976"/>
                    <a:pt x="982924" y="422753"/>
                  </a:cubicBezTo>
                  <a:cubicBezTo>
                    <a:pt x="1000453" y="448690"/>
                    <a:pt x="1020025" y="451305"/>
                    <a:pt x="1041640" y="430582"/>
                  </a:cubicBezTo>
                  <a:cubicBezTo>
                    <a:pt x="1021418" y="423035"/>
                    <a:pt x="1017504" y="412592"/>
                    <a:pt x="1029897" y="399267"/>
                  </a:cubicBezTo>
                  <a:cubicBezTo>
                    <a:pt x="1044192" y="404591"/>
                    <a:pt x="1055935" y="417633"/>
                    <a:pt x="1065126" y="438411"/>
                  </a:cubicBezTo>
                  <a:cubicBezTo>
                    <a:pt x="1050760" y="445676"/>
                    <a:pt x="1048153" y="454804"/>
                    <a:pt x="1057297" y="465812"/>
                  </a:cubicBezTo>
                  <a:cubicBezTo>
                    <a:pt x="1040066" y="471894"/>
                    <a:pt x="1040066" y="481031"/>
                    <a:pt x="1057297" y="493212"/>
                  </a:cubicBezTo>
                  <a:cubicBezTo>
                    <a:pt x="1067631" y="475073"/>
                    <a:pt x="1080674" y="459415"/>
                    <a:pt x="1096441" y="446240"/>
                  </a:cubicBezTo>
                  <a:cubicBezTo>
                    <a:pt x="1094805" y="441652"/>
                    <a:pt x="1092190" y="437738"/>
                    <a:pt x="1088612" y="434497"/>
                  </a:cubicBezTo>
                  <a:cubicBezTo>
                    <a:pt x="1094476" y="420921"/>
                    <a:pt x="1098390" y="406571"/>
                    <a:pt x="1100355" y="391438"/>
                  </a:cubicBezTo>
                  <a:cubicBezTo>
                    <a:pt x="1105577" y="401874"/>
                    <a:pt x="1110791" y="412318"/>
                    <a:pt x="1116013" y="422753"/>
                  </a:cubicBezTo>
                  <a:cubicBezTo>
                    <a:pt x="1118620" y="414925"/>
                    <a:pt x="1121235" y="407096"/>
                    <a:pt x="1123842" y="399267"/>
                  </a:cubicBezTo>
                  <a:cubicBezTo>
                    <a:pt x="1135624" y="413343"/>
                    <a:pt x="1136931" y="427701"/>
                    <a:pt x="1127756" y="442325"/>
                  </a:cubicBezTo>
                  <a:cubicBezTo>
                    <a:pt x="1138192" y="444932"/>
                    <a:pt x="1148635" y="447547"/>
                    <a:pt x="1159071" y="450154"/>
                  </a:cubicBezTo>
                  <a:cubicBezTo>
                    <a:pt x="1145942" y="465772"/>
                    <a:pt x="1134199" y="482730"/>
                    <a:pt x="1123842" y="501041"/>
                  </a:cubicBezTo>
                  <a:cubicBezTo>
                    <a:pt x="1119912" y="466211"/>
                    <a:pt x="1102955" y="462297"/>
                    <a:pt x="1072955" y="489298"/>
                  </a:cubicBezTo>
                  <a:cubicBezTo>
                    <a:pt x="1075562" y="491905"/>
                    <a:pt x="1078176" y="494520"/>
                    <a:pt x="1080784" y="497127"/>
                  </a:cubicBezTo>
                  <a:cubicBezTo>
                    <a:pt x="1039980" y="515368"/>
                    <a:pt x="1039980" y="524504"/>
                    <a:pt x="1080784" y="524527"/>
                  </a:cubicBezTo>
                  <a:cubicBezTo>
                    <a:pt x="1091219" y="532356"/>
                    <a:pt x="1091219" y="540185"/>
                    <a:pt x="1080784" y="548014"/>
                  </a:cubicBezTo>
                  <a:cubicBezTo>
                    <a:pt x="1084698" y="550621"/>
                    <a:pt x="1088612" y="553235"/>
                    <a:pt x="1092527" y="555842"/>
                  </a:cubicBezTo>
                  <a:cubicBezTo>
                    <a:pt x="1108623" y="544647"/>
                    <a:pt x="1115144" y="531597"/>
                    <a:pt x="1112099" y="516699"/>
                  </a:cubicBezTo>
                  <a:cubicBezTo>
                    <a:pt x="1127584" y="532599"/>
                    <a:pt x="1127584" y="545642"/>
                    <a:pt x="1112099" y="555842"/>
                  </a:cubicBezTo>
                  <a:cubicBezTo>
                    <a:pt x="1119074" y="564376"/>
                    <a:pt x="1126903" y="564376"/>
                    <a:pt x="1135585" y="555842"/>
                  </a:cubicBezTo>
                  <a:cubicBezTo>
                    <a:pt x="1140658" y="568752"/>
                    <a:pt x="1148487" y="579188"/>
                    <a:pt x="1159071" y="587158"/>
                  </a:cubicBezTo>
                  <a:cubicBezTo>
                    <a:pt x="1161678" y="585850"/>
                    <a:pt x="1164293" y="584551"/>
                    <a:pt x="1166900" y="583243"/>
                  </a:cubicBezTo>
                  <a:cubicBezTo>
                    <a:pt x="1146021" y="564384"/>
                    <a:pt x="1147320" y="555248"/>
                    <a:pt x="1170814" y="555842"/>
                  </a:cubicBezTo>
                  <a:cubicBezTo>
                    <a:pt x="1179575" y="564078"/>
                    <a:pt x="1183489" y="573214"/>
                    <a:pt x="1182557" y="583243"/>
                  </a:cubicBezTo>
                  <a:cubicBezTo>
                    <a:pt x="1200023" y="588113"/>
                    <a:pt x="1214381" y="597249"/>
                    <a:pt x="1225616" y="610644"/>
                  </a:cubicBezTo>
                  <a:cubicBezTo>
                    <a:pt x="1228223" y="608037"/>
                    <a:pt x="1230837" y="605422"/>
                    <a:pt x="1233444" y="602815"/>
                  </a:cubicBezTo>
                  <a:cubicBezTo>
                    <a:pt x="1246346" y="638005"/>
                    <a:pt x="1262004" y="640612"/>
                    <a:pt x="1280417" y="610644"/>
                  </a:cubicBezTo>
                  <a:cubicBezTo>
                    <a:pt x="1292301" y="625112"/>
                    <a:pt x="1306651" y="636855"/>
                    <a:pt x="1323475" y="645873"/>
                  </a:cubicBezTo>
                  <a:cubicBezTo>
                    <a:pt x="1303144" y="651972"/>
                    <a:pt x="1303144" y="655886"/>
                    <a:pt x="1323475" y="657616"/>
                  </a:cubicBezTo>
                  <a:close/>
                </a:path>
              </a:pathLst>
            </a:custGeom>
            <a:solidFill>
              <a:srgbClr val="F7DE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F29D2667-A94A-40F9-ADF7-D663EE17442D}"/>
                </a:ext>
              </a:extLst>
            </p:cNvPr>
            <p:cNvSpPr/>
            <p:nvPr/>
          </p:nvSpPr>
          <p:spPr>
            <a:xfrm>
              <a:off x="3208448" y="5296160"/>
              <a:ext cx="15897" cy="430582"/>
            </a:xfrm>
            <a:custGeom>
              <a:avLst/>
              <a:gdLst>
                <a:gd name="connsiteX0" fmla="*/ 0 w 15897"/>
                <a:gd name="connsiteY0" fmla="*/ 0 h 430582"/>
                <a:gd name="connsiteX1" fmla="*/ 15658 w 15897"/>
                <a:gd name="connsiteY1" fmla="*/ 254435 h 430582"/>
                <a:gd name="connsiteX2" fmla="*/ 11743 w 15897"/>
                <a:gd name="connsiteY2" fmla="*/ 430582 h 430582"/>
                <a:gd name="connsiteX3" fmla="*/ 0 w 15897"/>
                <a:gd name="connsiteY3" fmla="*/ 156575 h 430582"/>
                <a:gd name="connsiteX4" fmla="*/ 0 w 15897"/>
                <a:gd name="connsiteY4" fmla="*/ 0 h 43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7" h="430582">
                  <a:moveTo>
                    <a:pt x="0" y="0"/>
                  </a:moveTo>
                  <a:cubicBezTo>
                    <a:pt x="11900" y="83173"/>
                    <a:pt x="17121" y="167982"/>
                    <a:pt x="15658" y="254435"/>
                  </a:cubicBezTo>
                  <a:cubicBezTo>
                    <a:pt x="14350" y="313151"/>
                    <a:pt x="13051" y="371866"/>
                    <a:pt x="11743" y="430582"/>
                  </a:cubicBezTo>
                  <a:cubicBezTo>
                    <a:pt x="10420" y="337882"/>
                    <a:pt x="6506" y="246551"/>
                    <a:pt x="0" y="156575"/>
                  </a:cubicBezTo>
                  <a:cubicBezTo>
                    <a:pt x="0" y="104381"/>
                    <a:pt x="0" y="52194"/>
                    <a:pt x="0" y="0"/>
                  </a:cubicBezTo>
                  <a:close/>
                </a:path>
              </a:pathLst>
            </a:custGeom>
            <a:solidFill>
              <a:srgbClr val="56565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60D933EC-12FB-4E2D-9F52-6925A1851162}"/>
                </a:ext>
              </a:extLst>
            </p:cNvPr>
            <p:cNvSpPr/>
            <p:nvPr/>
          </p:nvSpPr>
          <p:spPr>
            <a:xfrm>
              <a:off x="5869264" y="5311818"/>
              <a:ext cx="16621" cy="735904"/>
            </a:xfrm>
            <a:custGeom>
              <a:avLst/>
              <a:gdLst>
                <a:gd name="connsiteX0" fmla="*/ 8793 w 16621"/>
                <a:gd name="connsiteY0" fmla="*/ 0 h 735904"/>
                <a:gd name="connsiteX1" fmla="*/ 16622 w 16621"/>
                <a:gd name="connsiteY1" fmla="*/ 735904 h 735904"/>
                <a:gd name="connsiteX2" fmla="*/ 8793 w 16621"/>
                <a:gd name="connsiteY2" fmla="*/ 735904 h 735904"/>
                <a:gd name="connsiteX3" fmla="*/ 964 w 16621"/>
                <a:gd name="connsiteY3" fmla="*/ 438411 h 735904"/>
                <a:gd name="connsiteX4" fmla="*/ 8793 w 16621"/>
                <a:gd name="connsiteY4" fmla="*/ 0 h 73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21" h="735904">
                  <a:moveTo>
                    <a:pt x="8793" y="0"/>
                  </a:moveTo>
                  <a:cubicBezTo>
                    <a:pt x="7094" y="245377"/>
                    <a:pt x="9709" y="490676"/>
                    <a:pt x="16622" y="735904"/>
                  </a:cubicBezTo>
                  <a:cubicBezTo>
                    <a:pt x="14015" y="735904"/>
                    <a:pt x="11400" y="735904"/>
                    <a:pt x="8793" y="735904"/>
                  </a:cubicBezTo>
                  <a:cubicBezTo>
                    <a:pt x="3681" y="636823"/>
                    <a:pt x="1074" y="537656"/>
                    <a:pt x="964" y="438411"/>
                  </a:cubicBezTo>
                  <a:cubicBezTo>
                    <a:pt x="-1619" y="290909"/>
                    <a:pt x="988" y="144777"/>
                    <a:pt x="8793" y="0"/>
                  </a:cubicBezTo>
                  <a:close/>
                </a:path>
              </a:pathLst>
            </a:custGeom>
            <a:solidFill>
              <a:srgbClr val="CBCBCC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6DD8D7AE-9E92-4088-9C9B-46D4CCAF9E2B}"/>
                </a:ext>
              </a:extLst>
            </p:cNvPr>
            <p:cNvSpPr/>
            <p:nvPr/>
          </p:nvSpPr>
          <p:spPr>
            <a:xfrm>
              <a:off x="3764288" y="5193686"/>
              <a:ext cx="626303" cy="846207"/>
            </a:xfrm>
            <a:custGeom>
              <a:avLst/>
              <a:gdLst>
                <a:gd name="connsiteX0" fmla="*/ 117434 w 626303"/>
                <a:gd name="connsiteY0" fmla="*/ 701 h 846207"/>
                <a:gd name="connsiteX1" fmla="*/ 148749 w 626303"/>
                <a:gd name="connsiteY1" fmla="*/ 8530 h 846207"/>
                <a:gd name="connsiteX2" fmla="*/ 19574 w 626303"/>
                <a:gd name="connsiteY2" fmla="*/ 118132 h 846207"/>
                <a:gd name="connsiteX3" fmla="*/ 15660 w 626303"/>
                <a:gd name="connsiteY3" fmla="*/ 493913 h 846207"/>
                <a:gd name="connsiteX4" fmla="*/ 23488 w 626303"/>
                <a:gd name="connsiteY4" fmla="*/ 525228 h 846207"/>
                <a:gd name="connsiteX5" fmla="*/ 117434 w 626303"/>
                <a:gd name="connsiteY5" fmla="*/ 685718 h 846207"/>
                <a:gd name="connsiteX6" fmla="*/ 626303 w 626303"/>
                <a:gd name="connsiteY6" fmla="*/ 838379 h 846207"/>
                <a:gd name="connsiteX7" fmla="*/ 587160 w 626303"/>
                <a:gd name="connsiteY7" fmla="*/ 846208 h 846207"/>
                <a:gd name="connsiteX8" fmla="*/ 117434 w 626303"/>
                <a:gd name="connsiteY8" fmla="*/ 701375 h 846207"/>
                <a:gd name="connsiteX9" fmla="*/ 43060 w 626303"/>
                <a:gd name="connsiteY9" fmla="*/ 627002 h 846207"/>
                <a:gd name="connsiteX10" fmla="*/ 3916 w 626303"/>
                <a:gd name="connsiteY10" fmla="*/ 525228 h 846207"/>
                <a:gd name="connsiteX11" fmla="*/ 3916 w 626303"/>
                <a:gd name="connsiteY11" fmla="*/ 118132 h 846207"/>
                <a:gd name="connsiteX12" fmla="*/ 117434 w 626303"/>
                <a:gd name="connsiteY12" fmla="*/ 701 h 84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303" h="846207">
                  <a:moveTo>
                    <a:pt x="117434" y="701"/>
                  </a:moveTo>
                  <a:cubicBezTo>
                    <a:pt x="129952" y="-1397"/>
                    <a:pt x="140388" y="1217"/>
                    <a:pt x="148749" y="8530"/>
                  </a:cubicBezTo>
                  <a:cubicBezTo>
                    <a:pt x="81507" y="16687"/>
                    <a:pt x="38449" y="53224"/>
                    <a:pt x="19574" y="118132"/>
                  </a:cubicBezTo>
                  <a:cubicBezTo>
                    <a:pt x="15660" y="243369"/>
                    <a:pt x="14352" y="368629"/>
                    <a:pt x="15660" y="493913"/>
                  </a:cubicBezTo>
                  <a:cubicBezTo>
                    <a:pt x="13561" y="506431"/>
                    <a:pt x="16176" y="516867"/>
                    <a:pt x="23488" y="525228"/>
                  </a:cubicBezTo>
                  <a:cubicBezTo>
                    <a:pt x="31317" y="591679"/>
                    <a:pt x="62632" y="645173"/>
                    <a:pt x="117434" y="685718"/>
                  </a:cubicBezTo>
                  <a:cubicBezTo>
                    <a:pt x="272451" y="786435"/>
                    <a:pt x="442069" y="837322"/>
                    <a:pt x="626303" y="838379"/>
                  </a:cubicBezTo>
                  <a:cubicBezTo>
                    <a:pt x="611311" y="836156"/>
                    <a:pt x="598269" y="838763"/>
                    <a:pt x="587160" y="846208"/>
                  </a:cubicBezTo>
                  <a:cubicBezTo>
                    <a:pt x="415991" y="843883"/>
                    <a:pt x="259416" y="795610"/>
                    <a:pt x="117434" y="701375"/>
                  </a:cubicBezTo>
                  <a:cubicBezTo>
                    <a:pt x="92640" y="676582"/>
                    <a:pt x="67854" y="651796"/>
                    <a:pt x="43060" y="627002"/>
                  </a:cubicBezTo>
                  <a:cubicBezTo>
                    <a:pt x="23841" y="595444"/>
                    <a:pt x="10798" y="561522"/>
                    <a:pt x="3916" y="525228"/>
                  </a:cubicBezTo>
                  <a:cubicBezTo>
                    <a:pt x="-1305" y="389532"/>
                    <a:pt x="-1305" y="253828"/>
                    <a:pt x="3916" y="118132"/>
                  </a:cubicBezTo>
                  <a:cubicBezTo>
                    <a:pt x="22063" y="59542"/>
                    <a:pt x="59900" y="20398"/>
                    <a:pt x="117434" y="701"/>
                  </a:cubicBezTo>
                  <a:close/>
                </a:path>
              </a:pathLst>
            </a:custGeom>
            <a:solidFill>
              <a:srgbClr val="DA525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35476E3D-6163-43AC-9817-7241FB04C69C}"/>
                </a:ext>
              </a:extLst>
            </p:cNvPr>
            <p:cNvSpPr/>
            <p:nvPr/>
          </p:nvSpPr>
          <p:spPr>
            <a:xfrm>
              <a:off x="3231443" y="5311818"/>
              <a:ext cx="391928" cy="430582"/>
            </a:xfrm>
            <a:custGeom>
              <a:avLst/>
              <a:gdLst>
                <a:gd name="connsiteX0" fmla="*/ 391929 w 391928"/>
                <a:gd name="connsiteY0" fmla="*/ 430582 h 430582"/>
                <a:gd name="connsiteX1" fmla="*/ 490 w 391928"/>
                <a:gd name="connsiteY1" fmla="*/ 430582 h 430582"/>
                <a:gd name="connsiteX2" fmla="*/ 4405 w 391928"/>
                <a:gd name="connsiteY2" fmla="*/ 0 h 430582"/>
                <a:gd name="connsiteX3" fmla="*/ 391929 w 391928"/>
                <a:gd name="connsiteY3" fmla="*/ 430582 h 43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928" h="430582">
                  <a:moveTo>
                    <a:pt x="391929" y="430582"/>
                  </a:moveTo>
                  <a:cubicBezTo>
                    <a:pt x="261447" y="430582"/>
                    <a:pt x="130973" y="430582"/>
                    <a:pt x="490" y="430582"/>
                  </a:cubicBezTo>
                  <a:cubicBezTo>
                    <a:pt x="-817" y="287034"/>
                    <a:pt x="490" y="143501"/>
                    <a:pt x="4405" y="0"/>
                  </a:cubicBezTo>
                  <a:cubicBezTo>
                    <a:pt x="126510" y="149522"/>
                    <a:pt x="255685" y="293054"/>
                    <a:pt x="391929" y="430582"/>
                  </a:cubicBezTo>
                  <a:close/>
                </a:path>
              </a:pathLst>
            </a:custGeom>
            <a:solidFill>
              <a:srgbClr val="F5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7AA9B3B1-4623-466A-8A94-6A55D4BD3001}"/>
                </a:ext>
              </a:extLst>
            </p:cNvPr>
            <p:cNvSpPr/>
            <p:nvPr/>
          </p:nvSpPr>
          <p:spPr>
            <a:xfrm>
              <a:off x="3654687" y="5711386"/>
              <a:ext cx="77685" cy="85815"/>
            </a:xfrm>
            <a:custGeom>
              <a:avLst/>
              <a:gdLst>
                <a:gd name="connsiteX0" fmla="*/ 62630 w 77685"/>
                <a:gd name="connsiteY0" fmla="*/ 70158 h 85815"/>
                <a:gd name="connsiteX1" fmla="*/ 31315 w 77685"/>
                <a:gd name="connsiteY1" fmla="*/ 85815 h 85815"/>
                <a:gd name="connsiteX2" fmla="*/ 0 w 77685"/>
                <a:gd name="connsiteY2" fmla="*/ 54500 h 85815"/>
                <a:gd name="connsiteX3" fmla="*/ 0 w 77685"/>
                <a:gd name="connsiteY3" fmla="*/ 31014 h 85815"/>
                <a:gd name="connsiteX4" fmla="*/ 0 w 77685"/>
                <a:gd name="connsiteY4" fmla="*/ 23185 h 85815"/>
                <a:gd name="connsiteX5" fmla="*/ 54801 w 77685"/>
                <a:gd name="connsiteY5" fmla="*/ 3613 h 85815"/>
                <a:gd name="connsiteX6" fmla="*/ 62630 w 77685"/>
                <a:gd name="connsiteY6" fmla="*/ 70158 h 8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685" h="85815">
                  <a:moveTo>
                    <a:pt x="62630" y="70158"/>
                  </a:moveTo>
                  <a:cubicBezTo>
                    <a:pt x="53979" y="78769"/>
                    <a:pt x="43544" y="83991"/>
                    <a:pt x="31315" y="85815"/>
                  </a:cubicBezTo>
                  <a:cubicBezTo>
                    <a:pt x="14013" y="82731"/>
                    <a:pt x="3578" y="72295"/>
                    <a:pt x="0" y="54500"/>
                  </a:cubicBezTo>
                  <a:cubicBezTo>
                    <a:pt x="0" y="46671"/>
                    <a:pt x="0" y="38843"/>
                    <a:pt x="0" y="31014"/>
                  </a:cubicBezTo>
                  <a:cubicBezTo>
                    <a:pt x="0" y="28407"/>
                    <a:pt x="0" y="25792"/>
                    <a:pt x="0" y="23185"/>
                  </a:cubicBezTo>
                  <a:cubicBezTo>
                    <a:pt x="12158" y="1624"/>
                    <a:pt x="30423" y="-4897"/>
                    <a:pt x="54801" y="3613"/>
                  </a:cubicBezTo>
                  <a:cubicBezTo>
                    <a:pt x="82429" y="23788"/>
                    <a:pt x="85044" y="45967"/>
                    <a:pt x="62630" y="70158"/>
                  </a:cubicBezTo>
                  <a:close/>
                </a:path>
              </a:pathLst>
            </a:custGeom>
            <a:solidFill>
              <a:srgbClr val="D1373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id="{98A76346-0FD4-4772-8E9D-6038ADD96DCA}"/>
                </a:ext>
              </a:extLst>
            </p:cNvPr>
            <p:cNvSpPr/>
            <p:nvPr/>
          </p:nvSpPr>
          <p:spPr>
            <a:xfrm>
              <a:off x="2214194" y="5742400"/>
              <a:ext cx="1009910" cy="15657"/>
            </a:xfrm>
            <a:custGeom>
              <a:avLst/>
              <a:gdLst>
                <a:gd name="connsiteX0" fmla="*/ 0 w 1009910"/>
                <a:gd name="connsiteY0" fmla="*/ 0 h 15657"/>
                <a:gd name="connsiteX1" fmla="*/ 994253 w 1009910"/>
                <a:gd name="connsiteY1" fmla="*/ 0 h 15657"/>
                <a:gd name="connsiteX2" fmla="*/ 1009911 w 1009910"/>
                <a:gd name="connsiteY2" fmla="*/ 0 h 15657"/>
                <a:gd name="connsiteX3" fmla="*/ 1009911 w 1009910"/>
                <a:gd name="connsiteY3" fmla="*/ 15658 h 15657"/>
                <a:gd name="connsiteX4" fmla="*/ 994253 w 1009910"/>
                <a:gd name="connsiteY4" fmla="*/ 15658 h 15657"/>
                <a:gd name="connsiteX5" fmla="*/ 0 w 1009910"/>
                <a:gd name="connsiteY5" fmla="*/ 15658 h 15657"/>
                <a:gd name="connsiteX6" fmla="*/ 0 w 1009910"/>
                <a:gd name="connsiteY6" fmla="*/ 0 h 15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10" h="15657">
                  <a:moveTo>
                    <a:pt x="0" y="0"/>
                  </a:moveTo>
                  <a:cubicBezTo>
                    <a:pt x="331418" y="0"/>
                    <a:pt x="662836" y="0"/>
                    <a:pt x="994253" y="0"/>
                  </a:cubicBezTo>
                  <a:cubicBezTo>
                    <a:pt x="999475" y="0"/>
                    <a:pt x="1004689" y="0"/>
                    <a:pt x="1009911" y="0"/>
                  </a:cubicBezTo>
                  <a:cubicBezTo>
                    <a:pt x="1009911" y="5222"/>
                    <a:pt x="1009911" y="10436"/>
                    <a:pt x="1009911" y="15658"/>
                  </a:cubicBezTo>
                  <a:cubicBezTo>
                    <a:pt x="1004689" y="15658"/>
                    <a:pt x="999475" y="15658"/>
                    <a:pt x="994253" y="15658"/>
                  </a:cubicBezTo>
                  <a:cubicBezTo>
                    <a:pt x="662836" y="15658"/>
                    <a:pt x="331418" y="15658"/>
                    <a:pt x="0" y="15658"/>
                  </a:cubicBezTo>
                  <a:cubicBezTo>
                    <a:pt x="0" y="10436"/>
                    <a:pt x="0" y="5222"/>
                    <a:pt x="0" y="0"/>
                  </a:cubicBezTo>
                  <a:close/>
                </a:path>
              </a:pathLst>
            </a:custGeom>
            <a:solidFill>
              <a:srgbClr val="D55B5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C1611B20-D510-45FD-951D-60318B625781}"/>
                </a:ext>
              </a:extLst>
            </p:cNvPr>
            <p:cNvSpPr/>
            <p:nvPr/>
          </p:nvSpPr>
          <p:spPr>
            <a:xfrm>
              <a:off x="3224105" y="5742400"/>
              <a:ext cx="430582" cy="23486"/>
            </a:xfrm>
            <a:custGeom>
              <a:avLst/>
              <a:gdLst>
                <a:gd name="connsiteX0" fmla="*/ 0 w 430582"/>
                <a:gd name="connsiteY0" fmla="*/ 0 h 23486"/>
                <a:gd name="connsiteX1" fmla="*/ 7829 w 430582"/>
                <a:gd name="connsiteY1" fmla="*/ 0 h 23486"/>
                <a:gd name="connsiteX2" fmla="*/ 399267 w 430582"/>
                <a:gd name="connsiteY2" fmla="*/ 0 h 23486"/>
                <a:gd name="connsiteX3" fmla="*/ 430582 w 430582"/>
                <a:gd name="connsiteY3" fmla="*/ 0 h 23486"/>
                <a:gd name="connsiteX4" fmla="*/ 430582 w 430582"/>
                <a:gd name="connsiteY4" fmla="*/ 23486 h 23486"/>
                <a:gd name="connsiteX5" fmla="*/ 0 w 430582"/>
                <a:gd name="connsiteY5" fmla="*/ 15658 h 23486"/>
                <a:gd name="connsiteX6" fmla="*/ 0 w 430582"/>
                <a:gd name="connsiteY6" fmla="*/ 0 h 23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582" h="23486">
                  <a:moveTo>
                    <a:pt x="0" y="0"/>
                  </a:moveTo>
                  <a:cubicBezTo>
                    <a:pt x="2607" y="0"/>
                    <a:pt x="5222" y="0"/>
                    <a:pt x="7829" y="0"/>
                  </a:cubicBezTo>
                  <a:cubicBezTo>
                    <a:pt x="138311" y="0"/>
                    <a:pt x="268785" y="0"/>
                    <a:pt x="399267" y="0"/>
                  </a:cubicBezTo>
                  <a:cubicBezTo>
                    <a:pt x="409703" y="0"/>
                    <a:pt x="420147" y="0"/>
                    <a:pt x="430582" y="0"/>
                  </a:cubicBezTo>
                  <a:cubicBezTo>
                    <a:pt x="430582" y="7829"/>
                    <a:pt x="430582" y="15658"/>
                    <a:pt x="430582" y="23486"/>
                  </a:cubicBezTo>
                  <a:cubicBezTo>
                    <a:pt x="287652" y="15767"/>
                    <a:pt x="144128" y="13152"/>
                    <a:pt x="0" y="15658"/>
                  </a:cubicBezTo>
                  <a:cubicBezTo>
                    <a:pt x="0" y="10436"/>
                    <a:pt x="0" y="5222"/>
                    <a:pt x="0" y="0"/>
                  </a:cubicBezTo>
                  <a:close/>
                </a:path>
              </a:pathLst>
            </a:custGeom>
            <a:solidFill>
              <a:srgbClr val="D3575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61D67043-186F-4769-AC31-9A050110ACE4}"/>
                </a:ext>
              </a:extLst>
            </p:cNvPr>
            <p:cNvSpPr/>
            <p:nvPr/>
          </p:nvSpPr>
          <p:spPr>
            <a:xfrm>
              <a:off x="2214194" y="5758058"/>
              <a:ext cx="995152" cy="86116"/>
            </a:xfrm>
            <a:custGeom>
              <a:avLst/>
              <a:gdLst>
                <a:gd name="connsiteX0" fmla="*/ 0 w 995152"/>
                <a:gd name="connsiteY0" fmla="*/ 7829 h 86116"/>
                <a:gd name="connsiteX1" fmla="*/ 0 w 995152"/>
                <a:gd name="connsiteY1" fmla="*/ 0 h 86116"/>
                <a:gd name="connsiteX2" fmla="*/ 994253 w 995152"/>
                <a:gd name="connsiteY2" fmla="*/ 0 h 86116"/>
                <a:gd name="connsiteX3" fmla="*/ 986425 w 995152"/>
                <a:gd name="connsiteY3" fmla="*/ 86116 h 86116"/>
                <a:gd name="connsiteX4" fmla="*/ 986425 w 995152"/>
                <a:gd name="connsiteY4" fmla="*/ 7829 h 86116"/>
                <a:gd name="connsiteX5" fmla="*/ 0 w 995152"/>
                <a:gd name="connsiteY5" fmla="*/ 7829 h 8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5152" h="86116">
                  <a:moveTo>
                    <a:pt x="0" y="7829"/>
                  </a:moveTo>
                  <a:cubicBezTo>
                    <a:pt x="0" y="5222"/>
                    <a:pt x="0" y="2607"/>
                    <a:pt x="0" y="0"/>
                  </a:cubicBezTo>
                  <a:cubicBezTo>
                    <a:pt x="331418" y="0"/>
                    <a:pt x="662836" y="0"/>
                    <a:pt x="994253" y="0"/>
                  </a:cubicBezTo>
                  <a:cubicBezTo>
                    <a:pt x="996720" y="30305"/>
                    <a:pt x="994113" y="59013"/>
                    <a:pt x="986425" y="86116"/>
                  </a:cubicBezTo>
                  <a:cubicBezTo>
                    <a:pt x="986425" y="60023"/>
                    <a:pt x="986425" y="33922"/>
                    <a:pt x="986425" y="7829"/>
                  </a:cubicBezTo>
                  <a:cubicBezTo>
                    <a:pt x="657616" y="7829"/>
                    <a:pt x="328808" y="7829"/>
                    <a:pt x="0" y="7829"/>
                  </a:cubicBezTo>
                  <a:close/>
                </a:path>
              </a:pathLst>
            </a:custGeom>
            <a:solidFill>
              <a:srgbClr val="F4D8D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A89247CA-E8D4-412E-B977-D17EB637CE26}"/>
                </a:ext>
              </a:extLst>
            </p:cNvPr>
            <p:cNvSpPr/>
            <p:nvPr/>
          </p:nvSpPr>
          <p:spPr>
            <a:xfrm>
              <a:off x="4351447" y="5711085"/>
              <a:ext cx="924137" cy="329298"/>
            </a:xfrm>
            <a:custGeom>
              <a:avLst/>
              <a:gdLst>
                <a:gd name="connsiteX0" fmla="*/ 915966 w 924137"/>
                <a:gd name="connsiteY0" fmla="*/ 0 h 329298"/>
                <a:gd name="connsiteX1" fmla="*/ 923795 w 924137"/>
                <a:gd name="connsiteY1" fmla="*/ 15658 h 329298"/>
                <a:gd name="connsiteX2" fmla="*/ 822021 w 924137"/>
                <a:gd name="connsiteY2" fmla="*/ 183976 h 329298"/>
                <a:gd name="connsiteX3" fmla="*/ 438411 w 924137"/>
                <a:gd name="connsiteY3" fmla="*/ 324894 h 329298"/>
                <a:gd name="connsiteX4" fmla="*/ 0 w 924137"/>
                <a:gd name="connsiteY4" fmla="*/ 328808 h 329298"/>
                <a:gd name="connsiteX5" fmla="*/ 39144 w 924137"/>
                <a:gd name="connsiteY5" fmla="*/ 320979 h 329298"/>
                <a:gd name="connsiteX6" fmla="*/ 508870 w 924137"/>
                <a:gd name="connsiteY6" fmla="*/ 301408 h 329298"/>
                <a:gd name="connsiteX7" fmla="*/ 759390 w 924137"/>
                <a:gd name="connsiteY7" fmla="*/ 203548 h 329298"/>
                <a:gd name="connsiteX8" fmla="*/ 915966 w 924137"/>
                <a:gd name="connsiteY8" fmla="*/ 0 h 329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4137" h="329298">
                  <a:moveTo>
                    <a:pt x="915966" y="0"/>
                  </a:moveTo>
                  <a:cubicBezTo>
                    <a:pt x="922526" y="2677"/>
                    <a:pt x="925141" y="7891"/>
                    <a:pt x="923795" y="15658"/>
                  </a:cubicBezTo>
                  <a:cubicBezTo>
                    <a:pt x="915050" y="86594"/>
                    <a:pt x="881120" y="142695"/>
                    <a:pt x="822021" y="183976"/>
                  </a:cubicBezTo>
                  <a:cubicBezTo>
                    <a:pt x="707799" y="266428"/>
                    <a:pt x="579932" y="313401"/>
                    <a:pt x="438411" y="324894"/>
                  </a:cubicBezTo>
                  <a:cubicBezTo>
                    <a:pt x="292295" y="328808"/>
                    <a:pt x="146163" y="330116"/>
                    <a:pt x="0" y="328808"/>
                  </a:cubicBezTo>
                  <a:cubicBezTo>
                    <a:pt x="11109" y="321363"/>
                    <a:pt x="24152" y="318756"/>
                    <a:pt x="39144" y="320979"/>
                  </a:cubicBezTo>
                  <a:cubicBezTo>
                    <a:pt x="196236" y="325254"/>
                    <a:pt x="352811" y="318733"/>
                    <a:pt x="508870" y="301408"/>
                  </a:cubicBezTo>
                  <a:cubicBezTo>
                    <a:pt x="600232" y="286227"/>
                    <a:pt x="683733" y="253605"/>
                    <a:pt x="759390" y="203548"/>
                  </a:cubicBezTo>
                  <a:cubicBezTo>
                    <a:pt x="849680" y="165398"/>
                    <a:pt x="901874" y="97554"/>
                    <a:pt x="915966" y="0"/>
                  </a:cubicBezTo>
                  <a:close/>
                </a:path>
              </a:pathLst>
            </a:custGeom>
            <a:solidFill>
              <a:srgbClr val="DA494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C2E2F5D2-7171-4ECC-B608-3B1DE8E27D11}"/>
                </a:ext>
              </a:extLst>
            </p:cNvPr>
            <p:cNvSpPr/>
            <p:nvPr/>
          </p:nvSpPr>
          <p:spPr>
            <a:xfrm>
              <a:off x="3239763" y="5531023"/>
              <a:ext cx="2599201" cy="1206281"/>
            </a:xfrm>
            <a:custGeom>
              <a:avLst/>
              <a:gdLst>
                <a:gd name="connsiteX0" fmla="*/ 2043308 w 2599201"/>
                <a:gd name="connsiteY0" fmla="*/ 1103856 h 1206281"/>
                <a:gd name="connsiteX1" fmla="*/ 1980678 w 2599201"/>
                <a:gd name="connsiteY1" fmla="*/ 1127343 h 1206281"/>
                <a:gd name="connsiteX2" fmla="*/ 1933705 w 2599201"/>
                <a:gd name="connsiteY2" fmla="*/ 1111685 h 1206281"/>
                <a:gd name="connsiteX3" fmla="*/ 1929791 w 2599201"/>
                <a:gd name="connsiteY3" fmla="*/ 1135171 h 1206281"/>
                <a:gd name="connsiteX4" fmla="*/ 1855418 w 2599201"/>
                <a:gd name="connsiteY4" fmla="*/ 1135171 h 1206281"/>
                <a:gd name="connsiteX5" fmla="*/ 1847589 w 2599201"/>
                <a:gd name="connsiteY5" fmla="*/ 1119514 h 1206281"/>
                <a:gd name="connsiteX6" fmla="*/ 1816274 w 2599201"/>
                <a:gd name="connsiteY6" fmla="*/ 1127343 h 1206281"/>
                <a:gd name="connsiteX7" fmla="*/ 1831932 w 2599201"/>
                <a:gd name="connsiteY7" fmla="*/ 1154743 h 1206281"/>
                <a:gd name="connsiteX8" fmla="*/ 1781045 w 2599201"/>
                <a:gd name="connsiteY8" fmla="*/ 1166486 h 1206281"/>
                <a:gd name="connsiteX9" fmla="*/ 1773216 w 2599201"/>
                <a:gd name="connsiteY9" fmla="*/ 1150829 h 1206281"/>
                <a:gd name="connsiteX10" fmla="*/ 1737986 w 2599201"/>
                <a:gd name="connsiteY10" fmla="*/ 1150829 h 1206281"/>
                <a:gd name="connsiteX11" fmla="*/ 1737986 w 2599201"/>
                <a:gd name="connsiteY11" fmla="*/ 1131257 h 1206281"/>
                <a:gd name="connsiteX12" fmla="*/ 1769301 w 2599201"/>
                <a:gd name="connsiteY12" fmla="*/ 1143000 h 1206281"/>
                <a:gd name="connsiteX13" fmla="*/ 1808445 w 2599201"/>
                <a:gd name="connsiteY13" fmla="*/ 1127343 h 1206281"/>
                <a:gd name="connsiteX14" fmla="*/ 1761473 w 2599201"/>
                <a:gd name="connsiteY14" fmla="*/ 1115599 h 1206281"/>
                <a:gd name="connsiteX15" fmla="*/ 1765387 w 2599201"/>
                <a:gd name="connsiteY15" fmla="*/ 1088199 h 1206281"/>
                <a:gd name="connsiteX16" fmla="*/ 1730158 w 2599201"/>
                <a:gd name="connsiteY16" fmla="*/ 1080370 h 1206281"/>
                <a:gd name="connsiteX17" fmla="*/ 1706671 w 2599201"/>
                <a:gd name="connsiteY17" fmla="*/ 1099942 h 1206281"/>
                <a:gd name="connsiteX18" fmla="*/ 1730158 w 2599201"/>
                <a:gd name="connsiteY18" fmla="*/ 1123428 h 1206281"/>
                <a:gd name="connsiteX19" fmla="*/ 1687099 w 2599201"/>
                <a:gd name="connsiteY19" fmla="*/ 1111685 h 1206281"/>
                <a:gd name="connsiteX20" fmla="*/ 1706671 w 2599201"/>
                <a:gd name="connsiteY20" fmla="*/ 1162572 h 1206281"/>
                <a:gd name="connsiteX21" fmla="*/ 1698842 w 2599201"/>
                <a:gd name="connsiteY21" fmla="*/ 1178230 h 1206281"/>
                <a:gd name="connsiteX22" fmla="*/ 1659699 w 2599201"/>
                <a:gd name="connsiteY22" fmla="*/ 1178230 h 1206281"/>
                <a:gd name="connsiteX23" fmla="*/ 1667527 w 2599201"/>
                <a:gd name="connsiteY23" fmla="*/ 1170401 h 1206281"/>
                <a:gd name="connsiteX24" fmla="*/ 1561839 w 2599201"/>
                <a:gd name="connsiteY24" fmla="*/ 1189973 h 1206281"/>
                <a:gd name="connsiteX25" fmla="*/ 1542267 w 2599201"/>
                <a:gd name="connsiteY25" fmla="*/ 1182144 h 1206281"/>
                <a:gd name="connsiteX26" fmla="*/ 1467894 w 2599201"/>
                <a:gd name="connsiteY26" fmla="*/ 1174315 h 1206281"/>
                <a:gd name="connsiteX27" fmla="*/ 1436579 w 2599201"/>
                <a:gd name="connsiteY27" fmla="*/ 1182144 h 1206281"/>
                <a:gd name="connsiteX28" fmla="*/ 1370034 w 2599201"/>
                <a:gd name="connsiteY28" fmla="*/ 1205630 h 1206281"/>
                <a:gd name="connsiteX29" fmla="*/ 1150829 w 2599201"/>
                <a:gd name="connsiteY29" fmla="*/ 1197801 h 1206281"/>
                <a:gd name="connsiteX30" fmla="*/ 1205630 w 2599201"/>
                <a:gd name="connsiteY30" fmla="*/ 1189973 h 1206281"/>
                <a:gd name="connsiteX31" fmla="*/ 1236945 w 2599201"/>
                <a:gd name="connsiteY31" fmla="*/ 1182144 h 1206281"/>
                <a:gd name="connsiteX32" fmla="*/ 1276089 w 2599201"/>
                <a:gd name="connsiteY32" fmla="*/ 1189973 h 1206281"/>
                <a:gd name="connsiteX33" fmla="*/ 1276089 w 2599201"/>
                <a:gd name="connsiteY33" fmla="*/ 1166486 h 1206281"/>
                <a:gd name="connsiteX34" fmla="*/ 1299575 w 2599201"/>
                <a:gd name="connsiteY34" fmla="*/ 1143000 h 1206281"/>
                <a:gd name="connsiteX35" fmla="*/ 1264346 w 2599201"/>
                <a:gd name="connsiteY35" fmla="*/ 1143000 h 1206281"/>
                <a:gd name="connsiteX36" fmla="*/ 1252603 w 2599201"/>
                <a:gd name="connsiteY36" fmla="*/ 1158658 h 1206281"/>
                <a:gd name="connsiteX37" fmla="*/ 1236945 w 2599201"/>
                <a:gd name="connsiteY37" fmla="*/ 1119514 h 1206281"/>
                <a:gd name="connsiteX38" fmla="*/ 1260432 w 2599201"/>
                <a:gd name="connsiteY38" fmla="*/ 1115599 h 1206281"/>
                <a:gd name="connsiteX39" fmla="*/ 1252603 w 2599201"/>
                <a:gd name="connsiteY39" fmla="*/ 1107771 h 1206281"/>
                <a:gd name="connsiteX40" fmla="*/ 1260432 w 2599201"/>
                <a:gd name="connsiteY40" fmla="*/ 1029483 h 1206281"/>
                <a:gd name="connsiteX41" fmla="*/ 1268260 w 2599201"/>
                <a:gd name="connsiteY41" fmla="*/ 1013825 h 1206281"/>
                <a:gd name="connsiteX42" fmla="*/ 1323062 w 2599201"/>
                <a:gd name="connsiteY42" fmla="*/ 994253 h 1206281"/>
                <a:gd name="connsiteX43" fmla="*/ 1330890 w 2599201"/>
                <a:gd name="connsiteY43" fmla="*/ 912051 h 1206281"/>
                <a:gd name="connsiteX44" fmla="*/ 1276089 w 2599201"/>
                <a:gd name="connsiteY44" fmla="*/ 888565 h 1206281"/>
                <a:gd name="connsiteX45" fmla="*/ 1323062 w 2599201"/>
                <a:gd name="connsiteY45" fmla="*/ 876822 h 1206281"/>
                <a:gd name="connsiteX46" fmla="*/ 1323062 w 2599201"/>
                <a:gd name="connsiteY46" fmla="*/ 837678 h 1206281"/>
                <a:gd name="connsiteX47" fmla="*/ 1283918 w 2599201"/>
                <a:gd name="connsiteY47" fmla="*/ 837678 h 1206281"/>
                <a:gd name="connsiteX48" fmla="*/ 1252603 w 2599201"/>
                <a:gd name="connsiteY48" fmla="*/ 868993 h 1206281"/>
                <a:gd name="connsiteX49" fmla="*/ 1166486 w 2599201"/>
                <a:gd name="connsiteY49" fmla="*/ 939452 h 1206281"/>
                <a:gd name="connsiteX50" fmla="*/ 1056884 w 2599201"/>
                <a:gd name="connsiteY50" fmla="*/ 974682 h 1206281"/>
                <a:gd name="connsiteX51" fmla="*/ 1084284 w 2599201"/>
                <a:gd name="connsiteY51" fmla="*/ 994253 h 1206281"/>
                <a:gd name="connsiteX52" fmla="*/ 1189973 w 2599201"/>
                <a:gd name="connsiteY52" fmla="*/ 966853 h 1206281"/>
                <a:gd name="connsiteX53" fmla="*/ 1189973 w 2599201"/>
                <a:gd name="connsiteY53" fmla="*/ 1005997 h 1206281"/>
                <a:gd name="connsiteX54" fmla="*/ 1166486 w 2599201"/>
                <a:gd name="connsiteY54" fmla="*/ 1009911 h 1206281"/>
                <a:gd name="connsiteX55" fmla="*/ 1166486 w 2599201"/>
                <a:gd name="connsiteY55" fmla="*/ 1041226 h 1206281"/>
                <a:gd name="connsiteX56" fmla="*/ 1182144 w 2599201"/>
                <a:gd name="connsiteY56" fmla="*/ 1064712 h 1206281"/>
                <a:gd name="connsiteX57" fmla="*/ 1229116 w 2599201"/>
                <a:gd name="connsiteY57" fmla="*/ 1072541 h 1206281"/>
                <a:gd name="connsiteX58" fmla="*/ 1236945 w 2599201"/>
                <a:gd name="connsiteY58" fmla="*/ 1107771 h 1206281"/>
                <a:gd name="connsiteX59" fmla="*/ 1189973 w 2599201"/>
                <a:gd name="connsiteY59" fmla="*/ 1127343 h 1206281"/>
                <a:gd name="connsiteX60" fmla="*/ 1189973 w 2599201"/>
                <a:gd name="connsiteY60" fmla="*/ 1084284 h 1206281"/>
                <a:gd name="connsiteX61" fmla="*/ 1143000 w 2599201"/>
                <a:gd name="connsiteY61" fmla="*/ 1092113 h 1206281"/>
                <a:gd name="connsiteX62" fmla="*/ 1166486 w 2599201"/>
                <a:gd name="connsiteY62" fmla="*/ 1076456 h 1206281"/>
                <a:gd name="connsiteX63" fmla="*/ 1166486 w 2599201"/>
                <a:gd name="connsiteY63" fmla="*/ 1056884 h 1206281"/>
                <a:gd name="connsiteX64" fmla="*/ 1135171 w 2599201"/>
                <a:gd name="connsiteY64" fmla="*/ 1033397 h 1206281"/>
                <a:gd name="connsiteX65" fmla="*/ 1150829 w 2599201"/>
                <a:gd name="connsiteY65" fmla="*/ 994253 h 1206281"/>
                <a:gd name="connsiteX66" fmla="*/ 1174315 w 2599201"/>
                <a:gd name="connsiteY66" fmla="*/ 998168 h 1206281"/>
                <a:gd name="connsiteX67" fmla="*/ 1099942 w 2599201"/>
                <a:gd name="connsiteY67" fmla="*/ 1002082 h 1206281"/>
                <a:gd name="connsiteX68" fmla="*/ 1049055 w 2599201"/>
                <a:gd name="connsiteY68" fmla="*/ 1088199 h 1206281"/>
                <a:gd name="connsiteX69" fmla="*/ 915966 w 2599201"/>
                <a:gd name="connsiteY69" fmla="*/ 1107771 h 1206281"/>
                <a:gd name="connsiteX70" fmla="*/ 1009911 w 2599201"/>
                <a:gd name="connsiteY70" fmla="*/ 1080370 h 1206281"/>
                <a:gd name="connsiteX71" fmla="*/ 962938 w 2599201"/>
                <a:gd name="connsiteY71" fmla="*/ 1056884 h 1206281"/>
                <a:gd name="connsiteX72" fmla="*/ 955110 w 2599201"/>
                <a:gd name="connsiteY72" fmla="*/ 1080370 h 1206281"/>
                <a:gd name="connsiteX73" fmla="*/ 900308 w 2599201"/>
                <a:gd name="connsiteY73" fmla="*/ 1092113 h 1206281"/>
                <a:gd name="connsiteX74" fmla="*/ 919880 w 2599201"/>
                <a:gd name="connsiteY74" fmla="*/ 1049055 h 1206281"/>
                <a:gd name="connsiteX75" fmla="*/ 876822 w 2599201"/>
                <a:gd name="connsiteY75" fmla="*/ 1041226 h 1206281"/>
                <a:gd name="connsiteX76" fmla="*/ 876822 w 2599201"/>
                <a:gd name="connsiteY76" fmla="*/ 1080370 h 1206281"/>
                <a:gd name="connsiteX77" fmla="*/ 806363 w 2599201"/>
                <a:gd name="connsiteY77" fmla="*/ 1072541 h 1206281"/>
                <a:gd name="connsiteX78" fmla="*/ 790705 w 2599201"/>
                <a:gd name="connsiteY78" fmla="*/ 1107771 h 1206281"/>
                <a:gd name="connsiteX79" fmla="*/ 837678 w 2599201"/>
                <a:gd name="connsiteY79" fmla="*/ 1115599 h 1206281"/>
                <a:gd name="connsiteX80" fmla="*/ 810277 w 2599201"/>
                <a:gd name="connsiteY80" fmla="*/ 1127343 h 1206281"/>
                <a:gd name="connsiteX81" fmla="*/ 751562 w 2599201"/>
                <a:gd name="connsiteY81" fmla="*/ 1115599 h 1206281"/>
                <a:gd name="connsiteX82" fmla="*/ 743733 w 2599201"/>
                <a:gd name="connsiteY82" fmla="*/ 1127343 h 1206281"/>
                <a:gd name="connsiteX83" fmla="*/ 790705 w 2599201"/>
                <a:gd name="connsiteY83" fmla="*/ 1143000 h 1206281"/>
                <a:gd name="connsiteX84" fmla="*/ 771134 w 2599201"/>
                <a:gd name="connsiteY84" fmla="*/ 1143000 h 1206281"/>
                <a:gd name="connsiteX85" fmla="*/ 767219 w 2599201"/>
                <a:gd name="connsiteY85" fmla="*/ 1158658 h 1206281"/>
                <a:gd name="connsiteX86" fmla="*/ 739819 w 2599201"/>
                <a:gd name="connsiteY86" fmla="*/ 1143000 h 1206281"/>
                <a:gd name="connsiteX87" fmla="*/ 720247 w 2599201"/>
                <a:gd name="connsiteY87" fmla="*/ 1119514 h 1206281"/>
                <a:gd name="connsiteX88" fmla="*/ 704589 w 2599201"/>
                <a:gd name="connsiteY88" fmla="*/ 1111685 h 1206281"/>
                <a:gd name="connsiteX89" fmla="*/ 649788 w 2599201"/>
                <a:gd name="connsiteY89" fmla="*/ 1135171 h 1206281"/>
                <a:gd name="connsiteX90" fmla="*/ 630216 w 2599201"/>
                <a:gd name="connsiteY90" fmla="*/ 1119514 h 1206281"/>
                <a:gd name="connsiteX91" fmla="*/ 598901 w 2599201"/>
                <a:gd name="connsiteY91" fmla="*/ 1111685 h 1206281"/>
                <a:gd name="connsiteX92" fmla="*/ 579329 w 2599201"/>
                <a:gd name="connsiteY92" fmla="*/ 1115599 h 1206281"/>
                <a:gd name="connsiteX93" fmla="*/ 587158 w 2599201"/>
                <a:gd name="connsiteY93" fmla="*/ 1064712 h 1206281"/>
                <a:gd name="connsiteX94" fmla="*/ 681103 w 2599201"/>
                <a:gd name="connsiteY94" fmla="*/ 1033397 h 1206281"/>
                <a:gd name="connsiteX95" fmla="*/ 638045 w 2599201"/>
                <a:gd name="connsiteY95" fmla="*/ 1017740 h 1206281"/>
                <a:gd name="connsiteX96" fmla="*/ 626301 w 2599201"/>
                <a:gd name="connsiteY96" fmla="*/ 1045140 h 1206281"/>
                <a:gd name="connsiteX97" fmla="*/ 575414 w 2599201"/>
                <a:gd name="connsiteY97" fmla="*/ 1064712 h 1206281"/>
                <a:gd name="connsiteX98" fmla="*/ 544099 w 2599201"/>
                <a:gd name="connsiteY98" fmla="*/ 1072541 h 1206281"/>
                <a:gd name="connsiteX99" fmla="*/ 508870 w 2599201"/>
                <a:gd name="connsiteY99" fmla="*/ 1056884 h 1206281"/>
                <a:gd name="connsiteX100" fmla="*/ 465812 w 2599201"/>
                <a:gd name="connsiteY100" fmla="*/ 1056884 h 1206281"/>
                <a:gd name="connsiteX101" fmla="*/ 446240 w 2599201"/>
                <a:gd name="connsiteY101" fmla="*/ 1080370 h 1206281"/>
                <a:gd name="connsiteX102" fmla="*/ 360123 w 2599201"/>
                <a:gd name="connsiteY102" fmla="*/ 1052969 h 1206281"/>
                <a:gd name="connsiteX103" fmla="*/ 367952 w 2599201"/>
                <a:gd name="connsiteY103" fmla="*/ 1045140 h 1206281"/>
                <a:gd name="connsiteX104" fmla="*/ 277921 w 2599201"/>
                <a:gd name="connsiteY104" fmla="*/ 1025569 h 1206281"/>
                <a:gd name="connsiteX105" fmla="*/ 238777 w 2599201"/>
                <a:gd name="connsiteY105" fmla="*/ 1009911 h 1206281"/>
                <a:gd name="connsiteX106" fmla="*/ 215291 w 2599201"/>
                <a:gd name="connsiteY106" fmla="*/ 978596 h 1206281"/>
                <a:gd name="connsiteX107" fmla="*/ 156575 w 2599201"/>
                <a:gd name="connsiteY107" fmla="*/ 974682 h 1206281"/>
                <a:gd name="connsiteX108" fmla="*/ 164404 w 2599201"/>
                <a:gd name="connsiteY108" fmla="*/ 947281 h 1206281"/>
                <a:gd name="connsiteX109" fmla="*/ 105688 w 2599201"/>
                <a:gd name="connsiteY109" fmla="*/ 939452 h 1206281"/>
                <a:gd name="connsiteX110" fmla="*/ 97860 w 2599201"/>
                <a:gd name="connsiteY110" fmla="*/ 955110 h 1206281"/>
                <a:gd name="connsiteX111" fmla="*/ 39144 w 2599201"/>
                <a:gd name="connsiteY111" fmla="*/ 923795 h 1206281"/>
                <a:gd name="connsiteX112" fmla="*/ 31315 w 2599201"/>
                <a:gd name="connsiteY112" fmla="*/ 880736 h 1206281"/>
                <a:gd name="connsiteX113" fmla="*/ 31315 w 2599201"/>
                <a:gd name="connsiteY113" fmla="*/ 857250 h 1206281"/>
                <a:gd name="connsiteX114" fmla="*/ 86116 w 2599201"/>
                <a:gd name="connsiteY114" fmla="*/ 837678 h 1206281"/>
                <a:gd name="connsiteX115" fmla="*/ 101774 w 2599201"/>
                <a:gd name="connsiteY115" fmla="*/ 743733 h 1206281"/>
                <a:gd name="connsiteX116" fmla="*/ 62630 w 2599201"/>
                <a:gd name="connsiteY116" fmla="*/ 704589 h 1206281"/>
                <a:gd name="connsiteX117" fmla="*/ 15658 w 2599201"/>
                <a:gd name="connsiteY117" fmla="*/ 696760 h 1206281"/>
                <a:gd name="connsiteX118" fmla="*/ 19572 w 2599201"/>
                <a:gd name="connsiteY118" fmla="*/ 641959 h 1206281"/>
                <a:gd name="connsiteX119" fmla="*/ 31315 w 2599201"/>
                <a:gd name="connsiteY119" fmla="*/ 634130 h 1206281"/>
                <a:gd name="connsiteX120" fmla="*/ 58716 w 2599201"/>
                <a:gd name="connsiteY120" fmla="*/ 516699 h 1206281"/>
                <a:gd name="connsiteX121" fmla="*/ 101774 w 2599201"/>
                <a:gd name="connsiteY121" fmla="*/ 571500 h 1206281"/>
                <a:gd name="connsiteX122" fmla="*/ 140918 w 2599201"/>
                <a:gd name="connsiteY122" fmla="*/ 594986 h 1206281"/>
                <a:gd name="connsiteX123" fmla="*/ 172233 w 2599201"/>
                <a:gd name="connsiteY123" fmla="*/ 688932 h 1206281"/>
                <a:gd name="connsiteX124" fmla="*/ 195719 w 2599201"/>
                <a:gd name="connsiteY124" fmla="*/ 688932 h 1206281"/>
                <a:gd name="connsiteX125" fmla="*/ 180062 w 2599201"/>
                <a:gd name="connsiteY125" fmla="*/ 641959 h 1206281"/>
                <a:gd name="connsiteX126" fmla="*/ 183976 w 2599201"/>
                <a:gd name="connsiteY126" fmla="*/ 634130 h 1206281"/>
                <a:gd name="connsiteX127" fmla="*/ 207462 w 2599201"/>
                <a:gd name="connsiteY127" fmla="*/ 657616 h 1206281"/>
                <a:gd name="connsiteX128" fmla="*/ 227034 w 2599201"/>
                <a:gd name="connsiteY128" fmla="*/ 614558 h 1206281"/>
                <a:gd name="connsiteX129" fmla="*/ 172233 w 2599201"/>
                <a:gd name="connsiteY129" fmla="*/ 626301 h 1206281"/>
                <a:gd name="connsiteX130" fmla="*/ 172233 w 2599201"/>
                <a:gd name="connsiteY130" fmla="*/ 594986 h 1206281"/>
                <a:gd name="connsiteX131" fmla="*/ 195719 w 2599201"/>
                <a:gd name="connsiteY131" fmla="*/ 587158 h 1206281"/>
                <a:gd name="connsiteX132" fmla="*/ 164404 w 2599201"/>
                <a:gd name="connsiteY132" fmla="*/ 579329 h 1206281"/>
                <a:gd name="connsiteX133" fmla="*/ 172233 w 2599201"/>
                <a:gd name="connsiteY133" fmla="*/ 524527 h 1206281"/>
                <a:gd name="connsiteX134" fmla="*/ 148747 w 2599201"/>
                <a:gd name="connsiteY134" fmla="*/ 524527 h 1206281"/>
                <a:gd name="connsiteX135" fmla="*/ 164404 w 2599201"/>
                <a:gd name="connsiteY135" fmla="*/ 481469 h 1206281"/>
                <a:gd name="connsiteX136" fmla="*/ 105688 w 2599201"/>
                <a:gd name="connsiteY136" fmla="*/ 469726 h 1206281"/>
                <a:gd name="connsiteX137" fmla="*/ 62630 w 2599201"/>
                <a:gd name="connsiteY137" fmla="*/ 457983 h 1206281"/>
                <a:gd name="connsiteX138" fmla="*/ 58716 w 2599201"/>
                <a:gd name="connsiteY138" fmla="*/ 430582 h 1206281"/>
                <a:gd name="connsiteX139" fmla="*/ 31315 w 2599201"/>
                <a:gd name="connsiteY139" fmla="*/ 450154 h 1206281"/>
                <a:gd name="connsiteX140" fmla="*/ 23486 w 2599201"/>
                <a:gd name="connsiteY140" fmla="*/ 477555 h 1206281"/>
                <a:gd name="connsiteX141" fmla="*/ 0 w 2599201"/>
                <a:gd name="connsiteY141" fmla="*/ 465812 h 1206281"/>
                <a:gd name="connsiteX142" fmla="*/ 11743 w 2599201"/>
                <a:gd name="connsiteY142" fmla="*/ 383610 h 1206281"/>
                <a:gd name="connsiteX143" fmla="*/ 35229 w 2599201"/>
                <a:gd name="connsiteY143" fmla="*/ 289664 h 1206281"/>
                <a:gd name="connsiteX144" fmla="*/ 43058 w 2599201"/>
                <a:gd name="connsiteY144" fmla="*/ 297493 h 1206281"/>
                <a:gd name="connsiteX145" fmla="*/ 78288 w 2599201"/>
                <a:gd name="connsiteY145" fmla="*/ 277921 h 1206281"/>
                <a:gd name="connsiteX146" fmla="*/ 46973 w 2599201"/>
                <a:gd name="connsiteY146" fmla="*/ 309236 h 1206281"/>
                <a:gd name="connsiteX147" fmla="*/ 58716 w 2599201"/>
                <a:gd name="connsiteY147" fmla="*/ 313151 h 1206281"/>
                <a:gd name="connsiteX148" fmla="*/ 109603 w 2599201"/>
                <a:gd name="connsiteY148" fmla="*/ 289664 h 1206281"/>
                <a:gd name="connsiteX149" fmla="*/ 78288 w 2599201"/>
                <a:gd name="connsiteY149" fmla="*/ 262264 h 1206281"/>
                <a:gd name="connsiteX150" fmla="*/ 86116 w 2599201"/>
                <a:gd name="connsiteY150" fmla="*/ 254435 h 1206281"/>
                <a:gd name="connsiteX151" fmla="*/ 39144 w 2599201"/>
                <a:gd name="connsiteY151" fmla="*/ 246606 h 1206281"/>
                <a:gd name="connsiteX152" fmla="*/ 101774 w 2599201"/>
                <a:gd name="connsiteY152" fmla="*/ 246606 h 1206281"/>
                <a:gd name="connsiteX153" fmla="*/ 113517 w 2599201"/>
                <a:gd name="connsiteY153" fmla="*/ 266178 h 1206281"/>
                <a:gd name="connsiteX154" fmla="*/ 176147 w 2599201"/>
                <a:gd name="connsiteY154" fmla="*/ 266178 h 1206281"/>
                <a:gd name="connsiteX155" fmla="*/ 223120 w 2599201"/>
                <a:gd name="connsiteY155" fmla="*/ 274007 h 1206281"/>
                <a:gd name="connsiteX156" fmla="*/ 234863 w 2599201"/>
                <a:gd name="connsiteY156" fmla="*/ 258349 h 1206281"/>
                <a:gd name="connsiteX157" fmla="*/ 324894 w 2599201"/>
                <a:gd name="connsiteY157" fmla="*/ 258349 h 1206281"/>
                <a:gd name="connsiteX158" fmla="*/ 324894 w 2599201"/>
                <a:gd name="connsiteY158" fmla="*/ 289664 h 1206281"/>
                <a:gd name="connsiteX159" fmla="*/ 301408 w 2599201"/>
                <a:gd name="connsiteY159" fmla="*/ 313151 h 1206281"/>
                <a:gd name="connsiteX160" fmla="*/ 250521 w 2599201"/>
                <a:gd name="connsiteY160" fmla="*/ 313151 h 1206281"/>
                <a:gd name="connsiteX161" fmla="*/ 313151 w 2599201"/>
                <a:gd name="connsiteY161" fmla="*/ 340551 h 1206281"/>
                <a:gd name="connsiteX162" fmla="*/ 305322 w 2599201"/>
                <a:gd name="connsiteY162" fmla="*/ 320979 h 1206281"/>
                <a:gd name="connsiteX163" fmla="*/ 356209 w 2599201"/>
                <a:gd name="connsiteY163" fmla="*/ 336637 h 1206281"/>
                <a:gd name="connsiteX164" fmla="*/ 387524 w 2599201"/>
                <a:gd name="connsiteY164" fmla="*/ 320979 h 1206281"/>
                <a:gd name="connsiteX165" fmla="*/ 395353 w 2599201"/>
                <a:gd name="connsiteY165" fmla="*/ 297493 h 1206281"/>
                <a:gd name="connsiteX166" fmla="*/ 403182 w 2599201"/>
                <a:gd name="connsiteY166" fmla="*/ 305322 h 1206281"/>
                <a:gd name="connsiteX167" fmla="*/ 430582 w 2599201"/>
                <a:gd name="connsiteY167" fmla="*/ 281836 h 1206281"/>
                <a:gd name="connsiteX168" fmla="*/ 434497 w 2599201"/>
                <a:gd name="connsiteY168" fmla="*/ 313151 h 1206281"/>
                <a:gd name="connsiteX169" fmla="*/ 469726 w 2599201"/>
                <a:gd name="connsiteY169" fmla="*/ 320979 h 1206281"/>
                <a:gd name="connsiteX170" fmla="*/ 489298 w 2599201"/>
                <a:gd name="connsiteY170" fmla="*/ 336637 h 1206281"/>
                <a:gd name="connsiteX171" fmla="*/ 555842 w 2599201"/>
                <a:gd name="connsiteY171" fmla="*/ 395353 h 1206281"/>
                <a:gd name="connsiteX172" fmla="*/ 508870 w 2599201"/>
                <a:gd name="connsiteY172" fmla="*/ 383610 h 1206281"/>
                <a:gd name="connsiteX173" fmla="*/ 504955 w 2599201"/>
                <a:gd name="connsiteY173" fmla="*/ 414925 h 1206281"/>
                <a:gd name="connsiteX174" fmla="*/ 516699 w 2599201"/>
                <a:gd name="connsiteY174" fmla="*/ 407096 h 1206281"/>
                <a:gd name="connsiteX175" fmla="*/ 544099 w 2599201"/>
                <a:gd name="connsiteY175" fmla="*/ 430582 h 1206281"/>
                <a:gd name="connsiteX176" fmla="*/ 583243 w 2599201"/>
                <a:gd name="connsiteY176" fmla="*/ 430582 h 1206281"/>
                <a:gd name="connsiteX177" fmla="*/ 591072 w 2599201"/>
                <a:gd name="connsiteY177" fmla="*/ 414925 h 1206281"/>
                <a:gd name="connsiteX178" fmla="*/ 626301 w 2599201"/>
                <a:gd name="connsiteY178" fmla="*/ 473640 h 1206281"/>
                <a:gd name="connsiteX179" fmla="*/ 587158 w 2599201"/>
                <a:gd name="connsiteY179" fmla="*/ 473640 h 1206281"/>
                <a:gd name="connsiteX180" fmla="*/ 551928 w 2599201"/>
                <a:gd name="connsiteY180" fmla="*/ 438411 h 1206281"/>
                <a:gd name="connsiteX181" fmla="*/ 501041 w 2599201"/>
                <a:gd name="connsiteY181" fmla="*/ 461897 h 1206281"/>
                <a:gd name="connsiteX182" fmla="*/ 501041 w 2599201"/>
                <a:gd name="connsiteY182" fmla="*/ 493212 h 1206281"/>
                <a:gd name="connsiteX183" fmla="*/ 563671 w 2599201"/>
                <a:gd name="connsiteY183" fmla="*/ 481469 h 1206281"/>
                <a:gd name="connsiteX184" fmla="*/ 634130 w 2599201"/>
                <a:gd name="connsiteY184" fmla="*/ 532356 h 1206281"/>
                <a:gd name="connsiteX185" fmla="*/ 657616 w 2599201"/>
                <a:gd name="connsiteY185" fmla="*/ 594986 h 1206281"/>
                <a:gd name="connsiteX186" fmla="*/ 696760 w 2599201"/>
                <a:gd name="connsiteY186" fmla="*/ 594986 h 1206281"/>
                <a:gd name="connsiteX187" fmla="*/ 696760 w 2599201"/>
                <a:gd name="connsiteY187" fmla="*/ 626301 h 1206281"/>
                <a:gd name="connsiteX188" fmla="*/ 743733 w 2599201"/>
                <a:gd name="connsiteY188" fmla="*/ 626301 h 1206281"/>
                <a:gd name="connsiteX189" fmla="*/ 743733 w 2599201"/>
                <a:gd name="connsiteY189" fmla="*/ 563671 h 1206281"/>
                <a:gd name="connsiteX190" fmla="*/ 755476 w 2599201"/>
                <a:gd name="connsiteY190" fmla="*/ 540185 h 1206281"/>
                <a:gd name="connsiteX191" fmla="*/ 794620 w 2599201"/>
                <a:gd name="connsiteY191" fmla="*/ 540185 h 1206281"/>
                <a:gd name="connsiteX192" fmla="*/ 810277 w 2599201"/>
                <a:gd name="connsiteY192" fmla="*/ 548014 h 1206281"/>
                <a:gd name="connsiteX193" fmla="*/ 790705 w 2599201"/>
                <a:gd name="connsiteY193" fmla="*/ 594986 h 1206281"/>
                <a:gd name="connsiteX194" fmla="*/ 798534 w 2599201"/>
                <a:gd name="connsiteY194" fmla="*/ 622387 h 1206281"/>
                <a:gd name="connsiteX195" fmla="*/ 767219 w 2599201"/>
                <a:gd name="connsiteY195" fmla="*/ 626301 h 1206281"/>
                <a:gd name="connsiteX196" fmla="*/ 763305 w 2599201"/>
                <a:gd name="connsiteY196" fmla="*/ 649788 h 1206281"/>
                <a:gd name="connsiteX197" fmla="*/ 720247 w 2599201"/>
                <a:gd name="connsiteY197" fmla="*/ 641959 h 1206281"/>
                <a:gd name="connsiteX198" fmla="*/ 720247 w 2599201"/>
                <a:gd name="connsiteY198" fmla="*/ 673274 h 1206281"/>
                <a:gd name="connsiteX199" fmla="*/ 634130 w 2599201"/>
                <a:gd name="connsiteY199" fmla="*/ 688932 h 1206281"/>
                <a:gd name="connsiteX200" fmla="*/ 634130 w 2599201"/>
                <a:gd name="connsiteY200" fmla="*/ 720247 h 1206281"/>
                <a:gd name="connsiteX201" fmla="*/ 681103 w 2599201"/>
                <a:gd name="connsiteY201" fmla="*/ 720247 h 1206281"/>
                <a:gd name="connsiteX202" fmla="*/ 681103 w 2599201"/>
                <a:gd name="connsiteY202" fmla="*/ 743733 h 1206281"/>
                <a:gd name="connsiteX203" fmla="*/ 634130 w 2599201"/>
                <a:gd name="connsiteY203" fmla="*/ 743733 h 1206281"/>
                <a:gd name="connsiteX204" fmla="*/ 634130 w 2599201"/>
                <a:gd name="connsiteY204" fmla="*/ 790706 h 1206281"/>
                <a:gd name="connsiteX205" fmla="*/ 681103 w 2599201"/>
                <a:gd name="connsiteY205" fmla="*/ 790706 h 1206281"/>
                <a:gd name="connsiteX206" fmla="*/ 677188 w 2599201"/>
                <a:gd name="connsiteY206" fmla="*/ 814192 h 1206281"/>
                <a:gd name="connsiteX207" fmla="*/ 610644 w 2599201"/>
                <a:gd name="connsiteY207" fmla="*/ 806363 h 1206281"/>
                <a:gd name="connsiteX208" fmla="*/ 649788 w 2599201"/>
                <a:gd name="connsiteY208" fmla="*/ 837678 h 1206281"/>
                <a:gd name="connsiteX209" fmla="*/ 692846 w 2599201"/>
                <a:gd name="connsiteY209" fmla="*/ 822021 h 1206281"/>
                <a:gd name="connsiteX210" fmla="*/ 696760 w 2599201"/>
                <a:gd name="connsiteY210" fmla="*/ 845507 h 1206281"/>
                <a:gd name="connsiteX211" fmla="*/ 743733 w 2599201"/>
                <a:gd name="connsiteY211" fmla="*/ 853336 h 1206281"/>
                <a:gd name="connsiteX212" fmla="*/ 743733 w 2599201"/>
                <a:gd name="connsiteY212" fmla="*/ 822021 h 1206281"/>
                <a:gd name="connsiteX213" fmla="*/ 716332 w 2599201"/>
                <a:gd name="connsiteY213" fmla="*/ 829849 h 1206281"/>
                <a:gd name="connsiteX214" fmla="*/ 720247 w 2599201"/>
                <a:gd name="connsiteY214" fmla="*/ 790706 h 1206281"/>
                <a:gd name="connsiteX215" fmla="*/ 767219 w 2599201"/>
                <a:gd name="connsiteY215" fmla="*/ 786791 h 1206281"/>
                <a:gd name="connsiteX216" fmla="*/ 759390 w 2599201"/>
                <a:gd name="connsiteY216" fmla="*/ 778962 h 1206281"/>
                <a:gd name="connsiteX217" fmla="*/ 778962 w 2599201"/>
                <a:gd name="connsiteY217" fmla="*/ 767219 h 1206281"/>
                <a:gd name="connsiteX218" fmla="*/ 814192 w 2599201"/>
                <a:gd name="connsiteY218" fmla="*/ 802449 h 1206281"/>
                <a:gd name="connsiteX219" fmla="*/ 806363 w 2599201"/>
                <a:gd name="connsiteY219" fmla="*/ 814192 h 1206281"/>
                <a:gd name="connsiteX220" fmla="*/ 841592 w 2599201"/>
                <a:gd name="connsiteY220" fmla="*/ 845507 h 1206281"/>
                <a:gd name="connsiteX221" fmla="*/ 829849 w 2599201"/>
                <a:gd name="connsiteY221" fmla="*/ 759390 h 1206281"/>
                <a:gd name="connsiteX222" fmla="*/ 876822 w 2599201"/>
                <a:gd name="connsiteY222" fmla="*/ 759390 h 1206281"/>
                <a:gd name="connsiteX223" fmla="*/ 884651 w 2599201"/>
                <a:gd name="connsiteY223" fmla="*/ 735904 h 1206281"/>
                <a:gd name="connsiteX224" fmla="*/ 923795 w 2599201"/>
                <a:gd name="connsiteY224" fmla="*/ 720247 h 1206281"/>
                <a:gd name="connsiteX225" fmla="*/ 923795 w 2599201"/>
                <a:gd name="connsiteY225" fmla="*/ 696760 h 1206281"/>
                <a:gd name="connsiteX226" fmla="*/ 908137 w 2599201"/>
                <a:gd name="connsiteY226" fmla="*/ 677188 h 1206281"/>
                <a:gd name="connsiteX227" fmla="*/ 947281 w 2599201"/>
                <a:gd name="connsiteY227" fmla="*/ 700675 h 1206281"/>
                <a:gd name="connsiteX228" fmla="*/ 986425 w 2599201"/>
                <a:gd name="connsiteY228" fmla="*/ 743733 h 1206281"/>
                <a:gd name="connsiteX229" fmla="*/ 1013825 w 2599201"/>
                <a:gd name="connsiteY229" fmla="*/ 681103 h 1206281"/>
                <a:gd name="connsiteX230" fmla="*/ 1068627 w 2599201"/>
                <a:gd name="connsiteY230" fmla="*/ 696760 h 1206281"/>
                <a:gd name="connsiteX231" fmla="*/ 1244774 w 2599201"/>
                <a:gd name="connsiteY231" fmla="*/ 685017 h 1206281"/>
                <a:gd name="connsiteX232" fmla="*/ 1158658 w 2599201"/>
                <a:gd name="connsiteY232" fmla="*/ 677188 h 1206281"/>
                <a:gd name="connsiteX233" fmla="*/ 1158658 w 2599201"/>
                <a:gd name="connsiteY233" fmla="*/ 661531 h 1206281"/>
                <a:gd name="connsiteX234" fmla="*/ 1205630 w 2599201"/>
                <a:gd name="connsiteY234" fmla="*/ 641959 h 1206281"/>
                <a:gd name="connsiteX235" fmla="*/ 1205630 w 2599201"/>
                <a:gd name="connsiteY235" fmla="*/ 665445 h 1206281"/>
                <a:gd name="connsiteX236" fmla="*/ 1276089 w 2599201"/>
                <a:gd name="connsiteY236" fmla="*/ 669360 h 1206281"/>
                <a:gd name="connsiteX237" fmla="*/ 1252603 w 2599201"/>
                <a:gd name="connsiteY237" fmla="*/ 661531 h 1206281"/>
                <a:gd name="connsiteX238" fmla="*/ 1268260 w 2599201"/>
                <a:gd name="connsiteY238" fmla="*/ 622387 h 1206281"/>
                <a:gd name="connsiteX239" fmla="*/ 1323062 w 2599201"/>
                <a:gd name="connsiteY239" fmla="*/ 626301 h 1206281"/>
                <a:gd name="connsiteX240" fmla="*/ 1315233 w 2599201"/>
                <a:gd name="connsiteY240" fmla="*/ 653702 h 1206281"/>
                <a:gd name="connsiteX241" fmla="*/ 1315233 w 2599201"/>
                <a:gd name="connsiteY241" fmla="*/ 669360 h 1206281"/>
                <a:gd name="connsiteX242" fmla="*/ 1393521 w 2599201"/>
                <a:gd name="connsiteY242" fmla="*/ 688932 h 1206281"/>
                <a:gd name="connsiteX243" fmla="*/ 1417007 w 2599201"/>
                <a:gd name="connsiteY243" fmla="*/ 685017 h 1206281"/>
                <a:gd name="connsiteX244" fmla="*/ 1417007 w 2599201"/>
                <a:gd name="connsiteY244" fmla="*/ 665445 h 1206281"/>
                <a:gd name="connsiteX245" fmla="*/ 1397435 w 2599201"/>
                <a:gd name="connsiteY245" fmla="*/ 665445 h 1206281"/>
                <a:gd name="connsiteX246" fmla="*/ 1393521 w 2599201"/>
                <a:gd name="connsiteY246" fmla="*/ 641959 h 1206281"/>
                <a:gd name="connsiteX247" fmla="*/ 1424836 w 2599201"/>
                <a:gd name="connsiteY247" fmla="*/ 677188 h 1206281"/>
                <a:gd name="connsiteX248" fmla="*/ 1432664 w 2599201"/>
                <a:gd name="connsiteY248" fmla="*/ 692846 h 1206281"/>
                <a:gd name="connsiteX249" fmla="*/ 1487466 w 2599201"/>
                <a:gd name="connsiteY249" fmla="*/ 716332 h 1206281"/>
                <a:gd name="connsiteX250" fmla="*/ 1546182 w 2599201"/>
                <a:gd name="connsiteY250" fmla="*/ 704589 h 1206281"/>
                <a:gd name="connsiteX251" fmla="*/ 1608812 w 2599201"/>
                <a:gd name="connsiteY251" fmla="*/ 728075 h 1206281"/>
                <a:gd name="connsiteX252" fmla="*/ 1636212 w 2599201"/>
                <a:gd name="connsiteY252" fmla="*/ 720247 h 1206281"/>
                <a:gd name="connsiteX253" fmla="*/ 1640127 w 2599201"/>
                <a:gd name="connsiteY253" fmla="*/ 743733 h 1206281"/>
                <a:gd name="connsiteX254" fmla="*/ 1730158 w 2599201"/>
                <a:gd name="connsiteY254" fmla="*/ 731990 h 1206281"/>
                <a:gd name="connsiteX255" fmla="*/ 1737986 w 2599201"/>
                <a:gd name="connsiteY255" fmla="*/ 720247 h 1206281"/>
                <a:gd name="connsiteX256" fmla="*/ 1757558 w 2599201"/>
                <a:gd name="connsiteY256" fmla="*/ 735904 h 1206281"/>
                <a:gd name="connsiteX257" fmla="*/ 1761473 w 2599201"/>
                <a:gd name="connsiteY257" fmla="*/ 681103 h 1206281"/>
                <a:gd name="connsiteX258" fmla="*/ 1737986 w 2599201"/>
                <a:gd name="connsiteY258" fmla="*/ 669360 h 1206281"/>
                <a:gd name="connsiteX259" fmla="*/ 1792788 w 2599201"/>
                <a:gd name="connsiteY259" fmla="*/ 661531 h 1206281"/>
                <a:gd name="connsiteX260" fmla="*/ 1792788 w 2599201"/>
                <a:gd name="connsiteY260" fmla="*/ 688932 h 1206281"/>
                <a:gd name="connsiteX261" fmla="*/ 1784959 w 2599201"/>
                <a:gd name="connsiteY261" fmla="*/ 645873 h 1206281"/>
                <a:gd name="connsiteX262" fmla="*/ 1816274 w 2599201"/>
                <a:gd name="connsiteY262" fmla="*/ 622387 h 1206281"/>
                <a:gd name="connsiteX263" fmla="*/ 1761473 w 2599201"/>
                <a:gd name="connsiteY263" fmla="*/ 618473 h 1206281"/>
                <a:gd name="connsiteX264" fmla="*/ 1828017 w 2599201"/>
                <a:gd name="connsiteY264" fmla="*/ 594986 h 1206281"/>
                <a:gd name="connsiteX265" fmla="*/ 1831932 w 2599201"/>
                <a:gd name="connsiteY265" fmla="*/ 641959 h 1206281"/>
                <a:gd name="connsiteX266" fmla="*/ 1886733 w 2599201"/>
                <a:gd name="connsiteY266" fmla="*/ 630216 h 1206281"/>
                <a:gd name="connsiteX267" fmla="*/ 1890647 w 2599201"/>
                <a:gd name="connsiteY267" fmla="*/ 602815 h 1206281"/>
                <a:gd name="connsiteX268" fmla="*/ 1898476 w 2599201"/>
                <a:gd name="connsiteY268" fmla="*/ 579329 h 1206281"/>
                <a:gd name="connsiteX269" fmla="*/ 1898476 w 2599201"/>
                <a:gd name="connsiteY269" fmla="*/ 626301 h 1206281"/>
                <a:gd name="connsiteX270" fmla="*/ 1941534 w 2599201"/>
                <a:gd name="connsiteY270" fmla="*/ 610644 h 1206281"/>
                <a:gd name="connsiteX271" fmla="*/ 1941534 w 2599201"/>
                <a:gd name="connsiteY271" fmla="*/ 641959 h 1206281"/>
                <a:gd name="connsiteX272" fmla="*/ 1965021 w 2599201"/>
                <a:gd name="connsiteY272" fmla="*/ 641959 h 1206281"/>
                <a:gd name="connsiteX273" fmla="*/ 1965021 w 2599201"/>
                <a:gd name="connsiteY273" fmla="*/ 610644 h 1206281"/>
                <a:gd name="connsiteX274" fmla="*/ 1988507 w 2599201"/>
                <a:gd name="connsiteY274" fmla="*/ 610644 h 1206281"/>
                <a:gd name="connsiteX275" fmla="*/ 2019822 w 2599201"/>
                <a:gd name="connsiteY275" fmla="*/ 540185 h 1206281"/>
                <a:gd name="connsiteX276" fmla="*/ 2027651 w 2599201"/>
                <a:gd name="connsiteY276" fmla="*/ 508870 h 1206281"/>
                <a:gd name="connsiteX277" fmla="*/ 2105938 w 2599201"/>
                <a:gd name="connsiteY277" fmla="*/ 469726 h 1206281"/>
                <a:gd name="connsiteX278" fmla="*/ 2184226 w 2599201"/>
                <a:gd name="connsiteY278" fmla="*/ 461897 h 1206281"/>
                <a:gd name="connsiteX279" fmla="*/ 2184226 w 2599201"/>
                <a:gd name="connsiteY279" fmla="*/ 430582 h 1206281"/>
                <a:gd name="connsiteX280" fmla="*/ 2254685 w 2599201"/>
                <a:gd name="connsiteY280" fmla="*/ 391438 h 1206281"/>
                <a:gd name="connsiteX281" fmla="*/ 2199884 w 2599201"/>
                <a:gd name="connsiteY281" fmla="*/ 352295 h 1206281"/>
                <a:gd name="connsiteX282" fmla="*/ 2231199 w 2599201"/>
                <a:gd name="connsiteY282" fmla="*/ 344466 h 1206281"/>
                <a:gd name="connsiteX283" fmla="*/ 2266428 w 2599201"/>
                <a:gd name="connsiteY283" fmla="*/ 320979 h 1206281"/>
                <a:gd name="connsiteX284" fmla="*/ 2270343 w 2599201"/>
                <a:gd name="connsiteY284" fmla="*/ 281836 h 1206281"/>
                <a:gd name="connsiteX285" fmla="*/ 2317315 w 2599201"/>
                <a:gd name="connsiteY285" fmla="*/ 281836 h 1206281"/>
                <a:gd name="connsiteX286" fmla="*/ 2332973 w 2599201"/>
                <a:gd name="connsiteY286" fmla="*/ 242692 h 1206281"/>
                <a:gd name="connsiteX287" fmla="*/ 2293829 w 2599201"/>
                <a:gd name="connsiteY287" fmla="*/ 238777 h 1206281"/>
                <a:gd name="connsiteX288" fmla="*/ 2293829 w 2599201"/>
                <a:gd name="connsiteY288" fmla="*/ 211377 h 1206281"/>
                <a:gd name="connsiteX289" fmla="*/ 2313401 w 2599201"/>
                <a:gd name="connsiteY289" fmla="*/ 187890 h 1206281"/>
                <a:gd name="connsiteX290" fmla="*/ 2309486 w 2599201"/>
                <a:gd name="connsiteY290" fmla="*/ 223120 h 1206281"/>
                <a:gd name="connsiteX291" fmla="*/ 2364288 w 2599201"/>
                <a:gd name="connsiteY291" fmla="*/ 227034 h 1206281"/>
                <a:gd name="connsiteX292" fmla="*/ 2383860 w 2599201"/>
                <a:gd name="connsiteY292" fmla="*/ 211377 h 1206281"/>
                <a:gd name="connsiteX293" fmla="*/ 2466062 w 2599201"/>
                <a:gd name="connsiteY293" fmla="*/ 160490 h 1206281"/>
                <a:gd name="connsiteX294" fmla="*/ 2450404 w 2599201"/>
                <a:gd name="connsiteY294" fmla="*/ 195719 h 1206281"/>
                <a:gd name="connsiteX295" fmla="*/ 2411260 w 2599201"/>
                <a:gd name="connsiteY295" fmla="*/ 203548 h 1206281"/>
                <a:gd name="connsiteX296" fmla="*/ 2454319 w 2599201"/>
                <a:gd name="connsiteY296" fmla="*/ 203548 h 1206281"/>
                <a:gd name="connsiteX297" fmla="*/ 2513034 w 2599201"/>
                <a:gd name="connsiteY297" fmla="*/ 211377 h 1206281"/>
                <a:gd name="connsiteX298" fmla="*/ 2489548 w 2599201"/>
                <a:gd name="connsiteY298" fmla="*/ 203548 h 1206281"/>
                <a:gd name="connsiteX299" fmla="*/ 2489548 w 2599201"/>
                <a:gd name="connsiteY299" fmla="*/ 172233 h 1206281"/>
                <a:gd name="connsiteX300" fmla="*/ 2536521 w 2599201"/>
                <a:gd name="connsiteY300" fmla="*/ 172233 h 1206281"/>
                <a:gd name="connsiteX301" fmla="*/ 2485634 w 2599201"/>
                <a:gd name="connsiteY301" fmla="*/ 164404 h 1206281"/>
                <a:gd name="connsiteX302" fmla="*/ 2493462 w 2599201"/>
                <a:gd name="connsiteY302" fmla="*/ 93945 h 1206281"/>
                <a:gd name="connsiteX303" fmla="*/ 2411260 w 2599201"/>
                <a:gd name="connsiteY303" fmla="*/ 90031 h 1206281"/>
                <a:gd name="connsiteX304" fmla="*/ 2379945 w 2599201"/>
                <a:gd name="connsiteY304" fmla="*/ 90031 h 1206281"/>
                <a:gd name="connsiteX305" fmla="*/ 2407346 w 2599201"/>
                <a:gd name="connsiteY305" fmla="*/ 54801 h 1206281"/>
                <a:gd name="connsiteX306" fmla="*/ 2454319 w 2599201"/>
                <a:gd name="connsiteY306" fmla="*/ 39144 h 1206281"/>
                <a:gd name="connsiteX307" fmla="*/ 2462147 w 2599201"/>
                <a:gd name="connsiteY307" fmla="*/ 0 h 1206281"/>
                <a:gd name="connsiteX308" fmla="*/ 2497377 w 2599201"/>
                <a:gd name="connsiteY308" fmla="*/ 27401 h 1206281"/>
                <a:gd name="connsiteX309" fmla="*/ 2501291 w 2599201"/>
                <a:gd name="connsiteY309" fmla="*/ 46973 h 1206281"/>
                <a:gd name="connsiteX310" fmla="*/ 2520863 w 2599201"/>
                <a:gd name="connsiteY310" fmla="*/ 39144 h 1206281"/>
                <a:gd name="connsiteX311" fmla="*/ 2513034 w 2599201"/>
                <a:gd name="connsiteY311" fmla="*/ 54801 h 1206281"/>
                <a:gd name="connsiteX312" fmla="*/ 2544349 w 2599201"/>
                <a:gd name="connsiteY312" fmla="*/ 58716 h 1206281"/>
                <a:gd name="connsiteX313" fmla="*/ 2528692 w 2599201"/>
                <a:gd name="connsiteY313" fmla="*/ 105688 h 1206281"/>
                <a:gd name="connsiteX314" fmla="*/ 2544349 w 2599201"/>
                <a:gd name="connsiteY314" fmla="*/ 105688 h 1206281"/>
                <a:gd name="connsiteX315" fmla="*/ 2560007 w 2599201"/>
                <a:gd name="connsiteY315" fmla="*/ 78288 h 1206281"/>
                <a:gd name="connsiteX316" fmla="*/ 2567836 w 2599201"/>
                <a:gd name="connsiteY316" fmla="*/ 90031 h 1206281"/>
                <a:gd name="connsiteX317" fmla="*/ 2567836 w 2599201"/>
                <a:gd name="connsiteY317" fmla="*/ 129175 h 1206281"/>
                <a:gd name="connsiteX318" fmla="*/ 2536521 w 2599201"/>
                <a:gd name="connsiteY318" fmla="*/ 133089 h 1206281"/>
                <a:gd name="connsiteX319" fmla="*/ 2583493 w 2599201"/>
                <a:gd name="connsiteY319" fmla="*/ 160490 h 1206281"/>
                <a:gd name="connsiteX320" fmla="*/ 2583493 w 2599201"/>
                <a:gd name="connsiteY320" fmla="*/ 187890 h 1206281"/>
                <a:gd name="connsiteX321" fmla="*/ 2536521 w 2599201"/>
                <a:gd name="connsiteY321" fmla="*/ 219205 h 1206281"/>
                <a:gd name="connsiteX322" fmla="*/ 2560007 w 2599201"/>
                <a:gd name="connsiteY322" fmla="*/ 227034 h 1206281"/>
                <a:gd name="connsiteX323" fmla="*/ 2560007 w 2599201"/>
                <a:gd name="connsiteY323" fmla="*/ 297493 h 1206281"/>
                <a:gd name="connsiteX324" fmla="*/ 2583493 w 2599201"/>
                <a:gd name="connsiteY324" fmla="*/ 305322 h 1206281"/>
                <a:gd name="connsiteX325" fmla="*/ 2587408 w 2599201"/>
                <a:gd name="connsiteY325" fmla="*/ 399267 h 1206281"/>
                <a:gd name="connsiteX326" fmla="*/ 2583493 w 2599201"/>
                <a:gd name="connsiteY326" fmla="*/ 461897 h 1206281"/>
                <a:gd name="connsiteX327" fmla="*/ 2599151 w 2599201"/>
                <a:gd name="connsiteY327" fmla="*/ 544099 h 1206281"/>
                <a:gd name="connsiteX328" fmla="*/ 2536521 w 2599201"/>
                <a:gd name="connsiteY328" fmla="*/ 602815 h 1206281"/>
                <a:gd name="connsiteX329" fmla="*/ 2591322 w 2599201"/>
                <a:gd name="connsiteY329" fmla="*/ 614558 h 1206281"/>
                <a:gd name="connsiteX330" fmla="*/ 2579579 w 2599201"/>
                <a:gd name="connsiteY330" fmla="*/ 649788 h 1206281"/>
                <a:gd name="connsiteX331" fmla="*/ 2536521 w 2599201"/>
                <a:gd name="connsiteY331" fmla="*/ 641959 h 1206281"/>
                <a:gd name="connsiteX332" fmla="*/ 2528692 w 2599201"/>
                <a:gd name="connsiteY332" fmla="*/ 669360 h 1206281"/>
                <a:gd name="connsiteX333" fmla="*/ 2450404 w 2599201"/>
                <a:gd name="connsiteY333" fmla="*/ 704589 h 1206281"/>
                <a:gd name="connsiteX334" fmla="*/ 2450404 w 2599201"/>
                <a:gd name="connsiteY334" fmla="*/ 735904 h 1206281"/>
                <a:gd name="connsiteX335" fmla="*/ 2426918 w 2599201"/>
                <a:gd name="connsiteY335" fmla="*/ 735904 h 1206281"/>
                <a:gd name="connsiteX336" fmla="*/ 2415175 w 2599201"/>
                <a:gd name="connsiteY336" fmla="*/ 861164 h 1206281"/>
                <a:gd name="connsiteX337" fmla="*/ 2340801 w 2599201"/>
                <a:gd name="connsiteY337" fmla="*/ 853336 h 1206281"/>
                <a:gd name="connsiteX338" fmla="*/ 2340801 w 2599201"/>
                <a:gd name="connsiteY338" fmla="*/ 884651 h 1206281"/>
                <a:gd name="connsiteX339" fmla="*/ 2293829 w 2599201"/>
                <a:gd name="connsiteY339" fmla="*/ 876822 h 1206281"/>
                <a:gd name="connsiteX340" fmla="*/ 2340801 w 2599201"/>
                <a:gd name="connsiteY340" fmla="*/ 829849 h 1206281"/>
                <a:gd name="connsiteX341" fmla="*/ 2321230 w 2599201"/>
                <a:gd name="connsiteY341" fmla="*/ 822021 h 1206281"/>
                <a:gd name="connsiteX342" fmla="*/ 2254685 w 2599201"/>
                <a:gd name="connsiteY342" fmla="*/ 837678 h 1206281"/>
                <a:gd name="connsiteX343" fmla="*/ 2254685 w 2599201"/>
                <a:gd name="connsiteY343" fmla="*/ 876822 h 1206281"/>
                <a:gd name="connsiteX344" fmla="*/ 2231199 w 2599201"/>
                <a:gd name="connsiteY344" fmla="*/ 876822 h 1206281"/>
                <a:gd name="connsiteX345" fmla="*/ 2231199 w 2599201"/>
                <a:gd name="connsiteY345" fmla="*/ 853336 h 1206281"/>
                <a:gd name="connsiteX346" fmla="*/ 2129425 w 2599201"/>
                <a:gd name="connsiteY346" fmla="*/ 822021 h 1206281"/>
                <a:gd name="connsiteX347" fmla="*/ 2074623 w 2599201"/>
                <a:gd name="connsiteY347" fmla="*/ 818106 h 1206281"/>
                <a:gd name="connsiteX348" fmla="*/ 2035479 w 2599201"/>
                <a:gd name="connsiteY348" fmla="*/ 802449 h 1206281"/>
                <a:gd name="connsiteX349" fmla="*/ 1965021 w 2599201"/>
                <a:gd name="connsiteY349" fmla="*/ 759390 h 1206281"/>
                <a:gd name="connsiteX350" fmla="*/ 1941534 w 2599201"/>
                <a:gd name="connsiteY350" fmla="*/ 755476 h 1206281"/>
                <a:gd name="connsiteX351" fmla="*/ 1957192 w 2599201"/>
                <a:gd name="connsiteY351" fmla="*/ 782877 h 1206281"/>
                <a:gd name="connsiteX352" fmla="*/ 1988507 w 2599201"/>
                <a:gd name="connsiteY352" fmla="*/ 775048 h 1206281"/>
                <a:gd name="connsiteX353" fmla="*/ 1988507 w 2599201"/>
                <a:gd name="connsiteY353" fmla="*/ 806363 h 1206281"/>
                <a:gd name="connsiteX354" fmla="*/ 2168569 w 2599201"/>
                <a:gd name="connsiteY354" fmla="*/ 853336 h 1206281"/>
                <a:gd name="connsiteX355" fmla="*/ 2168569 w 2599201"/>
                <a:gd name="connsiteY355" fmla="*/ 876822 h 1206281"/>
                <a:gd name="connsiteX356" fmla="*/ 2199884 w 2599201"/>
                <a:gd name="connsiteY356" fmla="*/ 868993 h 1206281"/>
                <a:gd name="connsiteX357" fmla="*/ 2199884 w 2599201"/>
                <a:gd name="connsiteY357" fmla="*/ 900308 h 1206281"/>
                <a:gd name="connsiteX358" fmla="*/ 2172483 w 2599201"/>
                <a:gd name="connsiteY358" fmla="*/ 892479 h 1206281"/>
                <a:gd name="connsiteX359" fmla="*/ 2105938 w 2599201"/>
                <a:gd name="connsiteY359" fmla="*/ 904223 h 1206281"/>
                <a:gd name="connsiteX360" fmla="*/ 2129425 w 2599201"/>
                <a:gd name="connsiteY360" fmla="*/ 892479 h 1206281"/>
                <a:gd name="connsiteX361" fmla="*/ 2117682 w 2599201"/>
                <a:gd name="connsiteY361" fmla="*/ 884651 h 1206281"/>
                <a:gd name="connsiteX362" fmla="*/ 1980678 w 2599201"/>
                <a:gd name="connsiteY362" fmla="*/ 919880 h 1206281"/>
                <a:gd name="connsiteX363" fmla="*/ 1745815 w 2599201"/>
                <a:gd name="connsiteY363" fmla="*/ 1009911 h 1206281"/>
                <a:gd name="connsiteX364" fmla="*/ 1757558 w 2599201"/>
                <a:gd name="connsiteY364" fmla="*/ 1041226 h 1206281"/>
                <a:gd name="connsiteX365" fmla="*/ 1855418 w 2599201"/>
                <a:gd name="connsiteY365" fmla="*/ 998168 h 1206281"/>
                <a:gd name="connsiteX366" fmla="*/ 1855418 w 2599201"/>
                <a:gd name="connsiteY366" fmla="*/ 1017740 h 1206281"/>
                <a:gd name="connsiteX367" fmla="*/ 1894562 w 2599201"/>
                <a:gd name="connsiteY367" fmla="*/ 1025569 h 1206281"/>
                <a:gd name="connsiteX368" fmla="*/ 1890647 w 2599201"/>
                <a:gd name="connsiteY368" fmla="*/ 1049055 h 1206281"/>
                <a:gd name="connsiteX369" fmla="*/ 1871075 w 2599201"/>
                <a:gd name="connsiteY369" fmla="*/ 1049055 h 1206281"/>
                <a:gd name="connsiteX370" fmla="*/ 1894562 w 2599201"/>
                <a:gd name="connsiteY370" fmla="*/ 1056884 h 1206281"/>
                <a:gd name="connsiteX371" fmla="*/ 1957192 w 2599201"/>
                <a:gd name="connsiteY371" fmla="*/ 1045140 h 1206281"/>
                <a:gd name="connsiteX372" fmla="*/ 1941534 w 2599201"/>
                <a:gd name="connsiteY372" fmla="*/ 1072541 h 1206281"/>
                <a:gd name="connsiteX373" fmla="*/ 2000250 w 2599201"/>
                <a:gd name="connsiteY373" fmla="*/ 1056884 h 1206281"/>
                <a:gd name="connsiteX374" fmla="*/ 2004164 w 2599201"/>
                <a:gd name="connsiteY374" fmla="*/ 1076456 h 1206281"/>
                <a:gd name="connsiteX375" fmla="*/ 2043308 w 2599201"/>
                <a:gd name="connsiteY375" fmla="*/ 1103856 h 120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</a:cxnLst>
              <a:rect l="l" t="t" r="r" b="b"/>
              <a:pathLst>
                <a:path w="2599201" h="1206281">
                  <a:moveTo>
                    <a:pt x="2043308" y="1103856"/>
                  </a:moveTo>
                  <a:cubicBezTo>
                    <a:pt x="2022656" y="1111622"/>
                    <a:pt x="2001777" y="1119451"/>
                    <a:pt x="1980678" y="1127343"/>
                  </a:cubicBezTo>
                  <a:cubicBezTo>
                    <a:pt x="1966406" y="1117580"/>
                    <a:pt x="1950749" y="1112358"/>
                    <a:pt x="1933705" y="1111685"/>
                  </a:cubicBezTo>
                  <a:cubicBezTo>
                    <a:pt x="1934872" y="1119921"/>
                    <a:pt x="1933572" y="1127750"/>
                    <a:pt x="1929791" y="1135171"/>
                  </a:cubicBezTo>
                  <a:cubicBezTo>
                    <a:pt x="1906516" y="1106017"/>
                    <a:pt x="1881722" y="1106017"/>
                    <a:pt x="1855418" y="1135171"/>
                  </a:cubicBezTo>
                  <a:cubicBezTo>
                    <a:pt x="1852811" y="1129950"/>
                    <a:pt x="1850196" y="1124735"/>
                    <a:pt x="1847589" y="1119514"/>
                  </a:cubicBezTo>
                  <a:cubicBezTo>
                    <a:pt x="1837913" y="1125354"/>
                    <a:pt x="1827469" y="1127961"/>
                    <a:pt x="1816274" y="1127343"/>
                  </a:cubicBezTo>
                  <a:cubicBezTo>
                    <a:pt x="1815178" y="1140057"/>
                    <a:pt x="1820400" y="1149185"/>
                    <a:pt x="1831932" y="1154743"/>
                  </a:cubicBezTo>
                  <a:cubicBezTo>
                    <a:pt x="1814207" y="1156591"/>
                    <a:pt x="1797242" y="1160505"/>
                    <a:pt x="1781045" y="1166486"/>
                  </a:cubicBezTo>
                  <a:cubicBezTo>
                    <a:pt x="1778437" y="1161265"/>
                    <a:pt x="1775823" y="1156051"/>
                    <a:pt x="1773216" y="1150829"/>
                  </a:cubicBezTo>
                  <a:cubicBezTo>
                    <a:pt x="1761520" y="1160591"/>
                    <a:pt x="1749777" y="1160591"/>
                    <a:pt x="1737986" y="1150829"/>
                  </a:cubicBezTo>
                  <a:cubicBezTo>
                    <a:pt x="1746919" y="1143587"/>
                    <a:pt x="1746919" y="1137058"/>
                    <a:pt x="1737986" y="1131257"/>
                  </a:cubicBezTo>
                  <a:cubicBezTo>
                    <a:pt x="1750786" y="1127030"/>
                    <a:pt x="1761222" y="1130944"/>
                    <a:pt x="1769301" y="1143000"/>
                  </a:cubicBezTo>
                  <a:cubicBezTo>
                    <a:pt x="1782062" y="1129816"/>
                    <a:pt x="1795113" y="1124595"/>
                    <a:pt x="1808445" y="1127343"/>
                  </a:cubicBezTo>
                  <a:cubicBezTo>
                    <a:pt x="1793390" y="1121017"/>
                    <a:pt x="1777733" y="1117103"/>
                    <a:pt x="1761473" y="1115599"/>
                  </a:cubicBezTo>
                  <a:cubicBezTo>
                    <a:pt x="1769434" y="1107387"/>
                    <a:pt x="1770742" y="1098251"/>
                    <a:pt x="1765387" y="1088199"/>
                  </a:cubicBezTo>
                  <a:cubicBezTo>
                    <a:pt x="1751679" y="1098447"/>
                    <a:pt x="1739936" y="1095832"/>
                    <a:pt x="1730158" y="1080370"/>
                  </a:cubicBezTo>
                  <a:cubicBezTo>
                    <a:pt x="1723472" y="1088371"/>
                    <a:pt x="1715643" y="1094892"/>
                    <a:pt x="1706671" y="1099942"/>
                  </a:cubicBezTo>
                  <a:cubicBezTo>
                    <a:pt x="1717107" y="1105164"/>
                    <a:pt x="1724936" y="1112992"/>
                    <a:pt x="1730158" y="1123428"/>
                  </a:cubicBezTo>
                  <a:cubicBezTo>
                    <a:pt x="1712927" y="1129887"/>
                    <a:pt x="1698576" y="1125973"/>
                    <a:pt x="1687099" y="1111685"/>
                  </a:cubicBezTo>
                  <a:cubicBezTo>
                    <a:pt x="1663887" y="1135038"/>
                    <a:pt x="1670416" y="1152003"/>
                    <a:pt x="1706671" y="1162572"/>
                  </a:cubicBezTo>
                  <a:cubicBezTo>
                    <a:pt x="1682840" y="1165383"/>
                    <a:pt x="1680226" y="1170604"/>
                    <a:pt x="1698842" y="1178230"/>
                  </a:cubicBezTo>
                  <a:cubicBezTo>
                    <a:pt x="1685792" y="1183451"/>
                    <a:pt x="1672749" y="1183451"/>
                    <a:pt x="1659699" y="1178230"/>
                  </a:cubicBezTo>
                  <a:cubicBezTo>
                    <a:pt x="1662306" y="1175622"/>
                    <a:pt x="1664920" y="1173008"/>
                    <a:pt x="1667527" y="1170401"/>
                  </a:cubicBezTo>
                  <a:cubicBezTo>
                    <a:pt x="1631852" y="1171786"/>
                    <a:pt x="1596622" y="1178308"/>
                    <a:pt x="1561839" y="1189973"/>
                  </a:cubicBezTo>
                  <a:cubicBezTo>
                    <a:pt x="1555005" y="1188133"/>
                    <a:pt x="1548475" y="1185518"/>
                    <a:pt x="1542267" y="1182144"/>
                  </a:cubicBezTo>
                  <a:cubicBezTo>
                    <a:pt x="1521748" y="1203791"/>
                    <a:pt x="1496954" y="1201176"/>
                    <a:pt x="1467894" y="1174315"/>
                  </a:cubicBezTo>
                  <a:cubicBezTo>
                    <a:pt x="1460433" y="1190693"/>
                    <a:pt x="1449997" y="1193300"/>
                    <a:pt x="1436579" y="1182144"/>
                  </a:cubicBezTo>
                  <a:cubicBezTo>
                    <a:pt x="1418956" y="1200878"/>
                    <a:pt x="1396770" y="1208707"/>
                    <a:pt x="1370034" y="1205630"/>
                  </a:cubicBezTo>
                  <a:cubicBezTo>
                    <a:pt x="1295825" y="1204503"/>
                    <a:pt x="1222759" y="1201896"/>
                    <a:pt x="1150829" y="1197801"/>
                  </a:cubicBezTo>
                  <a:cubicBezTo>
                    <a:pt x="1168553" y="1192173"/>
                    <a:pt x="1186818" y="1189566"/>
                    <a:pt x="1205630" y="1189973"/>
                  </a:cubicBezTo>
                  <a:cubicBezTo>
                    <a:pt x="1208644" y="1152895"/>
                    <a:pt x="1219088" y="1150289"/>
                    <a:pt x="1236945" y="1182144"/>
                  </a:cubicBezTo>
                  <a:cubicBezTo>
                    <a:pt x="1249244" y="1188478"/>
                    <a:pt x="1262295" y="1191092"/>
                    <a:pt x="1276089" y="1189973"/>
                  </a:cubicBezTo>
                  <a:cubicBezTo>
                    <a:pt x="1276089" y="1182144"/>
                    <a:pt x="1276089" y="1174315"/>
                    <a:pt x="1276089" y="1166486"/>
                  </a:cubicBezTo>
                  <a:cubicBezTo>
                    <a:pt x="1299756" y="1169579"/>
                    <a:pt x="1307584" y="1161750"/>
                    <a:pt x="1299575" y="1143000"/>
                  </a:cubicBezTo>
                  <a:cubicBezTo>
                    <a:pt x="1294502" y="1148120"/>
                    <a:pt x="1282759" y="1148120"/>
                    <a:pt x="1264346" y="1143000"/>
                  </a:cubicBezTo>
                  <a:cubicBezTo>
                    <a:pt x="1256431" y="1146069"/>
                    <a:pt x="1252517" y="1151291"/>
                    <a:pt x="1252603" y="1158658"/>
                  </a:cubicBezTo>
                  <a:cubicBezTo>
                    <a:pt x="1239161" y="1149513"/>
                    <a:pt x="1233939" y="1136463"/>
                    <a:pt x="1236945" y="1119514"/>
                  </a:cubicBezTo>
                  <a:cubicBezTo>
                    <a:pt x="1245181" y="1120680"/>
                    <a:pt x="1253010" y="1119380"/>
                    <a:pt x="1260432" y="1115599"/>
                  </a:cubicBezTo>
                  <a:cubicBezTo>
                    <a:pt x="1257824" y="1112992"/>
                    <a:pt x="1255210" y="1110378"/>
                    <a:pt x="1252603" y="1107771"/>
                  </a:cubicBezTo>
                  <a:cubicBezTo>
                    <a:pt x="1265356" y="1079540"/>
                    <a:pt x="1267963" y="1053447"/>
                    <a:pt x="1260432" y="1029483"/>
                  </a:cubicBezTo>
                  <a:cubicBezTo>
                    <a:pt x="1274531" y="1027001"/>
                    <a:pt x="1277138" y="1021779"/>
                    <a:pt x="1268260" y="1013825"/>
                  </a:cubicBezTo>
                  <a:cubicBezTo>
                    <a:pt x="1282517" y="997095"/>
                    <a:pt x="1300781" y="990574"/>
                    <a:pt x="1323062" y="994253"/>
                  </a:cubicBezTo>
                  <a:cubicBezTo>
                    <a:pt x="1327281" y="965616"/>
                    <a:pt x="1329896" y="938215"/>
                    <a:pt x="1330890" y="912051"/>
                  </a:cubicBezTo>
                  <a:cubicBezTo>
                    <a:pt x="1309933" y="910102"/>
                    <a:pt x="1291668" y="902273"/>
                    <a:pt x="1276089" y="888565"/>
                  </a:cubicBezTo>
                  <a:cubicBezTo>
                    <a:pt x="1289789" y="878239"/>
                    <a:pt x="1305447" y="874325"/>
                    <a:pt x="1323062" y="876822"/>
                  </a:cubicBezTo>
                  <a:cubicBezTo>
                    <a:pt x="1323062" y="863771"/>
                    <a:pt x="1323062" y="850729"/>
                    <a:pt x="1323062" y="837678"/>
                  </a:cubicBezTo>
                  <a:cubicBezTo>
                    <a:pt x="1310011" y="837678"/>
                    <a:pt x="1296968" y="837678"/>
                    <a:pt x="1283918" y="837678"/>
                  </a:cubicBezTo>
                  <a:cubicBezTo>
                    <a:pt x="1289891" y="868281"/>
                    <a:pt x="1279455" y="878717"/>
                    <a:pt x="1252603" y="868993"/>
                  </a:cubicBezTo>
                  <a:cubicBezTo>
                    <a:pt x="1224717" y="893662"/>
                    <a:pt x="1196009" y="917148"/>
                    <a:pt x="1166486" y="939452"/>
                  </a:cubicBezTo>
                  <a:cubicBezTo>
                    <a:pt x="1129535" y="951665"/>
                    <a:pt x="1093006" y="963408"/>
                    <a:pt x="1056884" y="974682"/>
                  </a:cubicBezTo>
                  <a:cubicBezTo>
                    <a:pt x="1065981" y="981156"/>
                    <a:pt x="1075117" y="987677"/>
                    <a:pt x="1084284" y="994253"/>
                  </a:cubicBezTo>
                  <a:cubicBezTo>
                    <a:pt x="1119099" y="980882"/>
                    <a:pt x="1154328" y="971753"/>
                    <a:pt x="1189973" y="966853"/>
                  </a:cubicBezTo>
                  <a:cubicBezTo>
                    <a:pt x="1179537" y="979903"/>
                    <a:pt x="1179537" y="992946"/>
                    <a:pt x="1189973" y="1005997"/>
                  </a:cubicBezTo>
                  <a:cubicBezTo>
                    <a:pt x="1182551" y="1009778"/>
                    <a:pt x="1174722" y="1011077"/>
                    <a:pt x="1166486" y="1009911"/>
                  </a:cubicBezTo>
                  <a:cubicBezTo>
                    <a:pt x="1166486" y="1020347"/>
                    <a:pt x="1166486" y="1030790"/>
                    <a:pt x="1166486" y="1041226"/>
                  </a:cubicBezTo>
                  <a:cubicBezTo>
                    <a:pt x="1187663" y="1040287"/>
                    <a:pt x="1192885" y="1048115"/>
                    <a:pt x="1182144" y="1064712"/>
                  </a:cubicBezTo>
                  <a:cubicBezTo>
                    <a:pt x="1196987" y="1072275"/>
                    <a:pt x="1212645" y="1074882"/>
                    <a:pt x="1229116" y="1072541"/>
                  </a:cubicBezTo>
                  <a:cubicBezTo>
                    <a:pt x="1227441" y="1085412"/>
                    <a:pt x="1230056" y="1097155"/>
                    <a:pt x="1236945" y="1107771"/>
                  </a:cubicBezTo>
                  <a:cubicBezTo>
                    <a:pt x="1219096" y="1109430"/>
                    <a:pt x="1203438" y="1115952"/>
                    <a:pt x="1189973" y="1127343"/>
                  </a:cubicBezTo>
                  <a:cubicBezTo>
                    <a:pt x="1180108" y="1112836"/>
                    <a:pt x="1180108" y="1098486"/>
                    <a:pt x="1189973" y="1084284"/>
                  </a:cubicBezTo>
                  <a:cubicBezTo>
                    <a:pt x="1175795" y="1091134"/>
                    <a:pt x="1160137" y="1093749"/>
                    <a:pt x="1143000" y="1092113"/>
                  </a:cubicBezTo>
                  <a:cubicBezTo>
                    <a:pt x="1152175" y="1088833"/>
                    <a:pt x="1160004" y="1083619"/>
                    <a:pt x="1166486" y="1076456"/>
                  </a:cubicBezTo>
                  <a:cubicBezTo>
                    <a:pt x="1157554" y="1070654"/>
                    <a:pt x="1157554" y="1064125"/>
                    <a:pt x="1166486" y="1056884"/>
                  </a:cubicBezTo>
                  <a:cubicBezTo>
                    <a:pt x="1156051" y="1049055"/>
                    <a:pt x="1145607" y="1041226"/>
                    <a:pt x="1135171" y="1033397"/>
                  </a:cubicBezTo>
                  <a:cubicBezTo>
                    <a:pt x="1139203" y="1019893"/>
                    <a:pt x="1144425" y="1006842"/>
                    <a:pt x="1150829" y="994253"/>
                  </a:cubicBezTo>
                  <a:cubicBezTo>
                    <a:pt x="1158274" y="1000720"/>
                    <a:pt x="1166103" y="1002020"/>
                    <a:pt x="1174315" y="998168"/>
                  </a:cubicBezTo>
                  <a:cubicBezTo>
                    <a:pt x="1149412" y="983747"/>
                    <a:pt x="1124618" y="985055"/>
                    <a:pt x="1099942" y="1002082"/>
                  </a:cubicBezTo>
                  <a:cubicBezTo>
                    <a:pt x="1102361" y="1043136"/>
                    <a:pt x="1085396" y="1071844"/>
                    <a:pt x="1049055" y="1088199"/>
                  </a:cubicBezTo>
                  <a:cubicBezTo>
                    <a:pt x="1003750" y="1095808"/>
                    <a:pt x="959392" y="1102338"/>
                    <a:pt x="915966" y="1107771"/>
                  </a:cubicBezTo>
                  <a:cubicBezTo>
                    <a:pt x="946075" y="1094704"/>
                    <a:pt x="977390" y="1085568"/>
                    <a:pt x="1009911" y="1080370"/>
                  </a:cubicBezTo>
                  <a:cubicBezTo>
                    <a:pt x="1000422" y="1061401"/>
                    <a:pt x="984765" y="1053572"/>
                    <a:pt x="962938" y="1056884"/>
                  </a:cubicBezTo>
                  <a:cubicBezTo>
                    <a:pt x="964653" y="1066082"/>
                    <a:pt x="962046" y="1073911"/>
                    <a:pt x="955110" y="1080370"/>
                  </a:cubicBezTo>
                  <a:cubicBezTo>
                    <a:pt x="937612" y="1090172"/>
                    <a:pt x="919340" y="1094086"/>
                    <a:pt x="900308" y="1092113"/>
                  </a:cubicBezTo>
                  <a:cubicBezTo>
                    <a:pt x="921446" y="1084684"/>
                    <a:pt x="927967" y="1070325"/>
                    <a:pt x="919880" y="1049055"/>
                  </a:cubicBezTo>
                  <a:cubicBezTo>
                    <a:pt x="906579" y="1041962"/>
                    <a:pt x="892221" y="1039355"/>
                    <a:pt x="876822" y="1041226"/>
                  </a:cubicBezTo>
                  <a:cubicBezTo>
                    <a:pt x="876822" y="1054277"/>
                    <a:pt x="876822" y="1067319"/>
                    <a:pt x="876822" y="1080370"/>
                  </a:cubicBezTo>
                  <a:cubicBezTo>
                    <a:pt x="853195" y="1078773"/>
                    <a:pt x="829708" y="1076166"/>
                    <a:pt x="806363" y="1072541"/>
                  </a:cubicBezTo>
                  <a:cubicBezTo>
                    <a:pt x="808500" y="1087815"/>
                    <a:pt x="803286" y="1099558"/>
                    <a:pt x="790705" y="1107771"/>
                  </a:cubicBezTo>
                  <a:cubicBezTo>
                    <a:pt x="806363" y="1110378"/>
                    <a:pt x="822021" y="1112992"/>
                    <a:pt x="837678" y="1115599"/>
                  </a:cubicBezTo>
                  <a:cubicBezTo>
                    <a:pt x="830397" y="1123358"/>
                    <a:pt x="821269" y="1127272"/>
                    <a:pt x="810277" y="1127343"/>
                  </a:cubicBezTo>
                  <a:cubicBezTo>
                    <a:pt x="792420" y="1115380"/>
                    <a:pt x="772848" y="1111466"/>
                    <a:pt x="751562" y="1115599"/>
                  </a:cubicBezTo>
                  <a:cubicBezTo>
                    <a:pt x="747984" y="1118840"/>
                    <a:pt x="745369" y="1122755"/>
                    <a:pt x="743733" y="1127343"/>
                  </a:cubicBezTo>
                  <a:cubicBezTo>
                    <a:pt x="759390" y="1132564"/>
                    <a:pt x="775048" y="1137778"/>
                    <a:pt x="790705" y="1143000"/>
                  </a:cubicBezTo>
                  <a:cubicBezTo>
                    <a:pt x="784646" y="1152481"/>
                    <a:pt x="778125" y="1152481"/>
                    <a:pt x="771134" y="1143000"/>
                  </a:cubicBezTo>
                  <a:cubicBezTo>
                    <a:pt x="767501" y="1147650"/>
                    <a:pt x="766194" y="1152872"/>
                    <a:pt x="767219" y="1158658"/>
                  </a:cubicBezTo>
                  <a:cubicBezTo>
                    <a:pt x="755343" y="1158572"/>
                    <a:pt x="746207" y="1153358"/>
                    <a:pt x="739819" y="1143000"/>
                  </a:cubicBezTo>
                  <a:cubicBezTo>
                    <a:pt x="715862" y="1151627"/>
                    <a:pt x="709341" y="1143799"/>
                    <a:pt x="720247" y="1119514"/>
                  </a:cubicBezTo>
                  <a:cubicBezTo>
                    <a:pt x="715025" y="1116907"/>
                    <a:pt x="709811" y="1114292"/>
                    <a:pt x="704589" y="1111685"/>
                  </a:cubicBezTo>
                  <a:cubicBezTo>
                    <a:pt x="687194" y="1121690"/>
                    <a:pt x="668921" y="1129519"/>
                    <a:pt x="649788" y="1135171"/>
                  </a:cubicBezTo>
                  <a:cubicBezTo>
                    <a:pt x="642131" y="1131437"/>
                    <a:pt x="635610" y="1126223"/>
                    <a:pt x="630216" y="1119514"/>
                  </a:cubicBezTo>
                  <a:cubicBezTo>
                    <a:pt x="617791" y="1129120"/>
                    <a:pt x="607348" y="1126513"/>
                    <a:pt x="598901" y="1111685"/>
                  </a:cubicBezTo>
                  <a:cubicBezTo>
                    <a:pt x="593280" y="1119130"/>
                    <a:pt x="586758" y="1120430"/>
                    <a:pt x="579329" y="1115599"/>
                  </a:cubicBezTo>
                  <a:cubicBezTo>
                    <a:pt x="586555" y="1099621"/>
                    <a:pt x="589162" y="1082656"/>
                    <a:pt x="587158" y="1064712"/>
                  </a:cubicBezTo>
                  <a:cubicBezTo>
                    <a:pt x="621299" y="1063327"/>
                    <a:pt x="652614" y="1052891"/>
                    <a:pt x="681103" y="1033397"/>
                  </a:cubicBezTo>
                  <a:cubicBezTo>
                    <a:pt x="666690" y="1027682"/>
                    <a:pt x="652332" y="1022461"/>
                    <a:pt x="638045" y="1017740"/>
                  </a:cubicBezTo>
                  <a:cubicBezTo>
                    <a:pt x="635625" y="1027651"/>
                    <a:pt x="631711" y="1036787"/>
                    <a:pt x="626301" y="1045140"/>
                  </a:cubicBezTo>
                  <a:cubicBezTo>
                    <a:pt x="606675" y="1045869"/>
                    <a:pt x="589710" y="1052390"/>
                    <a:pt x="575414" y="1064712"/>
                  </a:cubicBezTo>
                  <a:cubicBezTo>
                    <a:pt x="561996" y="1053556"/>
                    <a:pt x="551560" y="1056164"/>
                    <a:pt x="544099" y="1072541"/>
                  </a:cubicBezTo>
                  <a:cubicBezTo>
                    <a:pt x="534861" y="1063272"/>
                    <a:pt x="523118" y="1058050"/>
                    <a:pt x="508870" y="1056884"/>
                  </a:cubicBezTo>
                  <a:cubicBezTo>
                    <a:pt x="492907" y="1060876"/>
                    <a:pt x="478557" y="1060876"/>
                    <a:pt x="465812" y="1056884"/>
                  </a:cubicBezTo>
                  <a:cubicBezTo>
                    <a:pt x="459290" y="1064712"/>
                    <a:pt x="452761" y="1072541"/>
                    <a:pt x="446240" y="1080370"/>
                  </a:cubicBezTo>
                  <a:cubicBezTo>
                    <a:pt x="420154" y="1058841"/>
                    <a:pt x="391454" y="1049705"/>
                    <a:pt x="360123" y="1052969"/>
                  </a:cubicBezTo>
                  <a:cubicBezTo>
                    <a:pt x="362730" y="1050362"/>
                    <a:pt x="365345" y="1047747"/>
                    <a:pt x="367952" y="1045140"/>
                  </a:cubicBezTo>
                  <a:cubicBezTo>
                    <a:pt x="344497" y="1007734"/>
                    <a:pt x="314489" y="1001213"/>
                    <a:pt x="277921" y="1025569"/>
                  </a:cubicBezTo>
                  <a:cubicBezTo>
                    <a:pt x="271040" y="1003288"/>
                    <a:pt x="257989" y="998066"/>
                    <a:pt x="238777" y="1009911"/>
                  </a:cubicBezTo>
                  <a:cubicBezTo>
                    <a:pt x="230949" y="999475"/>
                    <a:pt x="223120" y="989032"/>
                    <a:pt x="215291" y="978596"/>
                  </a:cubicBezTo>
                  <a:cubicBezTo>
                    <a:pt x="196439" y="995224"/>
                    <a:pt x="176867" y="993917"/>
                    <a:pt x="156575" y="974682"/>
                  </a:cubicBezTo>
                  <a:cubicBezTo>
                    <a:pt x="163128" y="966767"/>
                    <a:pt x="165735" y="957631"/>
                    <a:pt x="164404" y="947281"/>
                  </a:cubicBezTo>
                  <a:cubicBezTo>
                    <a:pt x="143901" y="949379"/>
                    <a:pt x="124329" y="946772"/>
                    <a:pt x="105688" y="939452"/>
                  </a:cubicBezTo>
                  <a:cubicBezTo>
                    <a:pt x="103081" y="944674"/>
                    <a:pt x="100467" y="949888"/>
                    <a:pt x="97860" y="955110"/>
                  </a:cubicBezTo>
                  <a:cubicBezTo>
                    <a:pt x="79525" y="942466"/>
                    <a:pt x="59953" y="932023"/>
                    <a:pt x="39144" y="923795"/>
                  </a:cubicBezTo>
                  <a:cubicBezTo>
                    <a:pt x="34431" y="909405"/>
                    <a:pt x="31824" y="895055"/>
                    <a:pt x="31315" y="880736"/>
                  </a:cubicBezTo>
                  <a:cubicBezTo>
                    <a:pt x="52194" y="872908"/>
                    <a:pt x="52194" y="865079"/>
                    <a:pt x="31315" y="857250"/>
                  </a:cubicBezTo>
                  <a:cubicBezTo>
                    <a:pt x="48163" y="846188"/>
                    <a:pt x="66435" y="839667"/>
                    <a:pt x="86116" y="837678"/>
                  </a:cubicBezTo>
                  <a:cubicBezTo>
                    <a:pt x="86383" y="805345"/>
                    <a:pt x="91604" y="774030"/>
                    <a:pt x="101774" y="743733"/>
                  </a:cubicBezTo>
                  <a:cubicBezTo>
                    <a:pt x="78288" y="741126"/>
                    <a:pt x="65237" y="728075"/>
                    <a:pt x="62630" y="704589"/>
                  </a:cubicBezTo>
                  <a:cubicBezTo>
                    <a:pt x="46973" y="701982"/>
                    <a:pt x="31315" y="699367"/>
                    <a:pt x="15658" y="696760"/>
                  </a:cubicBezTo>
                  <a:cubicBezTo>
                    <a:pt x="14381" y="678308"/>
                    <a:pt x="15681" y="660043"/>
                    <a:pt x="19572" y="641959"/>
                  </a:cubicBezTo>
                  <a:cubicBezTo>
                    <a:pt x="22813" y="638381"/>
                    <a:pt x="26727" y="635766"/>
                    <a:pt x="31315" y="634130"/>
                  </a:cubicBezTo>
                  <a:cubicBezTo>
                    <a:pt x="35331" y="593233"/>
                    <a:pt x="44467" y="554089"/>
                    <a:pt x="58716" y="516699"/>
                  </a:cubicBezTo>
                  <a:cubicBezTo>
                    <a:pt x="85177" y="526375"/>
                    <a:pt x="99535" y="544647"/>
                    <a:pt x="101774" y="571500"/>
                  </a:cubicBezTo>
                  <a:cubicBezTo>
                    <a:pt x="120657" y="569496"/>
                    <a:pt x="133707" y="577325"/>
                    <a:pt x="140918" y="594986"/>
                  </a:cubicBezTo>
                  <a:cubicBezTo>
                    <a:pt x="160271" y="623264"/>
                    <a:pt x="170706" y="654579"/>
                    <a:pt x="172233" y="688932"/>
                  </a:cubicBezTo>
                  <a:cubicBezTo>
                    <a:pt x="180062" y="688932"/>
                    <a:pt x="187890" y="688932"/>
                    <a:pt x="195719" y="688932"/>
                  </a:cubicBezTo>
                  <a:cubicBezTo>
                    <a:pt x="195046" y="671888"/>
                    <a:pt x="189824" y="656231"/>
                    <a:pt x="180062" y="641959"/>
                  </a:cubicBezTo>
                  <a:cubicBezTo>
                    <a:pt x="181369" y="639352"/>
                    <a:pt x="182669" y="636737"/>
                    <a:pt x="183976" y="634130"/>
                  </a:cubicBezTo>
                  <a:cubicBezTo>
                    <a:pt x="190075" y="643744"/>
                    <a:pt x="197903" y="651573"/>
                    <a:pt x="207462" y="657616"/>
                  </a:cubicBezTo>
                  <a:cubicBezTo>
                    <a:pt x="208715" y="642828"/>
                    <a:pt x="215236" y="628478"/>
                    <a:pt x="227034" y="614558"/>
                  </a:cubicBezTo>
                  <a:cubicBezTo>
                    <a:pt x="210735" y="621855"/>
                    <a:pt x="192470" y="625769"/>
                    <a:pt x="172233" y="626301"/>
                  </a:cubicBezTo>
                  <a:cubicBezTo>
                    <a:pt x="172233" y="615866"/>
                    <a:pt x="172233" y="605422"/>
                    <a:pt x="172233" y="594986"/>
                  </a:cubicBezTo>
                  <a:cubicBezTo>
                    <a:pt x="181432" y="596701"/>
                    <a:pt x="189260" y="594094"/>
                    <a:pt x="195719" y="587158"/>
                  </a:cubicBezTo>
                  <a:cubicBezTo>
                    <a:pt x="185283" y="584551"/>
                    <a:pt x="174840" y="581936"/>
                    <a:pt x="164404" y="579329"/>
                  </a:cubicBezTo>
                  <a:cubicBezTo>
                    <a:pt x="171246" y="561737"/>
                    <a:pt x="173861" y="543473"/>
                    <a:pt x="172233" y="524527"/>
                  </a:cubicBezTo>
                  <a:cubicBezTo>
                    <a:pt x="164404" y="524527"/>
                    <a:pt x="156575" y="524527"/>
                    <a:pt x="148747" y="524527"/>
                  </a:cubicBezTo>
                  <a:cubicBezTo>
                    <a:pt x="146226" y="507132"/>
                    <a:pt x="151448" y="492774"/>
                    <a:pt x="164404" y="481469"/>
                  </a:cubicBezTo>
                  <a:cubicBezTo>
                    <a:pt x="147040" y="463205"/>
                    <a:pt x="127468" y="459290"/>
                    <a:pt x="105688" y="469726"/>
                  </a:cubicBezTo>
                  <a:cubicBezTo>
                    <a:pt x="92113" y="463862"/>
                    <a:pt x="77763" y="459948"/>
                    <a:pt x="62630" y="457983"/>
                  </a:cubicBezTo>
                  <a:cubicBezTo>
                    <a:pt x="58857" y="450092"/>
                    <a:pt x="57557" y="440955"/>
                    <a:pt x="58716" y="430582"/>
                  </a:cubicBezTo>
                  <a:cubicBezTo>
                    <a:pt x="51646" y="439984"/>
                    <a:pt x="42518" y="446514"/>
                    <a:pt x="31315" y="450154"/>
                  </a:cubicBezTo>
                  <a:cubicBezTo>
                    <a:pt x="52218" y="463651"/>
                    <a:pt x="49611" y="472787"/>
                    <a:pt x="23486" y="477555"/>
                  </a:cubicBezTo>
                  <a:cubicBezTo>
                    <a:pt x="15658" y="473640"/>
                    <a:pt x="7829" y="469726"/>
                    <a:pt x="0" y="465812"/>
                  </a:cubicBezTo>
                  <a:cubicBezTo>
                    <a:pt x="6208" y="439108"/>
                    <a:pt x="10123" y="411707"/>
                    <a:pt x="11743" y="383610"/>
                  </a:cubicBezTo>
                  <a:cubicBezTo>
                    <a:pt x="36576" y="355872"/>
                    <a:pt x="44405" y="324557"/>
                    <a:pt x="35229" y="289664"/>
                  </a:cubicBezTo>
                  <a:cubicBezTo>
                    <a:pt x="37836" y="292271"/>
                    <a:pt x="40451" y="294886"/>
                    <a:pt x="43058" y="297493"/>
                  </a:cubicBezTo>
                  <a:cubicBezTo>
                    <a:pt x="50151" y="280959"/>
                    <a:pt x="61894" y="274437"/>
                    <a:pt x="78288" y="277921"/>
                  </a:cubicBezTo>
                  <a:cubicBezTo>
                    <a:pt x="67852" y="288357"/>
                    <a:pt x="57408" y="298801"/>
                    <a:pt x="46973" y="309236"/>
                  </a:cubicBezTo>
                  <a:cubicBezTo>
                    <a:pt x="50887" y="310544"/>
                    <a:pt x="54801" y="311843"/>
                    <a:pt x="58716" y="313151"/>
                  </a:cubicBezTo>
                  <a:cubicBezTo>
                    <a:pt x="76346" y="299325"/>
                    <a:pt x="93311" y="291496"/>
                    <a:pt x="109603" y="289664"/>
                  </a:cubicBezTo>
                  <a:cubicBezTo>
                    <a:pt x="102839" y="276379"/>
                    <a:pt x="92403" y="267251"/>
                    <a:pt x="78288" y="262264"/>
                  </a:cubicBezTo>
                  <a:cubicBezTo>
                    <a:pt x="80895" y="259657"/>
                    <a:pt x="83510" y="257042"/>
                    <a:pt x="86116" y="254435"/>
                  </a:cubicBezTo>
                  <a:cubicBezTo>
                    <a:pt x="70459" y="251828"/>
                    <a:pt x="54801" y="249213"/>
                    <a:pt x="39144" y="246606"/>
                  </a:cubicBezTo>
                  <a:cubicBezTo>
                    <a:pt x="60023" y="241384"/>
                    <a:pt x="80895" y="241384"/>
                    <a:pt x="101774" y="246606"/>
                  </a:cubicBezTo>
                  <a:cubicBezTo>
                    <a:pt x="93757" y="257308"/>
                    <a:pt x="97672" y="263830"/>
                    <a:pt x="113517" y="266178"/>
                  </a:cubicBezTo>
                  <a:cubicBezTo>
                    <a:pt x="134866" y="246410"/>
                    <a:pt x="155738" y="246410"/>
                    <a:pt x="176147" y="266178"/>
                  </a:cubicBezTo>
                  <a:cubicBezTo>
                    <a:pt x="195891" y="244054"/>
                    <a:pt x="211549" y="246661"/>
                    <a:pt x="223120" y="274007"/>
                  </a:cubicBezTo>
                  <a:cubicBezTo>
                    <a:pt x="225531" y="267681"/>
                    <a:pt x="229445" y="262460"/>
                    <a:pt x="234863" y="258349"/>
                  </a:cubicBezTo>
                  <a:cubicBezTo>
                    <a:pt x="264612" y="260432"/>
                    <a:pt x="294620" y="260432"/>
                    <a:pt x="324894" y="258349"/>
                  </a:cubicBezTo>
                  <a:cubicBezTo>
                    <a:pt x="330116" y="268785"/>
                    <a:pt x="330116" y="279229"/>
                    <a:pt x="324894" y="289664"/>
                  </a:cubicBezTo>
                  <a:cubicBezTo>
                    <a:pt x="314458" y="294886"/>
                    <a:pt x="306629" y="302715"/>
                    <a:pt x="301408" y="313151"/>
                  </a:cubicBezTo>
                  <a:cubicBezTo>
                    <a:pt x="284270" y="292851"/>
                    <a:pt x="267305" y="292851"/>
                    <a:pt x="250521" y="313151"/>
                  </a:cubicBezTo>
                  <a:cubicBezTo>
                    <a:pt x="267204" y="332589"/>
                    <a:pt x="288083" y="341726"/>
                    <a:pt x="313151" y="340551"/>
                  </a:cubicBezTo>
                  <a:cubicBezTo>
                    <a:pt x="299286" y="336363"/>
                    <a:pt x="296679" y="329834"/>
                    <a:pt x="305322" y="320979"/>
                  </a:cubicBezTo>
                  <a:cubicBezTo>
                    <a:pt x="322616" y="325724"/>
                    <a:pt x="339581" y="330946"/>
                    <a:pt x="356209" y="336637"/>
                  </a:cubicBezTo>
                  <a:cubicBezTo>
                    <a:pt x="360718" y="316094"/>
                    <a:pt x="371162" y="310872"/>
                    <a:pt x="387524" y="320979"/>
                  </a:cubicBezTo>
                  <a:cubicBezTo>
                    <a:pt x="390131" y="313151"/>
                    <a:pt x="392746" y="305322"/>
                    <a:pt x="395353" y="297493"/>
                  </a:cubicBezTo>
                  <a:cubicBezTo>
                    <a:pt x="397960" y="300100"/>
                    <a:pt x="400575" y="302715"/>
                    <a:pt x="403182" y="305322"/>
                  </a:cubicBezTo>
                  <a:cubicBezTo>
                    <a:pt x="411504" y="297979"/>
                    <a:pt x="420640" y="290150"/>
                    <a:pt x="430582" y="281836"/>
                  </a:cubicBezTo>
                  <a:cubicBezTo>
                    <a:pt x="432532" y="290306"/>
                    <a:pt x="433831" y="300742"/>
                    <a:pt x="434497" y="313151"/>
                  </a:cubicBezTo>
                  <a:cubicBezTo>
                    <a:pt x="445112" y="320040"/>
                    <a:pt x="456856" y="322655"/>
                    <a:pt x="469726" y="320979"/>
                  </a:cubicBezTo>
                  <a:cubicBezTo>
                    <a:pt x="468583" y="340097"/>
                    <a:pt x="475104" y="345319"/>
                    <a:pt x="489298" y="336637"/>
                  </a:cubicBezTo>
                  <a:cubicBezTo>
                    <a:pt x="513685" y="353445"/>
                    <a:pt x="535863" y="373017"/>
                    <a:pt x="555842" y="395353"/>
                  </a:cubicBezTo>
                  <a:cubicBezTo>
                    <a:pt x="537766" y="401271"/>
                    <a:pt x="522108" y="397357"/>
                    <a:pt x="508870" y="383610"/>
                  </a:cubicBezTo>
                  <a:cubicBezTo>
                    <a:pt x="500149" y="393184"/>
                    <a:pt x="498841" y="403620"/>
                    <a:pt x="504955" y="414925"/>
                  </a:cubicBezTo>
                  <a:cubicBezTo>
                    <a:pt x="508197" y="411347"/>
                    <a:pt x="512111" y="408732"/>
                    <a:pt x="516699" y="407096"/>
                  </a:cubicBezTo>
                  <a:cubicBezTo>
                    <a:pt x="522562" y="418933"/>
                    <a:pt x="531699" y="426762"/>
                    <a:pt x="544099" y="430582"/>
                  </a:cubicBezTo>
                  <a:cubicBezTo>
                    <a:pt x="557643" y="421587"/>
                    <a:pt x="570686" y="421587"/>
                    <a:pt x="583243" y="430582"/>
                  </a:cubicBezTo>
                  <a:cubicBezTo>
                    <a:pt x="585850" y="425360"/>
                    <a:pt x="588465" y="420146"/>
                    <a:pt x="591072" y="414925"/>
                  </a:cubicBezTo>
                  <a:cubicBezTo>
                    <a:pt x="592356" y="441073"/>
                    <a:pt x="604099" y="460645"/>
                    <a:pt x="626301" y="473640"/>
                  </a:cubicBezTo>
                  <a:cubicBezTo>
                    <a:pt x="613251" y="478862"/>
                    <a:pt x="600208" y="478862"/>
                    <a:pt x="587158" y="473640"/>
                  </a:cubicBezTo>
                  <a:cubicBezTo>
                    <a:pt x="575955" y="461412"/>
                    <a:pt x="564211" y="449669"/>
                    <a:pt x="551928" y="438411"/>
                  </a:cubicBezTo>
                  <a:cubicBezTo>
                    <a:pt x="537288" y="451869"/>
                    <a:pt x="520323" y="459697"/>
                    <a:pt x="501041" y="461897"/>
                  </a:cubicBezTo>
                  <a:cubicBezTo>
                    <a:pt x="501041" y="472333"/>
                    <a:pt x="501041" y="482777"/>
                    <a:pt x="501041" y="493212"/>
                  </a:cubicBezTo>
                  <a:cubicBezTo>
                    <a:pt x="522868" y="490332"/>
                    <a:pt x="543739" y="486417"/>
                    <a:pt x="563671" y="481469"/>
                  </a:cubicBezTo>
                  <a:cubicBezTo>
                    <a:pt x="581889" y="506279"/>
                    <a:pt x="605375" y="523243"/>
                    <a:pt x="634130" y="532356"/>
                  </a:cubicBezTo>
                  <a:cubicBezTo>
                    <a:pt x="650751" y="549932"/>
                    <a:pt x="658579" y="570811"/>
                    <a:pt x="657616" y="594986"/>
                  </a:cubicBezTo>
                  <a:cubicBezTo>
                    <a:pt x="670667" y="594986"/>
                    <a:pt x="683710" y="594986"/>
                    <a:pt x="696760" y="594986"/>
                  </a:cubicBezTo>
                  <a:cubicBezTo>
                    <a:pt x="696760" y="605422"/>
                    <a:pt x="696760" y="615866"/>
                    <a:pt x="696760" y="626301"/>
                  </a:cubicBezTo>
                  <a:cubicBezTo>
                    <a:pt x="712418" y="626301"/>
                    <a:pt x="728075" y="626301"/>
                    <a:pt x="743733" y="626301"/>
                  </a:cubicBezTo>
                  <a:cubicBezTo>
                    <a:pt x="747342" y="604224"/>
                    <a:pt x="747342" y="583345"/>
                    <a:pt x="743733" y="563671"/>
                  </a:cubicBezTo>
                  <a:cubicBezTo>
                    <a:pt x="744171" y="553987"/>
                    <a:pt x="748086" y="546158"/>
                    <a:pt x="755476" y="540185"/>
                  </a:cubicBezTo>
                  <a:cubicBezTo>
                    <a:pt x="767415" y="543223"/>
                    <a:pt x="780465" y="543223"/>
                    <a:pt x="794620" y="540185"/>
                  </a:cubicBezTo>
                  <a:cubicBezTo>
                    <a:pt x="797102" y="554285"/>
                    <a:pt x="802323" y="556891"/>
                    <a:pt x="810277" y="548014"/>
                  </a:cubicBezTo>
                  <a:cubicBezTo>
                    <a:pt x="847190" y="575767"/>
                    <a:pt x="840669" y="591424"/>
                    <a:pt x="790705" y="594986"/>
                  </a:cubicBezTo>
                  <a:cubicBezTo>
                    <a:pt x="789375" y="605336"/>
                    <a:pt x="791982" y="614472"/>
                    <a:pt x="798534" y="622387"/>
                  </a:cubicBezTo>
                  <a:cubicBezTo>
                    <a:pt x="788412" y="626223"/>
                    <a:pt x="777968" y="627530"/>
                    <a:pt x="767219" y="626301"/>
                  </a:cubicBezTo>
                  <a:cubicBezTo>
                    <a:pt x="768386" y="634537"/>
                    <a:pt x="767086" y="642366"/>
                    <a:pt x="763305" y="649788"/>
                  </a:cubicBezTo>
                  <a:cubicBezTo>
                    <a:pt x="750004" y="642695"/>
                    <a:pt x="735646" y="640088"/>
                    <a:pt x="720247" y="641959"/>
                  </a:cubicBezTo>
                  <a:cubicBezTo>
                    <a:pt x="720247" y="652395"/>
                    <a:pt x="720247" y="662838"/>
                    <a:pt x="720247" y="673274"/>
                  </a:cubicBezTo>
                  <a:cubicBezTo>
                    <a:pt x="691899" y="680108"/>
                    <a:pt x="663191" y="685322"/>
                    <a:pt x="634130" y="688932"/>
                  </a:cubicBezTo>
                  <a:cubicBezTo>
                    <a:pt x="634130" y="699367"/>
                    <a:pt x="634130" y="709811"/>
                    <a:pt x="634130" y="720247"/>
                  </a:cubicBezTo>
                  <a:cubicBezTo>
                    <a:pt x="649788" y="720247"/>
                    <a:pt x="665445" y="720247"/>
                    <a:pt x="681103" y="720247"/>
                  </a:cubicBezTo>
                  <a:cubicBezTo>
                    <a:pt x="681103" y="728075"/>
                    <a:pt x="681103" y="735904"/>
                    <a:pt x="681103" y="743733"/>
                  </a:cubicBezTo>
                  <a:cubicBezTo>
                    <a:pt x="665445" y="743733"/>
                    <a:pt x="649788" y="743733"/>
                    <a:pt x="634130" y="743733"/>
                  </a:cubicBezTo>
                  <a:cubicBezTo>
                    <a:pt x="634130" y="759390"/>
                    <a:pt x="634130" y="775048"/>
                    <a:pt x="634130" y="790706"/>
                  </a:cubicBezTo>
                  <a:cubicBezTo>
                    <a:pt x="649788" y="790706"/>
                    <a:pt x="665445" y="790706"/>
                    <a:pt x="681103" y="790706"/>
                  </a:cubicBezTo>
                  <a:cubicBezTo>
                    <a:pt x="682269" y="798941"/>
                    <a:pt x="680970" y="806770"/>
                    <a:pt x="677188" y="814192"/>
                  </a:cubicBezTo>
                  <a:cubicBezTo>
                    <a:pt x="655902" y="806802"/>
                    <a:pt x="633723" y="804195"/>
                    <a:pt x="610644" y="806363"/>
                  </a:cubicBezTo>
                  <a:cubicBezTo>
                    <a:pt x="609665" y="832926"/>
                    <a:pt x="622716" y="843362"/>
                    <a:pt x="649788" y="837678"/>
                  </a:cubicBezTo>
                  <a:cubicBezTo>
                    <a:pt x="665336" y="835431"/>
                    <a:pt x="679694" y="830217"/>
                    <a:pt x="692846" y="822021"/>
                  </a:cubicBezTo>
                  <a:cubicBezTo>
                    <a:pt x="706257" y="827008"/>
                    <a:pt x="707556" y="834836"/>
                    <a:pt x="696760" y="845507"/>
                  </a:cubicBezTo>
                  <a:cubicBezTo>
                    <a:pt x="711604" y="853069"/>
                    <a:pt x="727261" y="855677"/>
                    <a:pt x="743733" y="853336"/>
                  </a:cubicBezTo>
                  <a:cubicBezTo>
                    <a:pt x="743733" y="842900"/>
                    <a:pt x="743733" y="832456"/>
                    <a:pt x="743733" y="822021"/>
                  </a:cubicBezTo>
                  <a:cubicBezTo>
                    <a:pt x="733383" y="820690"/>
                    <a:pt x="724247" y="823297"/>
                    <a:pt x="716332" y="829849"/>
                  </a:cubicBezTo>
                  <a:cubicBezTo>
                    <a:pt x="716481" y="817269"/>
                    <a:pt x="717781" y="804218"/>
                    <a:pt x="720247" y="790706"/>
                  </a:cubicBezTo>
                  <a:cubicBezTo>
                    <a:pt x="736115" y="791974"/>
                    <a:pt x="751773" y="790666"/>
                    <a:pt x="767219" y="786791"/>
                  </a:cubicBezTo>
                  <a:cubicBezTo>
                    <a:pt x="764612" y="784184"/>
                    <a:pt x="761997" y="781569"/>
                    <a:pt x="759390" y="778962"/>
                  </a:cubicBezTo>
                  <a:cubicBezTo>
                    <a:pt x="766562" y="776034"/>
                    <a:pt x="773091" y="772120"/>
                    <a:pt x="778962" y="767219"/>
                  </a:cubicBezTo>
                  <a:cubicBezTo>
                    <a:pt x="788099" y="781569"/>
                    <a:pt x="799842" y="793313"/>
                    <a:pt x="814192" y="802449"/>
                  </a:cubicBezTo>
                  <a:cubicBezTo>
                    <a:pt x="810614" y="805690"/>
                    <a:pt x="807999" y="809604"/>
                    <a:pt x="806363" y="814192"/>
                  </a:cubicBezTo>
                  <a:cubicBezTo>
                    <a:pt x="821159" y="821426"/>
                    <a:pt x="832903" y="831861"/>
                    <a:pt x="841592" y="845507"/>
                  </a:cubicBezTo>
                  <a:cubicBezTo>
                    <a:pt x="839487" y="817120"/>
                    <a:pt x="835572" y="788411"/>
                    <a:pt x="829849" y="759390"/>
                  </a:cubicBezTo>
                  <a:cubicBezTo>
                    <a:pt x="845507" y="759390"/>
                    <a:pt x="861164" y="759390"/>
                    <a:pt x="876822" y="759390"/>
                  </a:cubicBezTo>
                  <a:cubicBezTo>
                    <a:pt x="875107" y="750192"/>
                    <a:pt x="877714" y="742363"/>
                    <a:pt x="884651" y="735904"/>
                  </a:cubicBezTo>
                  <a:cubicBezTo>
                    <a:pt x="903589" y="746669"/>
                    <a:pt x="916639" y="741447"/>
                    <a:pt x="923795" y="720247"/>
                  </a:cubicBezTo>
                  <a:cubicBezTo>
                    <a:pt x="913359" y="712418"/>
                    <a:pt x="913359" y="704589"/>
                    <a:pt x="923795" y="696760"/>
                  </a:cubicBezTo>
                  <a:cubicBezTo>
                    <a:pt x="920060" y="689104"/>
                    <a:pt x="914846" y="682583"/>
                    <a:pt x="908137" y="677188"/>
                  </a:cubicBezTo>
                  <a:cubicBezTo>
                    <a:pt x="924476" y="677556"/>
                    <a:pt x="937526" y="685385"/>
                    <a:pt x="947281" y="700675"/>
                  </a:cubicBezTo>
                  <a:cubicBezTo>
                    <a:pt x="936047" y="734440"/>
                    <a:pt x="949097" y="748790"/>
                    <a:pt x="986425" y="743733"/>
                  </a:cubicBezTo>
                  <a:cubicBezTo>
                    <a:pt x="971260" y="713005"/>
                    <a:pt x="980389" y="692133"/>
                    <a:pt x="1013825" y="681103"/>
                  </a:cubicBezTo>
                  <a:cubicBezTo>
                    <a:pt x="1031189" y="688712"/>
                    <a:pt x="1049454" y="693934"/>
                    <a:pt x="1068627" y="696760"/>
                  </a:cubicBezTo>
                  <a:cubicBezTo>
                    <a:pt x="1126004" y="692439"/>
                    <a:pt x="1184720" y="688524"/>
                    <a:pt x="1244774" y="685017"/>
                  </a:cubicBezTo>
                  <a:cubicBezTo>
                    <a:pt x="1216066" y="682410"/>
                    <a:pt x="1187366" y="679795"/>
                    <a:pt x="1158658" y="677188"/>
                  </a:cubicBezTo>
                  <a:cubicBezTo>
                    <a:pt x="1169093" y="671967"/>
                    <a:pt x="1169093" y="666753"/>
                    <a:pt x="1158658" y="661531"/>
                  </a:cubicBezTo>
                  <a:cubicBezTo>
                    <a:pt x="1173689" y="652747"/>
                    <a:pt x="1189346" y="646218"/>
                    <a:pt x="1205630" y="641959"/>
                  </a:cubicBezTo>
                  <a:cubicBezTo>
                    <a:pt x="1205630" y="649788"/>
                    <a:pt x="1205630" y="657616"/>
                    <a:pt x="1205630" y="665445"/>
                  </a:cubicBezTo>
                  <a:cubicBezTo>
                    <a:pt x="1204292" y="676695"/>
                    <a:pt x="1227778" y="677995"/>
                    <a:pt x="1276089" y="669360"/>
                  </a:cubicBezTo>
                  <a:cubicBezTo>
                    <a:pt x="1268260" y="666753"/>
                    <a:pt x="1260432" y="664138"/>
                    <a:pt x="1252603" y="661531"/>
                  </a:cubicBezTo>
                  <a:cubicBezTo>
                    <a:pt x="1281217" y="654266"/>
                    <a:pt x="1286431" y="641215"/>
                    <a:pt x="1268260" y="622387"/>
                  </a:cubicBezTo>
                  <a:cubicBezTo>
                    <a:pt x="1286634" y="619772"/>
                    <a:pt x="1304907" y="621080"/>
                    <a:pt x="1323062" y="626301"/>
                  </a:cubicBezTo>
                  <a:cubicBezTo>
                    <a:pt x="1324393" y="636651"/>
                    <a:pt x="1321786" y="645787"/>
                    <a:pt x="1315233" y="653702"/>
                  </a:cubicBezTo>
                  <a:cubicBezTo>
                    <a:pt x="1356984" y="658924"/>
                    <a:pt x="1356984" y="664138"/>
                    <a:pt x="1315233" y="669360"/>
                  </a:cubicBezTo>
                  <a:cubicBezTo>
                    <a:pt x="1342086" y="672742"/>
                    <a:pt x="1368187" y="679271"/>
                    <a:pt x="1393521" y="688932"/>
                  </a:cubicBezTo>
                  <a:cubicBezTo>
                    <a:pt x="1401349" y="687624"/>
                    <a:pt x="1409178" y="686324"/>
                    <a:pt x="1417007" y="685017"/>
                  </a:cubicBezTo>
                  <a:cubicBezTo>
                    <a:pt x="1408074" y="679216"/>
                    <a:pt x="1408074" y="672687"/>
                    <a:pt x="1417007" y="665445"/>
                  </a:cubicBezTo>
                  <a:cubicBezTo>
                    <a:pt x="1410948" y="655965"/>
                    <a:pt x="1404426" y="655965"/>
                    <a:pt x="1397435" y="665445"/>
                  </a:cubicBezTo>
                  <a:cubicBezTo>
                    <a:pt x="1393654" y="658024"/>
                    <a:pt x="1392354" y="650195"/>
                    <a:pt x="1393521" y="641959"/>
                  </a:cubicBezTo>
                  <a:cubicBezTo>
                    <a:pt x="1436939" y="626630"/>
                    <a:pt x="1447383" y="638373"/>
                    <a:pt x="1424836" y="677188"/>
                  </a:cubicBezTo>
                  <a:cubicBezTo>
                    <a:pt x="1438935" y="679670"/>
                    <a:pt x="1441542" y="684892"/>
                    <a:pt x="1432664" y="692846"/>
                  </a:cubicBezTo>
                  <a:cubicBezTo>
                    <a:pt x="1450130" y="701825"/>
                    <a:pt x="1468403" y="709654"/>
                    <a:pt x="1487466" y="716332"/>
                  </a:cubicBezTo>
                  <a:cubicBezTo>
                    <a:pt x="1499436" y="710296"/>
                    <a:pt x="1519008" y="706382"/>
                    <a:pt x="1546182" y="704589"/>
                  </a:cubicBezTo>
                  <a:cubicBezTo>
                    <a:pt x="1571954" y="700878"/>
                    <a:pt x="1592833" y="708707"/>
                    <a:pt x="1608812" y="728075"/>
                  </a:cubicBezTo>
                  <a:cubicBezTo>
                    <a:pt x="1616726" y="721523"/>
                    <a:pt x="1625863" y="718916"/>
                    <a:pt x="1636212" y="720247"/>
                  </a:cubicBezTo>
                  <a:cubicBezTo>
                    <a:pt x="1635046" y="728482"/>
                    <a:pt x="1636345" y="736311"/>
                    <a:pt x="1640127" y="743733"/>
                  </a:cubicBezTo>
                  <a:cubicBezTo>
                    <a:pt x="1666971" y="746919"/>
                    <a:pt x="1696987" y="743005"/>
                    <a:pt x="1730158" y="731990"/>
                  </a:cubicBezTo>
                  <a:cubicBezTo>
                    <a:pt x="1720716" y="724020"/>
                    <a:pt x="1723323" y="720106"/>
                    <a:pt x="1737986" y="720247"/>
                  </a:cubicBezTo>
                  <a:cubicBezTo>
                    <a:pt x="1746966" y="722736"/>
                    <a:pt x="1753495" y="727950"/>
                    <a:pt x="1757558" y="735904"/>
                  </a:cubicBezTo>
                  <a:cubicBezTo>
                    <a:pt x="1777569" y="721507"/>
                    <a:pt x="1778876" y="703243"/>
                    <a:pt x="1761473" y="681103"/>
                  </a:cubicBezTo>
                  <a:cubicBezTo>
                    <a:pt x="1754615" y="675224"/>
                    <a:pt x="1746786" y="671309"/>
                    <a:pt x="1737986" y="669360"/>
                  </a:cubicBezTo>
                  <a:cubicBezTo>
                    <a:pt x="1754536" y="657476"/>
                    <a:pt x="1772801" y="654868"/>
                    <a:pt x="1792788" y="661531"/>
                  </a:cubicBezTo>
                  <a:cubicBezTo>
                    <a:pt x="1783151" y="670792"/>
                    <a:pt x="1783151" y="679921"/>
                    <a:pt x="1792788" y="688932"/>
                  </a:cubicBezTo>
                  <a:cubicBezTo>
                    <a:pt x="1803693" y="671912"/>
                    <a:pt x="1801086" y="657562"/>
                    <a:pt x="1784959" y="645873"/>
                  </a:cubicBezTo>
                  <a:cubicBezTo>
                    <a:pt x="1793187" y="635030"/>
                    <a:pt x="1803623" y="627202"/>
                    <a:pt x="1816274" y="622387"/>
                  </a:cubicBezTo>
                  <a:cubicBezTo>
                    <a:pt x="1797595" y="625135"/>
                    <a:pt x="1779330" y="623835"/>
                    <a:pt x="1761473" y="618473"/>
                  </a:cubicBezTo>
                  <a:cubicBezTo>
                    <a:pt x="1785953" y="614715"/>
                    <a:pt x="1808132" y="606886"/>
                    <a:pt x="1828017" y="594986"/>
                  </a:cubicBezTo>
                  <a:cubicBezTo>
                    <a:pt x="1831892" y="610433"/>
                    <a:pt x="1833200" y="626090"/>
                    <a:pt x="1831932" y="641959"/>
                  </a:cubicBezTo>
                  <a:cubicBezTo>
                    <a:pt x="1851417" y="643541"/>
                    <a:pt x="1869690" y="639626"/>
                    <a:pt x="1886733" y="630216"/>
                  </a:cubicBezTo>
                  <a:cubicBezTo>
                    <a:pt x="1865094" y="618128"/>
                    <a:pt x="1866402" y="608992"/>
                    <a:pt x="1890647" y="602815"/>
                  </a:cubicBezTo>
                  <a:cubicBezTo>
                    <a:pt x="1893254" y="594986"/>
                    <a:pt x="1895869" y="587158"/>
                    <a:pt x="1898476" y="579329"/>
                  </a:cubicBezTo>
                  <a:cubicBezTo>
                    <a:pt x="1900864" y="595433"/>
                    <a:pt x="1900864" y="611090"/>
                    <a:pt x="1898476" y="626301"/>
                  </a:cubicBezTo>
                  <a:cubicBezTo>
                    <a:pt x="1909781" y="613345"/>
                    <a:pt x="1924139" y="608123"/>
                    <a:pt x="1941534" y="610644"/>
                  </a:cubicBezTo>
                  <a:cubicBezTo>
                    <a:pt x="1941534" y="621080"/>
                    <a:pt x="1941534" y="631523"/>
                    <a:pt x="1941534" y="641959"/>
                  </a:cubicBezTo>
                  <a:cubicBezTo>
                    <a:pt x="1949363" y="641959"/>
                    <a:pt x="1957192" y="641959"/>
                    <a:pt x="1965021" y="641959"/>
                  </a:cubicBezTo>
                  <a:cubicBezTo>
                    <a:pt x="1965021" y="631523"/>
                    <a:pt x="1965021" y="621080"/>
                    <a:pt x="1965021" y="610644"/>
                  </a:cubicBezTo>
                  <a:cubicBezTo>
                    <a:pt x="1972849" y="610644"/>
                    <a:pt x="1980678" y="610644"/>
                    <a:pt x="1988507" y="610644"/>
                  </a:cubicBezTo>
                  <a:cubicBezTo>
                    <a:pt x="1983215" y="579219"/>
                    <a:pt x="1993650" y="555733"/>
                    <a:pt x="2019822" y="540185"/>
                  </a:cubicBezTo>
                  <a:cubicBezTo>
                    <a:pt x="2027095" y="530876"/>
                    <a:pt x="2029702" y="520441"/>
                    <a:pt x="2027651" y="508870"/>
                  </a:cubicBezTo>
                  <a:cubicBezTo>
                    <a:pt x="2064438" y="516573"/>
                    <a:pt x="2090539" y="503523"/>
                    <a:pt x="2105938" y="469726"/>
                  </a:cubicBezTo>
                  <a:cubicBezTo>
                    <a:pt x="2131523" y="461999"/>
                    <a:pt x="2157624" y="459392"/>
                    <a:pt x="2184226" y="461897"/>
                  </a:cubicBezTo>
                  <a:cubicBezTo>
                    <a:pt x="2184226" y="451461"/>
                    <a:pt x="2184226" y="441018"/>
                    <a:pt x="2184226" y="430582"/>
                  </a:cubicBezTo>
                  <a:cubicBezTo>
                    <a:pt x="2209443" y="421650"/>
                    <a:pt x="2232929" y="408599"/>
                    <a:pt x="2254685" y="391438"/>
                  </a:cubicBezTo>
                  <a:cubicBezTo>
                    <a:pt x="2229891" y="387516"/>
                    <a:pt x="2211619" y="374473"/>
                    <a:pt x="2199884" y="352295"/>
                  </a:cubicBezTo>
                  <a:cubicBezTo>
                    <a:pt x="2209192" y="345021"/>
                    <a:pt x="2219628" y="342414"/>
                    <a:pt x="2231199" y="344466"/>
                  </a:cubicBezTo>
                  <a:cubicBezTo>
                    <a:pt x="2230024" y="315805"/>
                    <a:pt x="2241768" y="307976"/>
                    <a:pt x="2266428" y="320979"/>
                  </a:cubicBezTo>
                  <a:cubicBezTo>
                    <a:pt x="2270295" y="308187"/>
                    <a:pt x="2271595" y="295137"/>
                    <a:pt x="2270343" y="281836"/>
                  </a:cubicBezTo>
                  <a:cubicBezTo>
                    <a:pt x="2286000" y="281836"/>
                    <a:pt x="2301658" y="281836"/>
                    <a:pt x="2317315" y="281836"/>
                  </a:cubicBezTo>
                  <a:cubicBezTo>
                    <a:pt x="2315969" y="266241"/>
                    <a:pt x="2321190" y="253198"/>
                    <a:pt x="2332973" y="242692"/>
                  </a:cubicBezTo>
                  <a:cubicBezTo>
                    <a:pt x="2321065" y="239717"/>
                    <a:pt x="2308022" y="238417"/>
                    <a:pt x="2293829" y="238777"/>
                  </a:cubicBezTo>
                  <a:cubicBezTo>
                    <a:pt x="2303309" y="230064"/>
                    <a:pt x="2303309" y="220928"/>
                    <a:pt x="2293829" y="211377"/>
                  </a:cubicBezTo>
                  <a:cubicBezTo>
                    <a:pt x="2301830" y="204691"/>
                    <a:pt x="2308351" y="196862"/>
                    <a:pt x="2313401" y="187890"/>
                  </a:cubicBezTo>
                  <a:cubicBezTo>
                    <a:pt x="2319037" y="200510"/>
                    <a:pt x="2317738" y="212254"/>
                    <a:pt x="2309486" y="223120"/>
                  </a:cubicBezTo>
                  <a:cubicBezTo>
                    <a:pt x="2327571" y="227011"/>
                    <a:pt x="2345835" y="228311"/>
                    <a:pt x="2364288" y="227034"/>
                  </a:cubicBezTo>
                  <a:cubicBezTo>
                    <a:pt x="2363145" y="207916"/>
                    <a:pt x="2369666" y="202695"/>
                    <a:pt x="2383860" y="211377"/>
                  </a:cubicBezTo>
                  <a:cubicBezTo>
                    <a:pt x="2408082" y="186732"/>
                    <a:pt x="2435482" y="169767"/>
                    <a:pt x="2466062" y="160490"/>
                  </a:cubicBezTo>
                  <a:cubicBezTo>
                    <a:pt x="2453481" y="168702"/>
                    <a:pt x="2448267" y="180445"/>
                    <a:pt x="2450404" y="195719"/>
                  </a:cubicBezTo>
                  <a:cubicBezTo>
                    <a:pt x="2436406" y="193488"/>
                    <a:pt x="2423356" y="196095"/>
                    <a:pt x="2411260" y="203548"/>
                  </a:cubicBezTo>
                  <a:cubicBezTo>
                    <a:pt x="2425227" y="212207"/>
                    <a:pt x="2439585" y="212207"/>
                    <a:pt x="2454319" y="203548"/>
                  </a:cubicBezTo>
                  <a:cubicBezTo>
                    <a:pt x="2473953" y="214218"/>
                    <a:pt x="2493525" y="216825"/>
                    <a:pt x="2513034" y="211377"/>
                  </a:cubicBezTo>
                  <a:cubicBezTo>
                    <a:pt x="2506575" y="204441"/>
                    <a:pt x="2498747" y="201833"/>
                    <a:pt x="2489548" y="203548"/>
                  </a:cubicBezTo>
                  <a:cubicBezTo>
                    <a:pt x="2489548" y="193112"/>
                    <a:pt x="2489548" y="182669"/>
                    <a:pt x="2489548" y="172233"/>
                  </a:cubicBezTo>
                  <a:cubicBezTo>
                    <a:pt x="2505206" y="172233"/>
                    <a:pt x="2520863" y="172233"/>
                    <a:pt x="2536521" y="172233"/>
                  </a:cubicBezTo>
                  <a:cubicBezTo>
                    <a:pt x="2527846" y="133363"/>
                    <a:pt x="2510889" y="130756"/>
                    <a:pt x="2485634" y="164404"/>
                  </a:cubicBezTo>
                  <a:cubicBezTo>
                    <a:pt x="2495678" y="142938"/>
                    <a:pt x="2498285" y="119451"/>
                    <a:pt x="2493462" y="93945"/>
                  </a:cubicBezTo>
                  <a:cubicBezTo>
                    <a:pt x="2470579" y="59154"/>
                    <a:pt x="2443178" y="57855"/>
                    <a:pt x="2411260" y="90031"/>
                  </a:cubicBezTo>
                  <a:cubicBezTo>
                    <a:pt x="2400825" y="95253"/>
                    <a:pt x="2390381" y="95253"/>
                    <a:pt x="2379945" y="90031"/>
                  </a:cubicBezTo>
                  <a:cubicBezTo>
                    <a:pt x="2394194" y="82366"/>
                    <a:pt x="2403330" y="70623"/>
                    <a:pt x="2407346" y="54801"/>
                  </a:cubicBezTo>
                  <a:cubicBezTo>
                    <a:pt x="2427231" y="65574"/>
                    <a:pt x="2442889" y="60360"/>
                    <a:pt x="2454319" y="39144"/>
                  </a:cubicBezTo>
                  <a:cubicBezTo>
                    <a:pt x="2456926" y="26093"/>
                    <a:pt x="2459540" y="13050"/>
                    <a:pt x="2462147" y="0"/>
                  </a:cubicBezTo>
                  <a:cubicBezTo>
                    <a:pt x="2471651" y="12127"/>
                    <a:pt x="2483395" y="21255"/>
                    <a:pt x="2497377" y="27401"/>
                  </a:cubicBezTo>
                  <a:cubicBezTo>
                    <a:pt x="2488342" y="34556"/>
                    <a:pt x="2489650" y="41078"/>
                    <a:pt x="2501291" y="46973"/>
                  </a:cubicBezTo>
                  <a:cubicBezTo>
                    <a:pt x="2503507" y="21592"/>
                    <a:pt x="2510036" y="18977"/>
                    <a:pt x="2520863" y="39144"/>
                  </a:cubicBezTo>
                  <a:cubicBezTo>
                    <a:pt x="2518256" y="44366"/>
                    <a:pt x="2515641" y="49580"/>
                    <a:pt x="2513034" y="54801"/>
                  </a:cubicBezTo>
                  <a:cubicBezTo>
                    <a:pt x="2522554" y="59467"/>
                    <a:pt x="2532990" y="60775"/>
                    <a:pt x="2544349" y="58716"/>
                  </a:cubicBezTo>
                  <a:cubicBezTo>
                    <a:pt x="2539128" y="74373"/>
                    <a:pt x="2533914" y="90031"/>
                    <a:pt x="2528692" y="105688"/>
                  </a:cubicBezTo>
                  <a:cubicBezTo>
                    <a:pt x="2533914" y="110910"/>
                    <a:pt x="2539128" y="110910"/>
                    <a:pt x="2544349" y="105688"/>
                  </a:cubicBezTo>
                  <a:cubicBezTo>
                    <a:pt x="2548820" y="96255"/>
                    <a:pt x="2554041" y="87118"/>
                    <a:pt x="2560007" y="78288"/>
                  </a:cubicBezTo>
                  <a:cubicBezTo>
                    <a:pt x="2562614" y="82202"/>
                    <a:pt x="2565229" y="86116"/>
                    <a:pt x="2567836" y="90031"/>
                  </a:cubicBezTo>
                  <a:cubicBezTo>
                    <a:pt x="2558841" y="103574"/>
                    <a:pt x="2558841" y="116617"/>
                    <a:pt x="2567836" y="129175"/>
                  </a:cubicBezTo>
                  <a:cubicBezTo>
                    <a:pt x="2556476" y="127116"/>
                    <a:pt x="2546040" y="128423"/>
                    <a:pt x="2536521" y="133089"/>
                  </a:cubicBezTo>
                  <a:cubicBezTo>
                    <a:pt x="2553462" y="140245"/>
                    <a:pt x="2569120" y="149381"/>
                    <a:pt x="2583493" y="160490"/>
                  </a:cubicBezTo>
                  <a:cubicBezTo>
                    <a:pt x="2553157" y="171035"/>
                    <a:pt x="2553157" y="180171"/>
                    <a:pt x="2583493" y="187890"/>
                  </a:cubicBezTo>
                  <a:cubicBezTo>
                    <a:pt x="2569918" y="201466"/>
                    <a:pt x="2554261" y="211909"/>
                    <a:pt x="2536521" y="219205"/>
                  </a:cubicBezTo>
                  <a:cubicBezTo>
                    <a:pt x="2542979" y="226142"/>
                    <a:pt x="2550808" y="228749"/>
                    <a:pt x="2560007" y="227034"/>
                  </a:cubicBezTo>
                  <a:cubicBezTo>
                    <a:pt x="2560007" y="250521"/>
                    <a:pt x="2560007" y="274007"/>
                    <a:pt x="2560007" y="297493"/>
                  </a:cubicBezTo>
                  <a:cubicBezTo>
                    <a:pt x="2569206" y="295779"/>
                    <a:pt x="2577034" y="298386"/>
                    <a:pt x="2583493" y="305322"/>
                  </a:cubicBezTo>
                  <a:cubicBezTo>
                    <a:pt x="2563827" y="336770"/>
                    <a:pt x="2565135" y="368085"/>
                    <a:pt x="2587408" y="399267"/>
                  </a:cubicBezTo>
                  <a:cubicBezTo>
                    <a:pt x="2593107" y="420640"/>
                    <a:pt x="2591807" y="441519"/>
                    <a:pt x="2583493" y="461897"/>
                  </a:cubicBezTo>
                  <a:cubicBezTo>
                    <a:pt x="2592215" y="488554"/>
                    <a:pt x="2597436" y="515955"/>
                    <a:pt x="2599151" y="544099"/>
                  </a:cubicBezTo>
                  <a:cubicBezTo>
                    <a:pt x="2600380" y="585905"/>
                    <a:pt x="2579500" y="605477"/>
                    <a:pt x="2536521" y="602815"/>
                  </a:cubicBezTo>
                  <a:cubicBezTo>
                    <a:pt x="2554261" y="609188"/>
                    <a:pt x="2572533" y="613102"/>
                    <a:pt x="2591322" y="614558"/>
                  </a:cubicBezTo>
                  <a:cubicBezTo>
                    <a:pt x="2585631" y="625511"/>
                    <a:pt x="2581716" y="637254"/>
                    <a:pt x="2579579" y="649788"/>
                  </a:cubicBezTo>
                  <a:cubicBezTo>
                    <a:pt x="2566278" y="642695"/>
                    <a:pt x="2551920" y="640088"/>
                    <a:pt x="2536521" y="641959"/>
                  </a:cubicBezTo>
                  <a:cubicBezTo>
                    <a:pt x="2537852" y="652309"/>
                    <a:pt x="2535245" y="661445"/>
                    <a:pt x="2528692" y="669360"/>
                  </a:cubicBezTo>
                  <a:cubicBezTo>
                    <a:pt x="2500602" y="678073"/>
                    <a:pt x="2474501" y="689816"/>
                    <a:pt x="2450404" y="704589"/>
                  </a:cubicBezTo>
                  <a:cubicBezTo>
                    <a:pt x="2450404" y="715025"/>
                    <a:pt x="2450404" y="725468"/>
                    <a:pt x="2450404" y="735904"/>
                  </a:cubicBezTo>
                  <a:cubicBezTo>
                    <a:pt x="2442575" y="735904"/>
                    <a:pt x="2434747" y="735904"/>
                    <a:pt x="2426918" y="735904"/>
                  </a:cubicBezTo>
                  <a:cubicBezTo>
                    <a:pt x="2430026" y="778641"/>
                    <a:pt x="2426112" y="820392"/>
                    <a:pt x="2415175" y="861164"/>
                  </a:cubicBezTo>
                  <a:cubicBezTo>
                    <a:pt x="2391242" y="853719"/>
                    <a:pt x="2366456" y="851112"/>
                    <a:pt x="2340801" y="853336"/>
                  </a:cubicBezTo>
                  <a:cubicBezTo>
                    <a:pt x="2340801" y="863771"/>
                    <a:pt x="2340801" y="874215"/>
                    <a:pt x="2340801" y="884651"/>
                  </a:cubicBezTo>
                  <a:cubicBezTo>
                    <a:pt x="2325144" y="882044"/>
                    <a:pt x="2309486" y="879429"/>
                    <a:pt x="2293829" y="876822"/>
                  </a:cubicBezTo>
                  <a:cubicBezTo>
                    <a:pt x="2291472" y="844575"/>
                    <a:pt x="2307130" y="828918"/>
                    <a:pt x="2340801" y="829849"/>
                  </a:cubicBezTo>
                  <a:cubicBezTo>
                    <a:pt x="2334280" y="827242"/>
                    <a:pt x="2327751" y="824628"/>
                    <a:pt x="2321230" y="822021"/>
                  </a:cubicBezTo>
                  <a:cubicBezTo>
                    <a:pt x="2300961" y="833654"/>
                    <a:pt x="2278774" y="838876"/>
                    <a:pt x="2254685" y="837678"/>
                  </a:cubicBezTo>
                  <a:cubicBezTo>
                    <a:pt x="2254685" y="850729"/>
                    <a:pt x="2254685" y="863771"/>
                    <a:pt x="2254685" y="876822"/>
                  </a:cubicBezTo>
                  <a:cubicBezTo>
                    <a:pt x="2246856" y="876822"/>
                    <a:pt x="2239027" y="876822"/>
                    <a:pt x="2231199" y="876822"/>
                  </a:cubicBezTo>
                  <a:cubicBezTo>
                    <a:pt x="2231199" y="868993"/>
                    <a:pt x="2231199" y="861164"/>
                    <a:pt x="2231199" y="853336"/>
                  </a:cubicBezTo>
                  <a:cubicBezTo>
                    <a:pt x="2194834" y="850259"/>
                    <a:pt x="2160912" y="839823"/>
                    <a:pt x="2129425" y="822021"/>
                  </a:cubicBezTo>
                  <a:cubicBezTo>
                    <a:pt x="2111004" y="830358"/>
                    <a:pt x="2092739" y="829051"/>
                    <a:pt x="2074623" y="818106"/>
                  </a:cubicBezTo>
                  <a:cubicBezTo>
                    <a:pt x="2063279" y="809361"/>
                    <a:pt x="2050229" y="804140"/>
                    <a:pt x="2035479" y="802449"/>
                  </a:cubicBezTo>
                  <a:cubicBezTo>
                    <a:pt x="2019626" y="776230"/>
                    <a:pt x="1996140" y="761872"/>
                    <a:pt x="1965021" y="759390"/>
                  </a:cubicBezTo>
                  <a:cubicBezTo>
                    <a:pt x="1962523" y="729641"/>
                    <a:pt x="1954694" y="728342"/>
                    <a:pt x="1941534" y="755476"/>
                  </a:cubicBezTo>
                  <a:cubicBezTo>
                    <a:pt x="1946005" y="764910"/>
                    <a:pt x="1951226" y="774046"/>
                    <a:pt x="1957192" y="782877"/>
                  </a:cubicBezTo>
                  <a:cubicBezTo>
                    <a:pt x="1966868" y="777037"/>
                    <a:pt x="1977312" y="774430"/>
                    <a:pt x="1988507" y="775048"/>
                  </a:cubicBezTo>
                  <a:cubicBezTo>
                    <a:pt x="1988507" y="785484"/>
                    <a:pt x="1988507" y="795927"/>
                    <a:pt x="1988507" y="806363"/>
                  </a:cubicBezTo>
                  <a:cubicBezTo>
                    <a:pt x="2046604" y="827704"/>
                    <a:pt x="2106620" y="843362"/>
                    <a:pt x="2168569" y="853336"/>
                  </a:cubicBezTo>
                  <a:cubicBezTo>
                    <a:pt x="2168569" y="861164"/>
                    <a:pt x="2168569" y="868993"/>
                    <a:pt x="2168569" y="876822"/>
                  </a:cubicBezTo>
                  <a:cubicBezTo>
                    <a:pt x="2179764" y="877440"/>
                    <a:pt x="2190207" y="874833"/>
                    <a:pt x="2199884" y="868993"/>
                  </a:cubicBezTo>
                  <a:cubicBezTo>
                    <a:pt x="2210319" y="879429"/>
                    <a:pt x="2210319" y="889872"/>
                    <a:pt x="2199884" y="900308"/>
                  </a:cubicBezTo>
                  <a:cubicBezTo>
                    <a:pt x="2191217" y="896222"/>
                    <a:pt x="2182081" y="893615"/>
                    <a:pt x="2172483" y="892479"/>
                  </a:cubicBezTo>
                  <a:cubicBezTo>
                    <a:pt x="2153772" y="916114"/>
                    <a:pt x="2131593" y="920029"/>
                    <a:pt x="2105938" y="904223"/>
                  </a:cubicBezTo>
                  <a:cubicBezTo>
                    <a:pt x="2114738" y="902273"/>
                    <a:pt x="2122567" y="898359"/>
                    <a:pt x="2129425" y="892479"/>
                  </a:cubicBezTo>
                  <a:cubicBezTo>
                    <a:pt x="2125510" y="889872"/>
                    <a:pt x="2121596" y="887258"/>
                    <a:pt x="2117682" y="884651"/>
                  </a:cubicBezTo>
                  <a:cubicBezTo>
                    <a:pt x="2074482" y="906008"/>
                    <a:pt x="2028817" y="917751"/>
                    <a:pt x="1980678" y="919880"/>
                  </a:cubicBezTo>
                  <a:cubicBezTo>
                    <a:pt x="1901983" y="948886"/>
                    <a:pt x="1823696" y="978894"/>
                    <a:pt x="1745815" y="1009911"/>
                  </a:cubicBezTo>
                  <a:cubicBezTo>
                    <a:pt x="1744343" y="1022461"/>
                    <a:pt x="1748258" y="1032904"/>
                    <a:pt x="1757558" y="1041226"/>
                  </a:cubicBezTo>
                  <a:cubicBezTo>
                    <a:pt x="1785679" y="1014530"/>
                    <a:pt x="1818302" y="1000180"/>
                    <a:pt x="1855418" y="998168"/>
                  </a:cubicBezTo>
                  <a:cubicBezTo>
                    <a:pt x="1846485" y="1003969"/>
                    <a:pt x="1846485" y="1010498"/>
                    <a:pt x="1855418" y="1017740"/>
                  </a:cubicBezTo>
                  <a:cubicBezTo>
                    <a:pt x="1867513" y="1025193"/>
                    <a:pt x="1880564" y="1027800"/>
                    <a:pt x="1894562" y="1025569"/>
                  </a:cubicBezTo>
                  <a:cubicBezTo>
                    <a:pt x="1895728" y="1033804"/>
                    <a:pt x="1894429" y="1041633"/>
                    <a:pt x="1890647" y="1049055"/>
                  </a:cubicBezTo>
                  <a:cubicBezTo>
                    <a:pt x="1883656" y="1039574"/>
                    <a:pt x="1877135" y="1039574"/>
                    <a:pt x="1871075" y="1049055"/>
                  </a:cubicBezTo>
                  <a:cubicBezTo>
                    <a:pt x="1878904" y="1051662"/>
                    <a:pt x="1886733" y="1054277"/>
                    <a:pt x="1894562" y="1056884"/>
                  </a:cubicBezTo>
                  <a:cubicBezTo>
                    <a:pt x="1914658" y="1046409"/>
                    <a:pt x="1935537" y="1042494"/>
                    <a:pt x="1957192" y="1045140"/>
                  </a:cubicBezTo>
                  <a:cubicBezTo>
                    <a:pt x="1945660" y="1050699"/>
                    <a:pt x="1940438" y="1059827"/>
                    <a:pt x="1941534" y="1072541"/>
                  </a:cubicBezTo>
                  <a:cubicBezTo>
                    <a:pt x="1963377" y="1074718"/>
                    <a:pt x="1982948" y="1069496"/>
                    <a:pt x="2000250" y="1056884"/>
                  </a:cubicBezTo>
                  <a:cubicBezTo>
                    <a:pt x="2014545" y="1060876"/>
                    <a:pt x="2015853" y="1067405"/>
                    <a:pt x="2004164" y="1076456"/>
                  </a:cubicBezTo>
                  <a:cubicBezTo>
                    <a:pt x="2019282" y="1083517"/>
                    <a:pt x="2032324" y="1092653"/>
                    <a:pt x="2043308" y="1103856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A4489213-5C8C-434F-A316-A765453A7BC0}"/>
                </a:ext>
              </a:extLst>
            </p:cNvPr>
            <p:cNvSpPr/>
            <p:nvPr/>
          </p:nvSpPr>
          <p:spPr>
            <a:xfrm>
              <a:off x="5854080" y="5421421"/>
              <a:ext cx="24423" cy="657616"/>
            </a:xfrm>
            <a:custGeom>
              <a:avLst/>
              <a:gdLst>
                <a:gd name="connsiteX0" fmla="*/ 16148 w 24423"/>
                <a:gd name="connsiteY0" fmla="*/ 328808 h 657616"/>
                <a:gd name="connsiteX1" fmla="*/ 23977 w 24423"/>
                <a:gd name="connsiteY1" fmla="*/ 626301 h 657616"/>
                <a:gd name="connsiteX2" fmla="*/ 20062 w 24423"/>
                <a:gd name="connsiteY2" fmla="*/ 657616 h 657616"/>
                <a:gd name="connsiteX3" fmla="*/ 8319 w 24423"/>
                <a:gd name="connsiteY3" fmla="*/ 626301 h 657616"/>
                <a:gd name="connsiteX4" fmla="*/ 490 w 24423"/>
                <a:gd name="connsiteY4" fmla="*/ 485384 h 657616"/>
                <a:gd name="connsiteX5" fmla="*/ 4405 w 24423"/>
                <a:gd name="connsiteY5" fmla="*/ 0 h 657616"/>
                <a:gd name="connsiteX6" fmla="*/ 16148 w 24423"/>
                <a:gd name="connsiteY6" fmla="*/ 328808 h 65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23" h="657616">
                  <a:moveTo>
                    <a:pt x="16148" y="328808"/>
                  </a:moveTo>
                  <a:cubicBezTo>
                    <a:pt x="16258" y="428054"/>
                    <a:pt x="18864" y="527220"/>
                    <a:pt x="23977" y="626301"/>
                  </a:cubicBezTo>
                  <a:cubicBezTo>
                    <a:pt x="25206" y="637050"/>
                    <a:pt x="23898" y="647494"/>
                    <a:pt x="20062" y="657616"/>
                  </a:cubicBezTo>
                  <a:cubicBezTo>
                    <a:pt x="18418" y="645419"/>
                    <a:pt x="14504" y="634984"/>
                    <a:pt x="8319" y="626301"/>
                  </a:cubicBezTo>
                  <a:cubicBezTo>
                    <a:pt x="3113" y="579509"/>
                    <a:pt x="506" y="532536"/>
                    <a:pt x="490" y="485384"/>
                  </a:cubicBezTo>
                  <a:cubicBezTo>
                    <a:pt x="-817" y="323571"/>
                    <a:pt x="490" y="161774"/>
                    <a:pt x="4405" y="0"/>
                  </a:cubicBezTo>
                  <a:cubicBezTo>
                    <a:pt x="5728" y="110957"/>
                    <a:pt x="9642" y="220560"/>
                    <a:pt x="16148" y="328808"/>
                  </a:cubicBezTo>
                  <a:close/>
                </a:path>
              </a:pathLst>
            </a:custGeom>
            <a:solidFill>
              <a:srgbClr val="5E5D5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4E51DA3C-1BDC-407A-AB39-0FE1B1B5E8DE}"/>
                </a:ext>
              </a:extLst>
            </p:cNvPr>
            <p:cNvSpPr/>
            <p:nvPr/>
          </p:nvSpPr>
          <p:spPr>
            <a:xfrm>
              <a:off x="3686002" y="4442825"/>
              <a:ext cx="2583493" cy="1683463"/>
            </a:xfrm>
            <a:custGeom>
              <a:avLst/>
              <a:gdLst>
                <a:gd name="connsiteX0" fmla="*/ 2552178 w 2583493"/>
                <a:gd name="connsiteY0" fmla="*/ 0 h 1683463"/>
                <a:gd name="connsiteX1" fmla="*/ 2583493 w 2583493"/>
                <a:gd name="connsiteY1" fmla="*/ 0 h 1683463"/>
                <a:gd name="connsiteX2" fmla="*/ 2195969 w 2583493"/>
                <a:gd name="connsiteY2" fmla="*/ 829849 h 1683463"/>
                <a:gd name="connsiteX3" fmla="*/ 2192055 w 2583493"/>
                <a:gd name="connsiteY3" fmla="*/ 868993 h 1683463"/>
                <a:gd name="connsiteX4" fmla="*/ 2184226 w 2583493"/>
                <a:gd name="connsiteY4" fmla="*/ 1307404 h 1683463"/>
                <a:gd name="connsiteX5" fmla="*/ 2172483 w 2583493"/>
                <a:gd name="connsiteY5" fmla="*/ 978596 h 1683463"/>
                <a:gd name="connsiteX6" fmla="*/ 2168569 w 2583493"/>
                <a:gd name="connsiteY6" fmla="*/ 1463980 h 1683463"/>
                <a:gd name="connsiteX7" fmla="*/ 2156825 w 2583493"/>
                <a:gd name="connsiteY7" fmla="*/ 884651 h 1683463"/>
                <a:gd name="connsiteX8" fmla="*/ 1589240 w 2583493"/>
                <a:gd name="connsiteY8" fmla="*/ 1491380 h 1683463"/>
                <a:gd name="connsiteX9" fmla="*/ 1056884 w 2583493"/>
                <a:gd name="connsiteY9" fmla="*/ 1679271 h 1683463"/>
                <a:gd name="connsiteX10" fmla="*/ 461897 w 2583493"/>
                <a:gd name="connsiteY10" fmla="*/ 1647956 h 1683463"/>
                <a:gd name="connsiteX11" fmla="*/ 0 w 2583493"/>
                <a:gd name="connsiteY11" fmla="*/ 1354377 h 1683463"/>
                <a:gd name="connsiteX12" fmla="*/ 31315 w 2583493"/>
                <a:gd name="connsiteY12" fmla="*/ 1338719 h 1683463"/>
                <a:gd name="connsiteX13" fmla="*/ 469726 w 2583493"/>
                <a:gd name="connsiteY13" fmla="*/ 1624469 h 1683463"/>
                <a:gd name="connsiteX14" fmla="*/ 962938 w 2583493"/>
                <a:gd name="connsiteY14" fmla="*/ 1655784 h 1683463"/>
                <a:gd name="connsiteX15" fmla="*/ 1550096 w 2583493"/>
                <a:gd name="connsiteY15" fmla="*/ 1491380 h 1683463"/>
                <a:gd name="connsiteX16" fmla="*/ 2133339 w 2583493"/>
                <a:gd name="connsiteY16" fmla="*/ 876822 h 1683463"/>
                <a:gd name="connsiteX17" fmla="*/ 2364288 w 2583493"/>
                <a:gd name="connsiteY17" fmla="*/ 524527 h 1683463"/>
                <a:gd name="connsiteX18" fmla="*/ 2552178 w 2583493"/>
                <a:gd name="connsiteY18" fmla="*/ 7829 h 1683463"/>
                <a:gd name="connsiteX19" fmla="*/ 2552178 w 2583493"/>
                <a:gd name="connsiteY19" fmla="*/ 0 h 168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83493" h="1683463">
                  <a:moveTo>
                    <a:pt x="2552178" y="0"/>
                  </a:moveTo>
                  <a:cubicBezTo>
                    <a:pt x="2562614" y="0"/>
                    <a:pt x="2573057" y="0"/>
                    <a:pt x="2583493" y="0"/>
                  </a:cubicBezTo>
                  <a:cubicBezTo>
                    <a:pt x="2516769" y="305901"/>
                    <a:pt x="2387594" y="582515"/>
                    <a:pt x="2195969" y="829849"/>
                  </a:cubicBezTo>
                  <a:cubicBezTo>
                    <a:pt x="2192102" y="842641"/>
                    <a:pt x="2190802" y="855692"/>
                    <a:pt x="2192055" y="868993"/>
                  </a:cubicBezTo>
                  <a:cubicBezTo>
                    <a:pt x="2184250" y="1013770"/>
                    <a:pt x="2181643" y="1159902"/>
                    <a:pt x="2184226" y="1307404"/>
                  </a:cubicBezTo>
                  <a:cubicBezTo>
                    <a:pt x="2177720" y="1199156"/>
                    <a:pt x="2173806" y="1089553"/>
                    <a:pt x="2172483" y="978596"/>
                  </a:cubicBezTo>
                  <a:cubicBezTo>
                    <a:pt x="2168569" y="1140370"/>
                    <a:pt x="2167261" y="1302167"/>
                    <a:pt x="2168569" y="1463980"/>
                  </a:cubicBezTo>
                  <a:cubicBezTo>
                    <a:pt x="2162055" y="1272198"/>
                    <a:pt x="2158141" y="1079094"/>
                    <a:pt x="2156825" y="884651"/>
                  </a:cubicBezTo>
                  <a:cubicBezTo>
                    <a:pt x="1986847" y="1104232"/>
                    <a:pt x="1797657" y="1306472"/>
                    <a:pt x="1589240" y="1491380"/>
                  </a:cubicBezTo>
                  <a:cubicBezTo>
                    <a:pt x="1431200" y="1606706"/>
                    <a:pt x="1253746" y="1669336"/>
                    <a:pt x="1056884" y="1679271"/>
                  </a:cubicBezTo>
                  <a:cubicBezTo>
                    <a:pt x="857289" y="1690200"/>
                    <a:pt x="658963" y="1679764"/>
                    <a:pt x="461897" y="1647956"/>
                  </a:cubicBezTo>
                  <a:cubicBezTo>
                    <a:pt x="279659" y="1593436"/>
                    <a:pt x="125691" y="1495577"/>
                    <a:pt x="0" y="1354377"/>
                  </a:cubicBezTo>
                  <a:cubicBezTo>
                    <a:pt x="12229" y="1352553"/>
                    <a:pt x="22664" y="1347331"/>
                    <a:pt x="31315" y="1338719"/>
                  </a:cubicBezTo>
                  <a:cubicBezTo>
                    <a:pt x="144104" y="1482698"/>
                    <a:pt x="290236" y="1577943"/>
                    <a:pt x="469726" y="1624469"/>
                  </a:cubicBezTo>
                  <a:cubicBezTo>
                    <a:pt x="632713" y="1656513"/>
                    <a:pt x="797117" y="1666948"/>
                    <a:pt x="962938" y="1655784"/>
                  </a:cubicBezTo>
                  <a:cubicBezTo>
                    <a:pt x="1177235" y="1663245"/>
                    <a:pt x="1372954" y="1608444"/>
                    <a:pt x="1550096" y="1491380"/>
                  </a:cubicBezTo>
                  <a:cubicBezTo>
                    <a:pt x="1763226" y="1303568"/>
                    <a:pt x="1957638" y="1098713"/>
                    <a:pt x="2133339" y="876822"/>
                  </a:cubicBezTo>
                  <a:cubicBezTo>
                    <a:pt x="2221303" y="766663"/>
                    <a:pt x="2298283" y="649232"/>
                    <a:pt x="2364288" y="524527"/>
                  </a:cubicBezTo>
                  <a:cubicBezTo>
                    <a:pt x="2450091" y="361102"/>
                    <a:pt x="2512721" y="188869"/>
                    <a:pt x="2552178" y="7829"/>
                  </a:cubicBezTo>
                  <a:cubicBezTo>
                    <a:pt x="2552178" y="5222"/>
                    <a:pt x="2552178" y="2607"/>
                    <a:pt x="2552178" y="0"/>
                  </a:cubicBezTo>
                  <a:close/>
                </a:path>
              </a:pathLst>
            </a:custGeom>
            <a:solidFill>
              <a:srgbClr val="70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808E0E44-560C-4191-BCFE-9005F7D7E02C}"/>
                </a:ext>
              </a:extLst>
            </p:cNvPr>
            <p:cNvSpPr/>
            <p:nvPr/>
          </p:nvSpPr>
          <p:spPr>
            <a:xfrm>
              <a:off x="3114502" y="5758058"/>
              <a:ext cx="111830" cy="634130"/>
            </a:xfrm>
            <a:custGeom>
              <a:avLst/>
              <a:gdLst>
                <a:gd name="connsiteX0" fmla="*/ 93945 w 111830"/>
                <a:gd name="connsiteY0" fmla="*/ 0 h 634130"/>
                <a:gd name="connsiteX1" fmla="*/ 109603 w 111830"/>
                <a:gd name="connsiteY1" fmla="*/ 0 h 634130"/>
                <a:gd name="connsiteX2" fmla="*/ 31315 w 111830"/>
                <a:gd name="connsiteY2" fmla="*/ 602815 h 634130"/>
                <a:gd name="connsiteX3" fmla="*/ 7829 w 111830"/>
                <a:gd name="connsiteY3" fmla="*/ 634130 h 634130"/>
                <a:gd name="connsiteX4" fmla="*/ 0 w 111830"/>
                <a:gd name="connsiteY4" fmla="*/ 618473 h 634130"/>
                <a:gd name="connsiteX5" fmla="*/ 86116 w 111830"/>
                <a:gd name="connsiteY5" fmla="*/ 86116 h 634130"/>
                <a:gd name="connsiteX6" fmla="*/ 93945 w 111830"/>
                <a:gd name="connsiteY6" fmla="*/ 0 h 63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830" h="634130">
                  <a:moveTo>
                    <a:pt x="93945" y="0"/>
                  </a:moveTo>
                  <a:cubicBezTo>
                    <a:pt x="99167" y="0"/>
                    <a:pt x="104381" y="0"/>
                    <a:pt x="109603" y="0"/>
                  </a:cubicBezTo>
                  <a:cubicBezTo>
                    <a:pt x="120015" y="206264"/>
                    <a:pt x="93922" y="407205"/>
                    <a:pt x="31315" y="602815"/>
                  </a:cubicBezTo>
                  <a:cubicBezTo>
                    <a:pt x="26297" y="614887"/>
                    <a:pt x="18468" y="625330"/>
                    <a:pt x="7829" y="634130"/>
                  </a:cubicBezTo>
                  <a:cubicBezTo>
                    <a:pt x="5222" y="628908"/>
                    <a:pt x="2607" y="623694"/>
                    <a:pt x="0" y="618473"/>
                  </a:cubicBezTo>
                  <a:cubicBezTo>
                    <a:pt x="62560" y="446663"/>
                    <a:pt x="91268" y="269208"/>
                    <a:pt x="86116" y="86116"/>
                  </a:cubicBezTo>
                  <a:cubicBezTo>
                    <a:pt x="93804" y="59013"/>
                    <a:pt x="96411" y="30305"/>
                    <a:pt x="93945" y="0"/>
                  </a:cubicBezTo>
                  <a:close/>
                </a:path>
              </a:pathLst>
            </a:custGeom>
            <a:solidFill>
              <a:srgbClr val="6B6B6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C2990EC9-0667-431C-9B9C-974DC9B82EA6}"/>
                </a:ext>
              </a:extLst>
            </p:cNvPr>
            <p:cNvSpPr/>
            <p:nvPr/>
          </p:nvSpPr>
          <p:spPr>
            <a:xfrm>
              <a:off x="3145817" y="5327476"/>
              <a:ext cx="2787041" cy="1307404"/>
            </a:xfrm>
            <a:custGeom>
              <a:avLst/>
              <a:gdLst>
                <a:gd name="connsiteX0" fmla="*/ 2708753 w 2787041"/>
                <a:gd name="connsiteY0" fmla="*/ 579329 h 1307404"/>
                <a:gd name="connsiteX1" fmla="*/ 2716582 w 2787041"/>
                <a:gd name="connsiteY1" fmla="*/ 720247 h 1307404"/>
                <a:gd name="connsiteX2" fmla="*/ 2787041 w 2787041"/>
                <a:gd name="connsiteY2" fmla="*/ 1056884 h 1307404"/>
                <a:gd name="connsiteX3" fmla="*/ 2775298 w 2787041"/>
                <a:gd name="connsiteY3" fmla="*/ 1064712 h 1307404"/>
                <a:gd name="connsiteX4" fmla="*/ 2732240 w 2787041"/>
                <a:gd name="connsiteY4" fmla="*/ 1052969 h 1307404"/>
                <a:gd name="connsiteX5" fmla="*/ 2732240 w 2787041"/>
                <a:gd name="connsiteY5" fmla="*/ 1072541 h 1307404"/>
                <a:gd name="connsiteX6" fmla="*/ 2755726 w 2787041"/>
                <a:gd name="connsiteY6" fmla="*/ 1072541 h 1307404"/>
                <a:gd name="connsiteX7" fmla="*/ 2595236 w 2787041"/>
                <a:gd name="connsiteY7" fmla="*/ 1150829 h 1307404"/>
                <a:gd name="connsiteX8" fmla="*/ 2536521 w 2787041"/>
                <a:gd name="connsiteY8" fmla="*/ 1139086 h 1307404"/>
                <a:gd name="connsiteX9" fmla="*/ 2544349 w 2787041"/>
                <a:gd name="connsiteY9" fmla="*/ 1166486 h 1307404"/>
                <a:gd name="connsiteX10" fmla="*/ 2513034 w 2787041"/>
                <a:gd name="connsiteY10" fmla="*/ 1166486 h 1307404"/>
                <a:gd name="connsiteX11" fmla="*/ 2505206 w 2787041"/>
                <a:gd name="connsiteY11" fmla="*/ 1189973 h 1307404"/>
                <a:gd name="connsiteX12" fmla="*/ 2497377 w 2787041"/>
                <a:gd name="connsiteY12" fmla="*/ 1170401 h 1307404"/>
                <a:gd name="connsiteX13" fmla="*/ 2481719 w 2787041"/>
                <a:gd name="connsiteY13" fmla="*/ 1135171 h 1307404"/>
                <a:gd name="connsiteX14" fmla="*/ 2481719 w 2787041"/>
                <a:gd name="connsiteY14" fmla="*/ 1166486 h 1307404"/>
                <a:gd name="connsiteX15" fmla="*/ 2395603 w 2787041"/>
                <a:gd name="connsiteY15" fmla="*/ 1186058 h 1307404"/>
                <a:gd name="connsiteX16" fmla="*/ 2372116 w 2787041"/>
                <a:gd name="connsiteY16" fmla="*/ 1209545 h 1307404"/>
                <a:gd name="connsiteX17" fmla="*/ 2403432 w 2787041"/>
                <a:gd name="connsiteY17" fmla="*/ 1225202 h 1307404"/>
                <a:gd name="connsiteX18" fmla="*/ 2137253 w 2787041"/>
                <a:gd name="connsiteY18" fmla="*/ 1307404 h 1307404"/>
                <a:gd name="connsiteX19" fmla="*/ 2098110 w 2787041"/>
                <a:gd name="connsiteY19" fmla="*/ 1280003 h 1307404"/>
                <a:gd name="connsiteX20" fmla="*/ 2094195 w 2787041"/>
                <a:gd name="connsiteY20" fmla="*/ 1260432 h 1307404"/>
                <a:gd name="connsiteX21" fmla="*/ 2035479 w 2787041"/>
                <a:gd name="connsiteY21" fmla="*/ 1276089 h 1307404"/>
                <a:gd name="connsiteX22" fmla="*/ 2051137 w 2787041"/>
                <a:gd name="connsiteY22" fmla="*/ 1248688 h 1307404"/>
                <a:gd name="connsiteX23" fmla="*/ 1988507 w 2787041"/>
                <a:gd name="connsiteY23" fmla="*/ 1260432 h 1307404"/>
                <a:gd name="connsiteX24" fmla="*/ 1965021 w 2787041"/>
                <a:gd name="connsiteY24" fmla="*/ 1252603 h 1307404"/>
                <a:gd name="connsiteX25" fmla="*/ 1984592 w 2787041"/>
                <a:gd name="connsiteY25" fmla="*/ 1252603 h 1307404"/>
                <a:gd name="connsiteX26" fmla="*/ 1988507 w 2787041"/>
                <a:gd name="connsiteY26" fmla="*/ 1229117 h 1307404"/>
                <a:gd name="connsiteX27" fmla="*/ 1949363 w 2787041"/>
                <a:gd name="connsiteY27" fmla="*/ 1221288 h 1307404"/>
                <a:gd name="connsiteX28" fmla="*/ 1949363 w 2787041"/>
                <a:gd name="connsiteY28" fmla="*/ 1201716 h 1307404"/>
                <a:gd name="connsiteX29" fmla="*/ 1851503 w 2787041"/>
                <a:gd name="connsiteY29" fmla="*/ 1244774 h 1307404"/>
                <a:gd name="connsiteX30" fmla="*/ 1839760 w 2787041"/>
                <a:gd name="connsiteY30" fmla="*/ 1213459 h 1307404"/>
                <a:gd name="connsiteX31" fmla="*/ 2074623 w 2787041"/>
                <a:gd name="connsiteY31" fmla="*/ 1123428 h 1307404"/>
                <a:gd name="connsiteX32" fmla="*/ 2211627 w 2787041"/>
                <a:gd name="connsiteY32" fmla="*/ 1088199 h 1307404"/>
                <a:gd name="connsiteX33" fmla="*/ 2223370 w 2787041"/>
                <a:gd name="connsiteY33" fmla="*/ 1096027 h 1307404"/>
                <a:gd name="connsiteX34" fmla="*/ 2199884 w 2787041"/>
                <a:gd name="connsiteY34" fmla="*/ 1107771 h 1307404"/>
                <a:gd name="connsiteX35" fmla="*/ 2266428 w 2787041"/>
                <a:gd name="connsiteY35" fmla="*/ 1096027 h 1307404"/>
                <a:gd name="connsiteX36" fmla="*/ 2293829 w 2787041"/>
                <a:gd name="connsiteY36" fmla="*/ 1103856 h 1307404"/>
                <a:gd name="connsiteX37" fmla="*/ 2293829 w 2787041"/>
                <a:gd name="connsiteY37" fmla="*/ 1072541 h 1307404"/>
                <a:gd name="connsiteX38" fmla="*/ 2262514 w 2787041"/>
                <a:gd name="connsiteY38" fmla="*/ 1080370 h 1307404"/>
                <a:gd name="connsiteX39" fmla="*/ 2262514 w 2787041"/>
                <a:gd name="connsiteY39" fmla="*/ 1056884 h 1307404"/>
                <a:gd name="connsiteX40" fmla="*/ 2082452 w 2787041"/>
                <a:gd name="connsiteY40" fmla="*/ 1009911 h 1307404"/>
                <a:gd name="connsiteX41" fmla="*/ 2082452 w 2787041"/>
                <a:gd name="connsiteY41" fmla="*/ 978596 h 1307404"/>
                <a:gd name="connsiteX42" fmla="*/ 2051137 w 2787041"/>
                <a:gd name="connsiteY42" fmla="*/ 986425 h 1307404"/>
                <a:gd name="connsiteX43" fmla="*/ 2035479 w 2787041"/>
                <a:gd name="connsiteY43" fmla="*/ 959024 h 1307404"/>
                <a:gd name="connsiteX44" fmla="*/ 2058966 w 2787041"/>
                <a:gd name="connsiteY44" fmla="*/ 962938 h 1307404"/>
                <a:gd name="connsiteX45" fmla="*/ 2129425 w 2787041"/>
                <a:gd name="connsiteY45" fmla="*/ 1005997 h 1307404"/>
                <a:gd name="connsiteX46" fmla="*/ 2168569 w 2787041"/>
                <a:gd name="connsiteY46" fmla="*/ 1021654 h 1307404"/>
                <a:gd name="connsiteX47" fmla="*/ 2223370 w 2787041"/>
                <a:gd name="connsiteY47" fmla="*/ 1025569 h 1307404"/>
                <a:gd name="connsiteX48" fmla="*/ 2325144 w 2787041"/>
                <a:gd name="connsiteY48" fmla="*/ 1056884 h 1307404"/>
                <a:gd name="connsiteX49" fmla="*/ 2325144 w 2787041"/>
                <a:gd name="connsiteY49" fmla="*/ 1080370 h 1307404"/>
                <a:gd name="connsiteX50" fmla="*/ 2348630 w 2787041"/>
                <a:gd name="connsiteY50" fmla="*/ 1080370 h 1307404"/>
                <a:gd name="connsiteX51" fmla="*/ 2348630 w 2787041"/>
                <a:gd name="connsiteY51" fmla="*/ 1041226 h 1307404"/>
                <a:gd name="connsiteX52" fmla="*/ 2415175 w 2787041"/>
                <a:gd name="connsiteY52" fmla="*/ 1025569 h 1307404"/>
                <a:gd name="connsiteX53" fmla="*/ 2434747 w 2787041"/>
                <a:gd name="connsiteY53" fmla="*/ 1033397 h 1307404"/>
                <a:gd name="connsiteX54" fmla="*/ 2387774 w 2787041"/>
                <a:gd name="connsiteY54" fmla="*/ 1080370 h 1307404"/>
                <a:gd name="connsiteX55" fmla="*/ 2434747 w 2787041"/>
                <a:gd name="connsiteY55" fmla="*/ 1088199 h 1307404"/>
                <a:gd name="connsiteX56" fmla="*/ 2434747 w 2787041"/>
                <a:gd name="connsiteY56" fmla="*/ 1056884 h 1307404"/>
                <a:gd name="connsiteX57" fmla="*/ 2509120 w 2787041"/>
                <a:gd name="connsiteY57" fmla="*/ 1064712 h 1307404"/>
                <a:gd name="connsiteX58" fmla="*/ 2520863 w 2787041"/>
                <a:gd name="connsiteY58" fmla="*/ 939452 h 1307404"/>
                <a:gd name="connsiteX59" fmla="*/ 2544349 w 2787041"/>
                <a:gd name="connsiteY59" fmla="*/ 939452 h 1307404"/>
                <a:gd name="connsiteX60" fmla="*/ 2544349 w 2787041"/>
                <a:gd name="connsiteY60" fmla="*/ 908137 h 1307404"/>
                <a:gd name="connsiteX61" fmla="*/ 2622637 w 2787041"/>
                <a:gd name="connsiteY61" fmla="*/ 872908 h 1307404"/>
                <a:gd name="connsiteX62" fmla="*/ 2630466 w 2787041"/>
                <a:gd name="connsiteY62" fmla="*/ 845507 h 1307404"/>
                <a:gd name="connsiteX63" fmla="*/ 2673524 w 2787041"/>
                <a:gd name="connsiteY63" fmla="*/ 853336 h 1307404"/>
                <a:gd name="connsiteX64" fmla="*/ 2685267 w 2787041"/>
                <a:gd name="connsiteY64" fmla="*/ 818106 h 1307404"/>
                <a:gd name="connsiteX65" fmla="*/ 2630466 w 2787041"/>
                <a:gd name="connsiteY65" fmla="*/ 806363 h 1307404"/>
                <a:gd name="connsiteX66" fmla="*/ 2693096 w 2787041"/>
                <a:gd name="connsiteY66" fmla="*/ 747647 h 1307404"/>
                <a:gd name="connsiteX67" fmla="*/ 2677438 w 2787041"/>
                <a:gd name="connsiteY67" fmla="*/ 665445 h 1307404"/>
                <a:gd name="connsiteX68" fmla="*/ 2681353 w 2787041"/>
                <a:gd name="connsiteY68" fmla="*/ 602815 h 1307404"/>
                <a:gd name="connsiteX69" fmla="*/ 2677438 w 2787041"/>
                <a:gd name="connsiteY69" fmla="*/ 508870 h 1307404"/>
                <a:gd name="connsiteX70" fmla="*/ 2653952 w 2787041"/>
                <a:gd name="connsiteY70" fmla="*/ 501041 h 1307404"/>
                <a:gd name="connsiteX71" fmla="*/ 2653952 w 2787041"/>
                <a:gd name="connsiteY71" fmla="*/ 430582 h 1307404"/>
                <a:gd name="connsiteX72" fmla="*/ 2630466 w 2787041"/>
                <a:gd name="connsiteY72" fmla="*/ 422753 h 1307404"/>
                <a:gd name="connsiteX73" fmla="*/ 2677438 w 2787041"/>
                <a:gd name="connsiteY73" fmla="*/ 391438 h 1307404"/>
                <a:gd name="connsiteX74" fmla="*/ 2677438 w 2787041"/>
                <a:gd name="connsiteY74" fmla="*/ 364038 h 1307404"/>
                <a:gd name="connsiteX75" fmla="*/ 2630466 w 2787041"/>
                <a:gd name="connsiteY75" fmla="*/ 336637 h 1307404"/>
                <a:gd name="connsiteX76" fmla="*/ 2661781 w 2787041"/>
                <a:gd name="connsiteY76" fmla="*/ 332723 h 1307404"/>
                <a:gd name="connsiteX77" fmla="*/ 2661781 w 2787041"/>
                <a:gd name="connsiteY77" fmla="*/ 293579 h 1307404"/>
                <a:gd name="connsiteX78" fmla="*/ 2653952 w 2787041"/>
                <a:gd name="connsiteY78" fmla="*/ 281836 h 1307404"/>
                <a:gd name="connsiteX79" fmla="*/ 2638295 w 2787041"/>
                <a:gd name="connsiteY79" fmla="*/ 309236 h 1307404"/>
                <a:gd name="connsiteX80" fmla="*/ 2622637 w 2787041"/>
                <a:gd name="connsiteY80" fmla="*/ 309236 h 1307404"/>
                <a:gd name="connsiteX81" fmla="*/ 2638295 w 2787041"/>
                <a:gd name="connsiteY81" fmla="*/ 262264 h 1307404"/>
                <a:gd name="connsiteX82" fmla="*/ 2606980 w 2787041"/>
                <a:gd name="connsiteY82" fmla="*/ 258349 h 1307404"/>
                <a:gd name="connsiteX83" fmla="*/ 2614808 w 2787041"/>
                <a:gd name="connsiteY83" fmla="*/ 242692 h 1307404"/>
                <a:gd name="connsiteX84" fmla="*/ 2595236 w 2787041"/>
                <a:gd name="connsiteY84" fmla="*/ 250521 h 1307404"/>
                <a:gd name="connsiteX85" fmla="*/ 2591322 w 2787041"/>
                <a:gd name="connsiteY85" fmla="*/ 230949 h 1307404"/>
                <a:gd name="connsiteX86" fmla="*/ 2556093 w 2787041"/>
                <a:gd name="connsiteY86" fmla="*/ 203548 h 1307404"/>
                <a:gd name="connsiteX87" fmla="*/ 2548264 w 2787041"/>
                <a:gd name="connsiteY87" fmla="*/ 242692 h 1307404"/>
                <a:gd name="connsiteX88" fmla="*/ 2501291 w 2787041"/>
                <a:gd name="connsiteY88" fmla="*/ 258349 h 1307404"/>
                <a:gd name="connsiteX89" fmla="*/ 2473890 w 2787041"/>
                <a:gd name="connsiteY89" fmla="*/ 293579 h 1307404"/>
                <a:gd name="connsiteX90" fmla="*/ 2505206 w 2787041"/>
                <a:gd name="connsiteY90" fmla="*/ 293579 h 1307404"/>
                <a:gd name="connsiteX91" fmla="*/ 2587408 w 2787041"/>
                <a:gd name="connsiteY91" fmla="*/ 297493 h 1307404"/>
                <a:gd name="connsiteX92" fmla="*/ 2579579 w 2787041"/>
                <a:gd name="connsiteY92" fmla="*/ 367952 h 1307404"/>
                <a:gd name="connsiteX93" fmla="*/ 2630466 w 2787041"/>
                <a:gd name="connsiteY93" fmla="*/ 375781 h 1307404"/>
                <a:gd name="connsiteX94" fmla="*/ 2583493 w 2787041"/>
                <a:gd name="connsiteY94" fmla="*/ 375781 h 1307404"/>
                <a:gd name="connsiteX95" fmla="*/ 2583493 w 2787041"/>
                <a:gd name="connsiteY95" fmla="*/ 407096 h 1307404"/>
                <a:gd name="connsiteX96" fmla="*/ 2606980 w 2787041"/>
                <a:gd name="connsiteY96" fmla="*/ 414925 h 1307404"/>
                <a:gd name="connsiteX97" fmla="*/ 2548264 w 2787041"/>
                <a:gd name="connsiteY97" fmla="*/ 407096 h 1307404"/>
                <a:gd name="connsiteX98" fmla="*/ 2505206 w 2787041"/>
                <a:gd name="connsiteY98" fmla="*/ 407096 h 1307404"/>
                <a:gd name="connsiteX99" fmla="*/ 2544349 w 2787041"/>
                <a:gd name="connsiteY99" fmla="*/ 399267 h 1307404"/>
                <a:gd name="connsiteX100" fmla="*/ 2560007 w 2787041"/>
                <a:gd name="connsiteY100" fmla="*/ 364038 h 1307404"/>
                <a:gd name="connsiteX101" fmla="*/ 2477805 w 2787041"/>
                <a:gd name="connsiteY101" fmla="*/ 414925 h 1307404"/>
                <a:gd name="connsiteX102" fmla="*/ 2458233 w 2787041"/>
                <a:gd name="connsiteY102" fmla="*/ 430582 h 1307404"/>
                <a:gd name="connsiteX103" fmla="*/ 2403432 w 2787041"/>
                <a:gd name="connsiteY103" fmla="*/ 426668 h 1307404"/>
                <a:gd name="connsiteX104" fmla="*/ 2407346 w 2787041"/>
                <a:gd name="connsiteY104" fmla="*/ 391438 h 1307404"/>
                <a:gd name="connsiteX105" fmla="*/ 2387774 w 2787041"/>
                <a:gd name="connsiteY105" fmla="*/ 414925 h 1307404"/>
                <a:gd name="connsiteX106" fmla="*/ 2387774 w 2787041"/>
                <a:gd name="connsiteY106" fmla="*/ 442325 h 1307404"/>
                <a:gd name="connsiteX107" fmla="*/ 2426918 w 2787041"/>
                <a:gd name="connsiteY107" fmla="*/ 446240 h 1307404"/>
                <a:gd name="connsiteX108" fmla="*/ 2411260 w 2787041"/>
                <a:gd name="connsiteY108" fmla="*/ 485384 h 1307404"/>
                <a:gd name="connsiteX109" fmla="*/ 2364288 w 2787041"/>
                <a:gd name="connsiteY109" fmla="*/ 485384 h 1307404"/>
                <a:gd name="connsiteX110" fmla="*/ 2360373 w 2787041"/>
                <a:gd name="connsiteY110" fmla="*/ 524527 h 1307404"/>
                <a:gd name="connsiteX111" fmla="*/ 2325144 w 2787041"/>
                <a:gd name="connsiteY111" fmla="*/ 548014 h 1307404"/>
                <a:gd name="connsiteX112" fmla="*/ 2293829 w 2787041"/>
                <a:gd name="connsiteY112" fmla="*/ 555842 h 1307404"/>
                <a:gd name="connsiteX113" fmla="*/ 2348630 w 2787041"/>
                <a:gd name="connsiteY113" fmla="*/ 594986 h 1307404"/>
                <a:gd name="connsiteX114" fmla="*/ 2278171 w 2787041"/>
                <a:gd name="connsiteY114" fmla="*/ 634130 h 1307404"/>
                <a:gd name="connsiteX115" fmla="*/ 2278171 w 2787041"/>
                <a:gd name="connsiteY115" fmla="*/ 665445 h 1307404"/>
                <a:gd name="connsiteX116" fmla="*/ 2199884 w 2787041"/>
                <a:gd name="connsiteY116" fmla="*/ 673274 h 1307404"/>
                <a:gd name="connsiteX117" fmla="*/ 2121596 w 2787041"/>
                <a:gd name="connsiteY117" fmla="*/ 712418 h 1307404"/>
                <a:gd name="connsiteX118" fmla="*/ 2113767 w 2787041"/>
                <a:gd name="connsiteY118" fmla="*/ 743733 h 1307404"/>
                <a:gd name="connsiteX119" fmla="*/ 2082452 w 2787041"/>
                <a:gd name="connsiteY119" fmla="*/ 814192 h 1307404"/>
                <a:gd name="connsiteX120" fmla="*/ 2058966 w 2787041"/>
                <a:gd name="connsiteY120" fmla="*/ 814192 h 1307404"/>
                <a:gd name="connsiteX121" fmla="*/ 2058966 w 2787041"/>
                <a:gd name="connsiteY121" fmla="*/ 845507 h 1307404"/>
                <a:gd name="connsiteX122" fmla="*/ 2035479 w 2787041"/>
                <a:gd name="connsiteY122" fmla="*/ 845507 h 1307404"/>
                <a:gd name="connsiteX123" fmla="*/ 2035479 w 2787041"/>
                <a:gd name="connsiteY123" fmla="*/ 814192 h 1307404"/>
                <a:gd name="connsiteX124" fmla="*/ 1992421 w 2787041"/>
                <a:gd name="connsiteY124" fmla="*/ 829849 h 1307404"/>
                <a:gd name="connsiteX125" fmla="*/ 1992421 w 2787041"/>
                <a:gd name="connsiteY125" fmla="*/ 782877 h 1307404"/>
                <a:gd name="connsiteX126" fmla="*/ 1984592 w 2787041"/>
                <a:gd name="connsiteY126" fmla="*/ 806363 h 1307404"/>
                <a:gd name="connsiteX127" fmla="*/ 1980678 w 2787041"/>
                <a:gd name="connsiteY127" fmla="*/ 833764 h 1307404"/>
                <a:gd name="connsiteX128" fmla="*/ 1925877 w 2787041"/>
                <a:gd name="connsiteY128" fmla="*/ 845507 h 1307404"/>
                <a:gd name="connsiteX129" fmla="*/ 1921962 w 2787041"/>
                <a:gd name="connsiteY129" fmla="*/ 798534 h 1307404"/>
                <a:gd name="connsiteX130" fmla="*/ 1855418 w 2787041"/>
                <a:gd name="connsiteY130" fmla="*/ 822021 h 1307404"/>
                <a:gd name="connsiteX131" fmla="*/ 1910219 w 2787041"/>
                <a:gd name="connsiteY131" fmla="*/ 825935 h 1307404"/>
                <a:gd name="connsiteX132" fmla="*/ 1878904 w 2787041"/>
                <a:gd name="connsiteY132" fmla="*/ 849421 h 1307404"/>
                <a:gd name="connsiteX133" fmla="*/ 1886733 w 2787041"/>
                <a:gd name="connsiteY133" fmla="*/ 892479 h 1307404"/>
                <a:gd name="connsiteX134" fmla="*/ 1886733 w 2787041"/>
                <a:gd name="connsiteY134" fmla="*/ 865079 h 1307404"/>
                <a:gd name="connsiteX135" fmla="*/ 1831932 w 2787041"/>
                <a:gd name="connsiteY135" fmla="*/ 872908 h 1307404"/>
                <a:gd name="connsiteX136" fmla="*/ 1855418 w 2787041"/>
                <a:gd name="connsiteY136" fmla="*/ 884651 h 1307404"/>
                <a:gd name="connsiteX137" fmla="*/ 1851503 w 2787041"/>
                <a:gd name="connsiteY137" fmla="*/ 939452 h 1307404"/>
                <a:gd name="connsiteX138" fmla="*/ 1831932 w 2787041"/>
                <a:gd name="connsiteY138" fmla="*/ 923795 h 1307404"/>
                <a:gd name="connsiteX139" fmla="*/ 1824103 w 2787041"/>
                <a:gd name="connsiteY139" fmla="*/ 935538 h 1307404"/>
                <a:gd name="connsiteX140" fmla="*/ 1734072 w 2787041"/>
                <a:gd name="connsiteY140" fmla="*/ 947281 h 1307404"/>
                <a:gd name="connsiteX141" fmla="*/ 1730158 w 2787041"/>
                <a:gd name="connsiteY141" fmla="*/ 923795 h 1307404"/>
                <a:gd name="connsiteX142" fmla="*/ 1702757 w 2787041"/>
                <a:gd name="connsiteY142" fmla="*/ 931623 h 1307404"/>
                <a:gd name="connsiteX143" fmla="*/ 1640127 w 2787041"/>
                <a:gd name="connsiteY143" fmla="*/ 908137 h 1307404"/>
                <a:gd name="connsiteX144" fmla="*/ 1581411 w 2787041"/>
                <a:gd name="connsiteY144" fmla="*/ 919880 h 1307404"/>
                <a:gd name="connsiteX145" fmla="*/ 1526610 w 2787041"/>
                <a:gd name="connsiteY145" fmla="*/ 896394 h 1307404"/>
                <a:gd name="connsiteX146" fmla="*/ 1518781 w 2787041"/>
                <a:gd name="connsiteY146" fmla="*/ 880736 h 1307404"/>
                <a:gd name="connsiteX147" fmla="*/ 1487466 w 2787041"/>
                <a:gd name="connsiteY147" fmla="*/ 845507 h 1307404"/>
                <a:gd name="connsiteX148" fmla="*/ 1491380 w 2787041"/>
                <a:gd name="connsiteY148" fmla="*/ 868993 h 1307404"/>
                <a:gd name="connsiteX149" fmla="*/ 1510952 w 2787041"/>
                <a:gd name="connsiteY149" fmla="*/ 868993 h 1307404"/>
                <a:gd name="connsiteX150" fmla="*/ 1510952 w 2787041"/>
                <a:gd name="connsiteY150" fmla="*/ 888565 h 1307404"/>
                <a:gd name="connsiteX151" fmla="*/ 1487466 w 2787041"/>
                <a:gd name="connsiteY151" fmla="*/ 892479 h 1307404"/>
                <a:gd name="connsiteX152" fmla="*/ 1409178 w 2787041"/>
                <a:gd name="connsiteY152" fmla="*/ 872908 h 1307404"/>
                <a:gd name="connsiteX153" fmla="*/ 1409178 w 2787041"/>
                <a:gd name="connsiteY153" fmla="*/ 857250 h 1307404"/>
                <a:gd name="connsiteX154" fmla="*/ 1417007 w 2787041"/>
                <a:gd name="connsiteY154" fmla="*/ 829849 h 1307404"/>
                <a:gd name="connsiteX155" fmla="*/ 1362206 w 2787041"/>
                <a:gd name="connsiteY155" fmla="*/ 825935 h 1307404"/>
                <a:gd name="connsiteX156" fmla="*/ 1346548 w 2787041"/>
                <a:gd name="connsiteY156" fmla="*/ 865079 h 1307404"/>
                <a:gd name="connsiteX157" fmla="*/ 1370034 w 2787041"/>
                <a:gd name="connsiteY157" fmla="*/ 872908 h 1307404"/>
                <a:gd name="connsiteX158" fmla="*/ 1299575 w 2787041"/>
                <a:gd name="connsiteY158" fmla="*/ 868993 h 1307404"/>
                <a:gd name="connsiteX159" fmla="*/ 1299575 w 2787041"/>
                <a:gd name="connsiteY159" fmla="*/ 845507 h 1307404"/>
                <a:gd name="connsiteX160" fmla="*/ 1252603 w 2787041"/>
                <a:gd name="connsiteY160" fmla="*/ 865079 h 1307404"/>
                <a:gd name="connsiteX161" fmla="*/ 1252603 w 2787041"/>
                <a:gd name="connsiteY161" fmla="*/ 880736 h 1307404"/>
                <a:gd name="connsiteX162" fmla="*/ 1338719 w 2787041"/>
                <a:gd name="connsiteY162" fmla="*/ 888565 h 1307404"/>
                <a:gd name="connsiteX163" fmla="*/ 1162572 w 2787041"/>
                <a:gd name="connsiteY163" fmla="*/ 900308 h 1307404"/>
                <a:gd name="connsiteX164" fmla="*/ 1107771 w 2787041"/>
                <a:gd name="connsiteY164" fmla="*/ 884651 h 1307404"/>
                <a:gd name="connsiteX165" fmla="*/ 1080370 w 2787041"/>
                <a:gd name="connsiteY165" fmla="*/ 947281 h 1307404"/>
                <a:gd name="connsiteX166" fmla="*/ 1041226 w 2787041"/>
                <a:gd name="connsiteY166" fmla="*/ 904223 h 1307404"/>
                <a:gd name="connsiteX167" fmla="*/ 1002082 w 2787041"/>
                <a:gd name="connsiteY167" fmla="*/ 880736 h 1307404"/>
                <a:gd name="connsiteX168" fmla="*/ 1017740 w 2787041"/>
                <a:gd name="connsiteY168" fmla="*/ 900308 h 1307404"/>
                <a:gd name="connsiteX169" fmla="*/ 1017740 w 2787041"/>
                <a:gd name="connsiteY169" fmla="*/ 923795 h 1307404"/>
                <a:gd name="connsiteX170" fmla="*/ 978596 w 2787041"/>
                <a:gd name="connsiteY170" fmla="*/ 939452 h 1307404"/>
                <a:gd name="connsiteX171" fmla="*/ 970767 w 2787041"/>
                <a:gd name="connsiteY171" fmla="*/ 962938 h 1307404"/>
                <a:gd name="connsiteX172" fmla="*/ 923795 w 2787041"/>
                <a:gd name="connsiteY172" fmla="*/ 962938 h 1307404"/>
                <a:gd name="connsiteX173" fmla="*/ 935538 w 2787041"/>
                <a:gd name="connsiteY173" fmla="*/ 1049055 h 1307404"/>
                <a:gd name="connsiteX174" fmla="*/ 900308 w 2787041"/>
                <a:gd name="connsiteY174" fmla="*/ 1017740 h 1307404"/>
                <a:gd name="connsiteX175" fmla="*/ 908137 w 2787041"/>
                <a:gd name="connsiteY175" fmla="*/ 1005997 h 1307404"/>
                <a:gd name="connsiteX176" fmla="*/ 872908 w 2787041"/>
                <a:gd name="connsiteY176" fmla="*/ 970767 h 1307404"/>
                <a:gd name="connsiteX177" fmla="*/ 853336 w 2787041"/>
                <a:gd name="connsiteY177" fmla="*/ 982510 h 1307404"/>
                <a:gd name="connsiteX178" fmla="*/ 861164 w 2787041"/>
                <a:gd name="connsiteY178" fmla="*/ 990339 h 1307404"/>
                <a:gd name="connsiteX179" fmla="*/ 814192 w 2787041"/>
                <a:gd name="connsiteY179" fmla="*/ 994253 h 1307404"/>
                <a:gd name="connsiteX180" fmla="*/ 810277 w 2787041"/>
                <a:gd name="connsiteY180" fmla="*/ 1033397 h 1307404"/>
                <a:gd name="connsiteX181" fmla="*/ 837678 w 2787041"/>
                <a:gd name="connsiteY181" fmla="*/ 1025569 h 1307404"/>
                <a:gd name="connsiteX182" fmla="*/ 837678 w 2787041"/>
                <a:gd name="connsiteY182" fmla="*/ 1056884 h 1307404"/>
                <a:gd name="connsiteX183" fmla="*/ 790705 w 2787041"/>
                <a:gd name="connsiteY183" fmla="*/ 1049055 h 1307404"/>
                <a:gd name="connsiteX184" fmla="*/ 786791 w 2787041"/>
                <a:gd name="connsiteY184" fmla="*/ 1025569 h 1307404"/>
                <a:gd name="connsiteX185" fmla="*/ 743733 w 2787041"/>
                <a:gd name="connsiteY185" fmla="*/ 1041226 h 1307404"/>
                <a:gd name="connsiteX186" fmla="*/ 704589 w 2787041"/>
                <a:gd name="connsiteY186" fmla="*/ 1009911 h 1307404"/>
                <a:gd name="connsiteX187" fmla="*/ 771134 w 2787041"/>
                <a:gd name="connsiteY187" fmla="*/ 1017740 h 1307404"/>
                <a:gd name="connsiteX188" fmla="*/ 775048 w 2787041"/>
                <a:gd name="connsiteY188" fmla="*/ 994253 h 1307404"/>
                <a:gd name="connsiteX189" fmla="*/ 728075 w 2787041"/>
                <a:gd name="connsiteY189" fmla="*/ 994253 h 1307404"/>
                <a:gd name="connsiteX190" fmla="*/ 728075 w 2787041"/>
                <a:gd name="connsiteY190" fmla="*/ 947281 h 1307404"/>
                <a:gd name="connsiteX191" fmla="*/ 775048 w 2787041"/>
                <a:gd name="connsiteY191" fmla="*/ 947281 h 1307404"/>
                <a:gd name="connsiteX192" fmla="*/ 775048 w 2787041"/>
                <a:gd name="connsiteY192" fmla="*/ 923795 h 1307404"/>
                <a:gd name="connsiteX193" fmla="*/ 728075 w 2787041"/>
                <a:gd name="connsiteY193" fmla="*/ 923795 h 1307404"/>
                <a:gd name="connsiteX194" fmla="*/ 728075 w 2787041"/>
                <a:gd name="connsiteY194" fmla="*/ 892479 h 1307404"/>
                <a:gd name="connsiteX195" fmla="*/ 814192 w 2787041"/>
                <a:gd name="connsiteY195" fmla="*/ 876822 h 1307404"/>
                <a:gd name="connsiteX196" fmla="*/ 814192 w 2787041"/>
                <a:gd name="connsiteY196" fmla="*/ 845507 h 1307404"/>
                <a:gd name="connsiteX197" fmla="*/ 857250 w 2787041"/>
                <a:gd name="connsiteY197" fmla="*/ 853336 h 1307404"/>
                <a:gd name="connsiteX198" fmla="*/ 861164 w 2787041"/>
                <a:gd name="connsiteY198" fmla="*/ 829849 h 1307404"/>
                <a:gd name="connsiteX199" fmla="*/ 892479 w 2787041"/>
                <a:gd name="connsiteY199" fmla="*/ 825935 h 1307404"/>
                <a:gd name="connsiteX200" fmla="*/ 884651 w 2787041"/>
                <a:gd name="connsiteY200" fmla="*/ 798534 h 1307404"/>
                <a:gd name="connsiteX201" fmla="*/ 904223 w 2787041"/>
                <a:gd name="connsiteY201" fmla="*/ 751562 h 1307404"/>
                <a:gd name="connsiteX202" fmla="*/ 888565 w 2787041"/>
                <a:gd name="connsiteY202" fmla="*/ 743733 h 1307404"/>
                <a:gd name="connsiteX203" fmla="*/ 849421 w 2787041"/>
                <a:gd name="connsiteY203" fmla="*/ 743733 h 1307404"/>
                <a:gd name="connsiteX204" fmla="*/ 837678 w 2787041"/>
                <a:gd name="connsiteY204" fmla="*/ 767219 h 1307404"/>
                <a:gd name="connsiteX205" fmla="*/ 837678 w 2787041"/>
                <a:gd name="connsiteY205" fmla="*/ 829849 h 1307404"/>
                <a:gd name="connsiteX206" fmla="*/ 790705 w 2787041"/>
                <a:gd name="connsiteY206" fmla="*/ 829849 h 1307404"/>
                <a:gd name="connsiteX207" fmla="*/ 790705 w 2787041"/>
                <a:gd name="connsiteY207" fmla="*/ 798534 h 1307404"/>
                <a:gd name="connsiteX208" fmla="*/ 751562 w 2787041"/>
                <a:gd name="connsiteY208" fmla="*/ 798534 h 1307404"/>
                <a:gd name="connsiteX209" fmla="*/ 728075 w 2787041"/>
                <a:gd name="connsiteY209" fmla="*/ 735904 h 1307404"/>
                <a:gd name="connsiteX210" fmla="*/ 657616 w 2787041"/>
                <a:gd name="connsiteY210" fmla="*/ 685017 h 1307404"/>
                <a:gd name="connsiteX211" fmla="*/ 594986 w 2787041"/>
                <a:gd name="connsiteY211" fmla="*/ 696760 h 1307404"/>
                <a:gd name="connsiteX212" fmla="*/ 594986 w 2787041"/>
                <a:gd name="connsiteY212" fmla="*/ 665445 h 1307404"/>
                <a:gd name="connsiteX213" fmla="*/ 645873 w 2787041"/>
                <a:gd name="connsiteY213" fmla="*/ 641959 h 1307404"/>
                <a:gd name="connsiteX214" fmla="*/ 681103 w 2787041"/>
                <a:gd name="connsiteY214" fmla="*/ 677188 h 1307404"/>
                <a:gd name="connsiteX215" fmla="*/ 720247 w 2787041"/>
                <a:gd name="connsiteY215" fmla="*/ 677188 h 1307404"/>
                <a:gd name="connsiteX216" fmla="*/ 685017 w 2787041"/>
                <a:gd name="connsiteY216" fmla="*/ 618473 h 1307404"/>
                <a:gd name="connsiteX217" fmla="*/ 677188 w 2787041"/>
                <a:gd name="connsiteY217" fmla="*/ 634130 h 1307404"/>
                <a:gd name="connsiteX218" fmla="*/ 638045 w 2787041"/>
                <a:gd name="connsiteY218" fmla="*/ 634130 h 1307404"/>
                <a:gd name="connsiteX219" fmla="*/ 610644 w 2787041"/>
                <a:gd name="connsiteY219" fmla="*/ 610644 h 1307404"/>
                <a:gd name="connsiteX220" fmla="*/ 598901 w 2787041"/>
                <a:gd name="connsiteY220" fmla="*/ 618473 h 1307404"/>
                <a:gd name="connsiteX221" fmla="*/ 602815 w 2787041"/>
                <a:gd name="connsiteY221" fmla="*/ 587158 h 1307404"/>
                <a:gd name="connsiteX222" fmla="*/ 649788 w 2787041"/>
                <a:gd name="connsiteY222" fmla="*/ 598901 h 1307404"/>
                <a:gd name="connsiteX223" fmla="*/ 583243 w 2787041"/>
                <a:gd name="connsiteY223" fmla="*/ 540185 h 1307404"/>
                <a:gd name="connsiteX224" fmla="*/ 563671 w 2787041"/>
                <a:gd name="connsiteY224" fmla="*/ 524527 h 1307404"/>
                <a:gd name="connsiteX225" fmla="*/ 528442 w 2787041"/>
                <a:gd name="connsiteY225" fmla="*/ 516699 h 1307404"/>
                <a:gd name="connsiteX226" fmla="*/ 524527 w 2787041"/>
                <a:gd name="connsiteY226" fmla="*/ 485384 h 1307404"/>
                <a:gd name="connsiteX227" fmla="*/ 497127 w 2787041"/>
                <a:gd name="connsiteY227" fmla="*/ 508870 h 1307404"/>
                <a:gd name="connsiteX228" fmla="*/ 489298 w 2787041"/>
                <a:gd name="connsiteY228" fmla="*/ 501041 h 1307404"/>
                <a:gd name="connsiteX229" fmla="*/ 481469 w 2787041"/>
                <a:gd name="connsiteY229" fmla="*/ 524527 h 1307404"/>
                <a:gd name="connsiteX230" fmla="*/ 450154 w 2787041"/>
                <a:gd name="connsiteY230" fmla="*/ 540185 h 1307404"/>
                <a:gd name="connsiteX231" fmla="*/ 399267 w 2787041"/>
                <a:gd name="connsiteY231" fmla="*/ 524527 h 1307404"/>
                <a:gd name="connsiteX232" fmla="*/ 407096 w 2787041"/>
                <a:gd name="connsiteY232" fmla="*/ 544099 h 1307404"/>
                <a:gd name="connsiteX233" fmla="*/ 344466 w 2787041"/>
                <a:gd name="connsiteY233" fmla="*/ 516699 h 1307404"/>
                <a:gd name="connsiteX234" fmla="*/ 395353 w 2787041"/>
                <a:gd name="connsiteY234" fmla="*/ 516699 h 1307404"/>
                <a:gd name="connsiteX235" fmla="*/ 418839 w 2787041"/>
                <a:gd name="connsiteY235" fmla="*/ 493212 h 1307404"/>
                <a:gd name="connsiteX236" fmla="*/ 418839 w 2787041"/>
                <a:gd name="connsiteY236" fmla="*/ 461897 h 1307404"/>
                <a:gd name="connsiteX237" fmla="*/ 328808 w 2787041"/>
                <a:gd name="connsiteY237" fmla="*/ 461897 h 1307404"/>
                <a:gd name="connsiteX238" fmla="*/ 317065 w 2787041"/>
                <a:gd name="connsiteY238" fmla="*/ 477555 h 1307404"/>
                <a:gd name="connsiteX239" fmla="*/ 270092 w 2787041"/>
                <a:gd name="connsiteY239" fmla="*/ 469726 h 1307404"/>
                <a:gd name="connsiteX240" fmla="*/ 207462 w 2787041"/>
                <a:gd name="connsiteY240" fmla="*/ 469726 h 1307404"/>
                <a:gd name="connsiteX241" fmla="*/ 195719 w 2787041"/>
                <a:gd name="connsiteY241" fmla="*/ 450154 h 1307404"/>
                <a:gd name="connsiteX242" fmla="*/ 133089 w 2787041"/>
                <a:gd name="connsiteY242" fmla="*/ 450154 h 1307404"/>
                <a:gd name="connsiteX243" fmla="*/ 180062 w 2787041"/>
                <a:gd name="connsiteY243" fmla="*/ 457983 h 1307404"/>
                <a:gd name="connsiteX244" fmla="*/ 172233 w 2787041"/>
                <a:gd name="connsiteY244" fmla="*/ 465812 h 1307404"/>
                <a:gd name="connsiteX245" fmla="*/ 203548 w 2787041"/>
                <a:gd name="connsiteY245" fmla="*/ 493212 h 1307404"/>
                <a:gd name="connsiteX246" fmla="*/ 152661 w 2787041"/>
                <a:gd name="connsiteY246" fmla="*/ 516699 h 1307404"/>
                <a:gd name="connsiteX247" fmla="*/ 140918 w 2787041"/>
                <a:gd name="connsiteY247" fmla="*/ 512784 h 1307404"/>
                <a:gd name="connsiteX248" fmla="*/ 172233 w 2787041"/>
                <a:gd name="connsiteY248" fmla="*/ 481469 h 1307404"/>
                <a:gd name="connsiteX249" fmla="*/ 137003 w 2787041"/>
                <a:gd name="connsiteY249" fmla="*/ 501041 h 1307404"/>
                <a:gd name="connsiteX250" fmla="*/ 129175 w 2787041"/>
                <a:gd name="connsiteY250" fmla="*/ 493212 h 1307404"/>
                <a:gd name="connsiteX251" fmla="*/ 105688 w 2787041"/>
                <a:gd name="connsiteY251" fmla="*/ 587158 h 1307404"/>
                <a:gd name="connsiteX252" fmla="*/ 93945 w 2787041"/>
                <a:gd name="connsiteY252" fmla="*/ 669360 h 1307404"/>
                <a:gd name="connsiteX253" fmla="*/ 117432 w 2787041"/>
                <a:gd name="connsiteY253" fmla="*/ 681103 h 1307404"/>
                <a:gd name="connsiteX254" fmla="*/ 125260 w 2787041"/>
                <a:gd name="connsiteY254" fmla="*/ 653702 h 1307404"/>
                <a:gd name="connsiteX255" fmla="*/ 152661 w 2787041"/>
                <a:gd name="connsiteY255" fmla="*/ 634130 h 1307404"/>
                <a:gd name="connsiteX256" fmla="*/ 156575 w 2787041"/>
                <a:gd name="connsiteY256" fmla="*/ 661531 h 1307404"/>
                <a:gd name="connsiteX257" fmla="*/ 199634 w 2787041"/>
                <a:gd name="connsiteY257" fmla="*/ 673274 h 1307404"/>
                <a:gd name="connsiteX258" fmla="*/ 258349 w 2787041"/>
                <a:gd name="connsiteY258" fmla="*/ 685017 h 1307404"/>
                <a:gd name="connsiteX259" fmla="*/ 242692 w 2787041"/>
                <a:gd name="connsiteY259" fmla="*/ 728075 h 1307404"/>
                <a:gd name="connsiteX260" fmla="*/ 266178 w 2787041"/>
                <a:gd name="connsiteY260" fmla="*/ 728075 h 1307404"/>
                <a:gd name="connsiteX261" fmla="*/ 258349 w 2787041"/>
                <a:gd name="connsiteY261" fmla="*/ 782877 h 1307404"/>
                <a:gd name="connsiteX262" fmla="*/ 289664 w 2787041"/>
                <a:gd name="connsiteY262" fmla="*/ 790706 h 1307404"/>
                <a:gd name="connsiteX263" fmla="*/ 266178 w 2787041"/>
                <a:gd name="connsiteY263" fmla="*/ 798534 h 1307404"/>
                <a:gd name="connsiteX264" fmla="*/ 266178 w 2787041"/>
                <a:gd name="connsiteY264" fmla="*/ 829849 h 1307404"/>
                <a:gd name="connsiteX265" fmla="*/ 320979 w 2787041"/>
                <a:gd name="connsiteY265" fmla="*/ 818106 h 1307404"/>
                <a:gd name="connsiteX266" fmla="*/ 301408 w 2787041"/>
                <a:gd name="connsiteY266" fmla="*/ 861164 h 1307404"/>
                <a:gd name="connsiteX267" fmla="*/ 277921 w 2787041"/>
                <a:gd name="connsiteY267" fmla="*/ 837678 h 1307404"/>
                <a:gd name="connsiteX268" fmla="*/ 274007 w 2787041"/>
                <a:gd name="connsiteY268" fmla="*/ 845507 h 1307404"/>
                <a:gd name="connsiteX269" fmla="*/ 289664 w 2787041"/>
                <a:gd name="connsiteY269" fmla="*/ 892479 h 1307404"/>
                <a:gd name="connsiteX270" fmla="*/ 266178 w 2787041"/>
                <a:gd name="connsiteY270" fmla="*/ 892479 h 1307404"/>
                <a:gd name="connsiteX271" fmla="*/ 234863 w 2787041"/>
                <a:gd name="connsiteY271" fmla="*/ 798534 h 1307404"/>
                <a:gd name="connsiteX272" fmla="*/ 195719 w 2787041"/>
                <a:gd name="connsiteY272" fmla="*/ 775048 h 1307404"/>
                <a:gd name="connsiteX273" fmla="*/ 152661 w 2787041"/>
                <a:gd name="connsiteY273" fmla="*/ 720247 h 1307404"/>
                <a:gd name="connsiteX274" fmla="*/ 125260 w 2787041"/>
                <a:gd name="connsiteY274" fmla="*/ 837678 h 1307404"/>
                <a:gd name="connsiteX275" fmla="*/ 113517 w 2787041"/>
                <a:gd name="connsiteY275" fmla="*/ 845507 h 1307404"/>
                <a:gd name="connsiteX276" fmla="*/ 109603 w 2787041"/>
                <a:gd name="connsiteY276" fmla="*/ 900308 h 1307404"/>
                <a:gd name="connsiteX277" fmla="*/ 156575 w 2787041"/>
                <a:gd name="connsiteY277" fmla="*/ 908137 h 1307404"/>
                <a:gd name="connsiteX278" fmla="*/ 195719 w 2787041"/>
                <a:gd name="connsiteY278" fmla="*/ 947281 h 1307404"/>
                <a:gd name="connsiteX279" fmla="*/ 180062 w 2787041"/>
                <a:gd name="connsiteY279" fmla="*/ 1041226 h 1307404"/>
                <a:gd name="connsiteX280" fmla="*/ 125260 w 2787041"/>
                <a:gd name="connsiteY280" fmla="*/ 1060798 h 1307404"/>
                <a:gd name="connsiteX281" fmla="*/ 125260 w 2787041"/>
                <a:gd name="connsiteY281" fmla="*/ 1084284 h 1307404"/>
                <a:gd name="connsiteX282" fmla="*/ 133089 w 2787041"/>
                <a:gd name="connsiteY282" fmla="*/ 1127343 h 1307404"/>
                <a:gd name="connsiteX283" fmla="*/ 62630 w 2787041"/>
                <a:gd name="connsiteY283" fmla="*/ 1092113 h 1307404"/>
                <a:gd name="connsiteX284" fmla="*/ 117432 w 2787041"/>
                <a:gd name="connsiteY284" fmla="*/ 1072541 h 1307404"/>
                <a:gd name="connsiteX285" fmla="*/ 109603 w 2787041"/>
                <a:gd name="connsiteY285" fmla="*/ 1041226 h 1307404"/>
                <a:gd name="connsiteX286" fmla="*/ 74373 w 2787041"/>
                <a:gd name="connsiteY286" fmla="*/ 1049055 h 1307404"/>
                <a:gd name="connsiteX287" fmla="*/ 43058 w 2787041"/>
                <a:gd name="connsiteY287" fmla="*/ 1025569 h 1307404"/>
                <a:gd name="connsiteX288" fmla="*/ 15658 w 2787041"/>
                <a:gd name="connsiteY288" fmla="*/ 1049055 h 1307404"/>
                <a:gd name="connsiteX289" fmla="*/ 19572 w 2787041"/>
                <a:gd name="connsiteY289" fmla="*/ 1072541 h 1307404"/>
                <a:gd name="connsiteX290" fmla="*/ 0 w 2787041"/>
                <a:gd name="connsiteY290" fmla="*/ 1033397 h 1307404"/>
                <a:gd name="connsiteX291" fmla="*/ 78288 w 2787041"/>
                <a:gd name="connsiteY291" fmla="*/ 430582 h 1307404"/>
                <a:gd name="connsiteX292" fmla="*/ 508870 w 2787041"/>
                <a:gd name="connsiteY292" fmla="*/ 438411 h 1307404"/>
                <a:gd name="connsiteX293" fmla="*/ 540185 w 2787041"/>
                <a:gd name="connsiteY293" fmla="*/ 469726 h 1307404"/>
                <a:gd name="connsiteX294" fmla="*/ 1002082 w 2787041"/>
                <a:gd name="connsiteY294" fmla="*/ 763305 h 1307404"/>
                <a:gd name="connsiteX295" fmla="*/ 1597069 w 2787041"/>
                <a:gd name="connsiteY295" fmla="*/ 794620 h 1307404"/>
                <a:gd name="connsiteX296" fmla="*/ 2129425 w 2787041"/>
                <a:gd name="connsiteY296" fmla="*/ 606729 h 1307404"/>
                <a:gd name="connsiteX297" fmla="*/ 2697010 w 2787041"/>
                <a:gd name="connsiteY297" fmla="*/ 0 h 1307404"/>
                <a:gd name="connsiteX298" fmla="*/ 2708753 w 2787041"/>
                <a:gd name="connsiteY298" fmla="*/ 579329 h 1307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</a:cxnLst>
              <a:rect l="l" t="t" r="r" b="b"/>
              <a:pathLst>
                <a:path w="2787041" h="1307404">
                  <a:moveTo>
                    <a:pt x="2708753" y="579329"/>
                  </a:moveTo>
                  <a:cubicBezTo>
                    <a:pt x="2708769" y="626482"/>
                    <a:pt x="2711376" y="673454"/>
                    <a:pt x="2716582" y="720247"/>
                  </a:cubicBezTo>
                  <a:cubicBezTo>
                    <a:pt x="2727104" y="835502"/>
                    <a:pt x="2750590" y="947711"/>
                    <a:pt x="2787041" y="1056884"/>
                  </a:cubicBezTo>
                  <a:cubicBezTo>
                    <a:pt x="2782211" y="1057753"/>
                    <a:pt x="2778296" y="1060359"/>
                    <a:pt x="2775298" y="1064712"/>
                  </a:cubicBezTo>
                  <a:cubicBezTo>
                    <a:pt x="2763821" y="1050425"/>
                    <a:pt x="2749471" y="1046510"/>
                    <a:pt x="2732240" y="1052969"/>
                  </a:cubicBezTo>
                  <a:cubicBezTo>
                    <a:pt x="2722759" y="1059960"/>
                    <a:pt x="2722759" y="1066482"/>
                    <a:pt x="2732240" y="1072541"/>
                  </a:cubicBezTo>
                  <a:cubicBezTo>
                    <a:pt x="2740922" y="1064008"/>
                    <a:pt x="2748751" y="1064008"/>
                    <a:pt x="2755726" y="1072541"/>
                  </a:cubicBezTo>
                  <a:cubicBezTo>
                    <a:pt x="2701105" y="1096904"/>
                    <a:pt x="2647611" y="1123005"/>
                    <a:pt x="2595236" y="1150829"/>
                  </a:cubicBezTo>
                  <a:cubicBezTo>
                    <a:pt x="2578632" y="1135508"/>
                    <a:pt x="2559060" y="1131594"/>
                    <a:pt x="2536521" y="1139086"/>
                  </a:cubicBezTo>
                  <a:cubicBezTo>
                    <a:pt x="2543073" y="1147000"/>
                    <a:pt x="2545680" y="1156137"/>
                    <a:pt x="2544349" y="1166486"/>
                  </a:cubicBezTo>
                  <a:cubicBezTo>
                    <a:pt x="2533914" y="1166486"/>
                    <a:pt x="2523470" y="1166486"/>
                    <a:pt x="2513034" y="1166486"/>
                  </a:cubicBezTo>
                  <a:cubicBezTo>
                    <a:pt x="2514749" y="1175685"/>
                    <a:pt x="2512142" y="1183514"/>
                    <a:pt x="2505206" y="1189973"/>
                  </a:cubicBezTo>
                  <a:cubicBezTo>
                    <a:pt x="2503358" y="1184125"/>
                    <a:pt x="2500743" y="1177603"/>
                    <a:pt x="2497377" y="1170401"/>
                  </a:cubicBezTo>
                  <a:cubicBezTo>
                    <a:pt x="2538908" y="1144934"/>
                    <a:pt x="2533687" y="1133191"/>
                    <a:pt x="2481719" y="1135171"/>
                  </a:cubicBezTo>
                  <a:cubicBezTo>
                    <a:pt x="2481719" y="1145607"/>
                    <a:pt x="2481719" y="1156051"/>
                    <a:pt x="2481719" y="1166486"/>
                  </a:cubicBezTo>
                  <a:cubicBezTo>
                    <a:pt x="2454201" y="1176617"/>
                    <a:pt x="2425493" y="1183146"/>
                    <a:pt x="2395603" y="1186058"/>
                  </a:cubicBezTo>
                  <a:cubicBezTo>
                    <a:pt x="2390381" y="1196494"/>
                    <a:pt x="2382552" y="1204323"/>
                    <a:pt x="2372116" y="1209545"/>
                  </a:cubicBezTo>
                  <a:cubicBezTo>
                    <a:pt x="2382552" y="1214766"/>
                    <a:pt x="2392996" y="1219980"/>
                    <a:pt x="2403432" y="1225202"/>
                  </a:cubicBezTo>
                  <a:cubicBezTo>
                    <a:pt x="2316274" y="1257433"/>
                    <a:pt x="2227550" y="1284834"/>
                    <a:pt x="2137253" y="1307404"/>
                  </a:cubicBezTo>
                  <a:cubicBezTo>
                    <a:pt x="2126270" y="1296201"/>
                    <a:pt x="2113227" y="1287065"/>
                    <a:pt x="2098110" y="1280003"/>
                  </a:cubicBezTo>
                  <a:cubicBezTo>
                    <a:pt x="2109798" y="1270953"/>
                    <a:pt x="2108491" y="1264424"/>
                    <a:pt x="2094195" y="1260432"/>
                  </a:cubicBezTo>
                  <a:cubicBezTo>
                    <a:pt x="2076894" y="1273044"/>
                    <a:pt x="2057322" y="1278266"/>
                    <a:pt x="2035479" y="1276089"/>
                  </a:cubicBezTo>
                  <a:cubicBezTo>
                    <a:pt x="2034383" y="1263375"/>
                    <a:pt x="2039605" y="1254247"/>
                    <a:pt x="2051137" y="1248688"/>
                  </a:cubicBezTo>
                  <a:cubicBezTo>
                    <a:pt x="2029483" y="1246042"/>
                    <a:pt x="2008603" y="1249957"/>
                    <a:pt x="1988507" y="1260432"/>
                  </a:cubicBezTo>
                  <a:cubicBezTo>
                    <a:pt x="1980678" y="1257825"/>
                    <a:pt x="1972849" y="1255210"/>
                    <a:pt x="1965021" y="1252603"/>
                  </a:cubicBezTo>
                  <a:cubicBezTo>
                    <a:pt x="1971080" y="1243122"/>
                    <a:pt x="1977601" y="1243122"/>
                    <a:pt x="1984592" y="1252603"/>
                  </a:cubicBezTo>
                  <a:cubicBezTo>
                    <a:pt x="1988374" y="1245181"/>
                    <a:pt x="1989673" y="1237352"/>
                    <a:pt x="1988507" y="1229117"/>
                  </a:cubicBezTo>
                  <a:cubicBezTo>
                    <a:pt x="1974509" y="1231347"/>
                    <a:pt x="1961459" y="1228741"/>
                    <a:pt x="1949363" y="1221288"/>
                  </a:cubicBezTo>
                  <a:cubicBezTo>
                    <a:pt x="1940430" y="1214046"/>
                    <a:pt x="1940430" y="1207517"/>
                    <a:pt x="1949363" y="1201716"/>
                  </a:cubicBezTo>
                  <a:cubicBezTo>
                    <a:pt x="1912247" y="1203728"/>
                    <a:pt x="1879624" y="1218078"/>
                    <a:pt x="1851503" y="1244774"/>
                  </a:cubicBezTo>
                  <a:cubicBezTo>
                    <a:pt x="1842203" y="1236452"/>
                    <a:pt x="1838289" y="1226009"/>
                    <a:pt x="1839760" y="1213459"/>
                  </a:cubicBezTo>
                  <a:cubicBezTo>
                    <a:pt x="1917641" y="1182442"/>
                    <a:pt x="1995929" y="1152434"/>
                    <a:pt x="2074623" y="1123428"/>
                  </a:cubicBezTo>
                  <a:cubicBezTo>
                    <a:pt x="2122762" y="1121299"/>
                    <a:pt x="2168428" y="1109556"/>
                    <a:pt x="2211627" y="1088199"/>
                  </a:cubicBezTo>
                  <a:cubicBezTo>
                    <a:pt x="2215541" y="1090806"/>
                    <a:pt x="2219456" y="1093420"/>
                    <a:pt x="2223370" y="1096027"/>
                  </a:cubicBezTo>
                  <a:cubicBezTo>
                    <a:pt x="2216512" y="1101907"/>
                    <a:pt x="2208683" y="1105821"/>
                    <a:pt x="2199884" y="1107771"/>
                  </a:cubicBezTo>
                  <a:cubicBezTo>
                    <a:pt x="2225539" y="1123577"/>
                    <a:pt x="2247717" y="1119662"/>
                    <a:pt x="2266428" y="1096027"/>
                  </a:cubicBezTo>
                  <a:cubicBezTo>
                    <a:pt x="2276026" y="1097163"/>
                    <a:pt x="2285162" y="1099770"/>
                    <a:pt x="2293829" y="1103856"/>
                  </a:cubicBezTo>
                  <a:cubicBezTo>
                    <a:pt x="2304265" y="1093420"/>
                    <a:pt x="2304265" y="1082977"/>
                    <a:pt x="2293829" y="1072541"/>
                  </a:cubicBezTo>
                  <a:cubicBezTo>
                    <a:pt x="2284153" y="1078381"/>
                    <a:pt x="2273709" y="1080988"/>
                    <a:pt x="2262514" y="1080370"/>
                  </a:cubicBezTo>
                  <a:cubicBezTo>
                    <a:pt x="2262514" y="1072541"/>
                    <a:pt x="2262514" y="1064712"/>
                    <a:pt x="2262514" y="1056884"/>
                  </a:cubicBezTo>
                  <a:cubicBezTo>
                    <a:pt x="2200565" y="1046910"/>
                    <a:pt x="2140549" y="1031252"/>
                    <a:pt x="2082452" y="1009911"/>
                  </a:cubicBezTo>
                  <a:cubicBezTo>
                    <a:pt x="2082452" y="999475"/>
                    <a:pt x="2082452" y="989032"/>
                    <a:pt x="2082452" y="978596"/>
                  </a:cubicBezTo>
                  <a:cubicBezTo>
                    <a:pt x="2071257" y="977978"/>
                    <a:pt x="2060813" y="980585"/>
                    <a:pt x="2051137" y="986425"/>
                  </a:cubicBezTo>
                  <a:cubicBezTo>
                    <a:pt x="2045172" y="977594"/>
                    <a:pt x="2039950" y="968458"/>
                    <a:pt x="2035479" y="959024"/>
                  </a:cubicBezTo>
                  <a:cubicBezTo>
                    <a:pt x="2048640" y="931889"/>
                    <a:pt x="2056468" y="933189"/>
                    <a:pt x="2058966" y="962938"/>
                  </a:cubicBezTo>
                  <a:cubicBezTo>
                    <a:pt x="2090085" y="965420"/>
                    <a:pt x="2113572" y="979778"/>
                    <a:pt x="2129425" y="1005997"/>
                  </a:cubicBezTo>
                  <a:cubicBezTo>
                    <a:pt x="2144174" y="1007688"/>
                    <a:pt x="2157225" y="1012909"/>
                    <a:pt x="2168569" y="1021654"/>
                  </a:cubicBezTo>
                  <a:cubicBezTo>
                    <a:pt x="2186684" y="1032599"/>
                    <a:pt x="2204949" y="1033906"/>
                    <a:pt x="2223370" y="1025569"/>
                  </a:cubicBezTo>
                  <a:cubicBezTo>
                    <a:pt x="2254857" y="1043371"/>
                    <a:pt x="2288779" y="1053807"/>
                    <a:pt x="2325144" y="1056884"/>
                  </a:cubicBezTo>
                  <a:cubicBezTo>
                    <a:pt x="2325144" y="1064712"/>
                    <a:pt x="2325144" y="1072541"/>
                    <a:pt x="2325144" y="1080370"/>
                  </a:cubicBezTo>
                  <a:cubicBezTo>
                    <a:pt x="2332973" y="1080370"/>
                    <a:pt x="2340801" y="1080370"/>
                    <a:pt x="2348630" y="1080370"/>
                  </a:cubicBezTo>
                  <a:cubicBezTo>
                    <a:pt x="2348630" y="1067319"/>
                    <a:pt x="2348630" y="1054277"/>
                    <a:pt x="2348630" y="1041226"/>
                  </a:cubicBezTo>
                  <a:cubicBezTo>
                    <a:pt x="2372719" y="1042424"/>
                    <a:pt x="2394906" y="1037202"/>
                    <a:pt x="2415175" y="1025569"/>
                  </a:cubicBezTo>
                  <a:cubicBezTo>
                    <a:pt x="2421696" y="1028176"/>
                    <a:pt x="2428225" y="1030790"/>
                    <a:pt x="2434747" y="1033397"/>
                  </a:cubicBezTo>
                  <a:cubicBezTo>
                    <a:pt x="2401075" y="1032466"/>
                    <a:pt x="2385418" y="1048123"/>
                    <a:pt x="2387774" y="1080370"/>
                  </a:cubicBezTo>
                  <a:cubicBezTo>
                    <a:pt x="2403432" y="1082977"/>
                    <a:pt x="2419089" y="1085592"/>
                    <a:pt x="2434747" y="1088199"/>
                  </a:cubicBezTo>
                  <a:cubicBezTo>
                    <a:pt x="2434747" y="1077763"/>
                    <a:pt x="2434747" y="1067319"/>
                    <a:pt x="2434747" y="1056884"/>
                  </a:cubicBezTo>
                  <a:cubicBezTo>
                    <a:pt x="2460402" y="1054660"/>
                    <a:pt x="2485187" y="1057267"/>
                    <a:pt x="2509120" y="1064712"/>
                  </a:cubicBezTo>
                  <a:cubicBezTo>
                    <a:pt x="2520057" y="1023940"/>
                    <a:pt x="2523971" y="982189"/>
                    <a:pt x="2520863" y="939452"/>
                  </a:cubicBezTo>
                  <a:cubicBezTo>
                    <a:pt x="2528692" y="939452"/>
                    <a:pt x="2536521" y="939452"/>
                    <a:pt x="2544349" y="939452"/>
                  </a:cubicBezTo>
                  <a:cubicBezTo>
                    <a:pt x="2544349" y="929016"/>
                    <a:pt x="2544349" y="918573"/>
                    <a:pt x="2544349" y="908137"/>
                  </a:cubicBezTo>
                  <a:cubicBezTo>
                    <a:pt x="2568446" y="893364"/>
                    <a:pt x="2594547" y="881621"/>
                    <a:pt x="2622637" y="872908"/>
                  </a:cubicBezTo>
                  <a:cubicBezTo>
                    <a:pt x="2629190" y="864993"/>
                    <a:pt x="2631797" y="855857"/>
                    <a:pt x="2630466" y="845507"/>
                  </a:cubicBezTo>
                  <a:cubicBezTo>
                    <a:pt x="2645865" y="843636"/>
                    <a:pt x="2660223" y="846243"/>
                    <a:pt x="2673524" y="853336"/>
                  </a:cubicBezTo>
                  <a:cubicBezTo>
                    <a:pt x="2675661" y="840802"/>
                    <a:pt x="2679576" y="829059"/>
                    <a:pt x="2685267" y="818106"/>
                  </a:cubicBezTo>
                  <a:cubicBezTo>
                    <a:pt x="2666478" y="816650"/>
                    <a:pt x="2648206" y="812736"/>
                    <a:pt x="2630466" y="806363"/>
                  </a:cubicBezTo>
                  <a:cubicBezTo>
                    <a:pt x="2673446" y="809025"/>
                    <a:pt x="2694325" y="789453"/>
                    <a:pt x="2693096" y="747647"/>
                  </a:cubicBezTo>
                  <a:cubicBezTo>
                    <a:pt x="2691381" y="719503"/>
                    <a:pt x="2686160" y="692102"/>
                    <a:pt x="2677438" y="665445"/>
                  </a:cubicBezTo>
                  <a:cubicBezTo>
                    <a:pt x="2685753" y="645067"/>
                    <a:pt x="2687052" y="624187"/>
                    <a:pt x="2681353" y="602815"/>
                  </a:cubicBezTo>
                  <a:cubicBezTo>
                    <a:pt x="2659080" y="571633"/>
                    <a:pt x="2657773" y="540318"/>
                    <a:pt x="2677438" y="508870"/>
                  </a:cubicBezTo>
                  <a:cubicBezTo>
                    <a:pt x="2670980" y="501934"/>
                    <a:pt x="2663151" y="499327"/>
                    <a:pt x="2653952" y="501041"/>
                  </a:cubicBezTo>
                  <a:cubicBezTo>
                    <a:pt x="2653952" y="477555"/>
                    <a:pt x="2653952" y="454069"/>
                    <a:pt x="2653952" y="430582"/>
                  </a:cubicBezTo>
                  <a:cubicBezTo>
                    <a:pt x="2644753" y="432297"/>
                    <a:pt x="2636925" y="429690"/>
                    <a:pt x="2630466" y="422753"/>
                  </a:cubicBezTo>
                  <a:cubicBezTo>
                    <a:pt x="2648206" y="415457"/>
                    <a:pt x="2663863" y="405014"/>
                    <a:pt x="2677438" y="391438"/>
                  </a:cubicBezTo>
                  <a:cubicBezTo>
                    <a:pt x="2647102" y="383719"/>
                    <a:pt x="2647102" y="374583"/>
                    <a:pt x="2677438" y="364038"/>
                  </a:cubicBezTo>
                  <a:cubicBezTo>
                    <a:pt x="2663065" y="352929"/>
                    <a:pt x="2647407" y="343793"/>
                    <a:pt x="2630466" y="336637"/>
                  </a:cubicBezTo>
                  <a:cubicBezTo>
                    <a:pt x="2639986" y="331971"/>
                    <a:pt x="2650421" y="330664"/>
                    <a:pt x="2661781" y="332723"/>
                  </a:cubicBezTo>
                  <a:cubicBezTo>
                    <a:pt x="2652786" y="320165"/>
                    <a:pt x="2652786" y="307122"/>
                    <a:pt x="2661781" y="293579"/>
                  </a:cubicBezTo>
                  <a:cubicBezTo>
                    <a:pt x="2659174" y="289664"/>
                    <a:pt x="2656559" y="285750"/>
                    <a:pt x="2653952" y="281836"/>
                  </a:cubicBezTo>
                  <a:cubicBezTo>
                    <a:pt x="2647987" y="290666"/>
                    <a:pt x="2642765" y="299803"/>
                    <a:pt x="2638295" y="309236"/>
                  </a:cubicBezTo>
                  <a:cubicBezTo>
                    <a:pt x="2633073" y="314458"/>
                    <a:pt x="2627859" y="314458"/>
                    <a:pt x="2622637" y="309236"/>
                  </a:cubicBezTo>
                  <a:cubicBezTo>
                    <a:pt x="2627859" y="293579"/>
                    <a:pt x="2633073" y="277921"/>
                    <a:pt x="2638295" y="262264"/>
                  </a:cubicBezTo>
                  <a:cubicBezTo>
                    <a:pt x="2626935" y="264323"/>
                    <a:pt x="2616499" y="263015"/>
                    <a:pt x="2606980" y="258349"/>
                  </a:cubicBezTo>
                  <a:cubicBezTo>
                    <a:pt x="2609587" y="253128"/>
                    <a:pt x="2612201" y="247914"/>
                    <a:pt x="2614808" y="242692"/>
                  </a:cubicBezTo>
                  <a:cubicBezTo>
                    <a:pt x="2603981" y="222525"/>
                    <a:pt x="2597452" y="225140"/>
                    <a:pt x="2595236" y="250521"/>
                  </a:cubicBezTo>
                  <a:cubicBezTo>
                    <a:pt x="2583595" y="244626"/>
                    <a:pt x="2582288" y="238104"/>
                    <a:pt x="2591322" y="230949"/>
                  </a:cubicBezTo>
                  <a:cubicBezTo>
                    <a:pt x="2577340" y="224803"/>
                    <a:pt x="2565597" y="215675"/>
                    <a:pt x="2556093" y="203548"/>
                  </a:cubicBezTo>
                  <a:cubicBezTo>
                    <a:pt x="2553485" y="216598"/>
                    <a:pt x="2550871" y="229641"/>
                    <a:pt x="2548264" y="242692"/>
                  </a:cubicBezTo>
                  <a:cubicBezTo>
                    <a:pt x="2536834" y="263908"/>
                    <a:pt x="2521176" y="269122"/>
                    <a:pt x="2501291" y="258349"/>
                  </a:cubicBezTo>
                  <a:cubicBezTo>
                    <a:pt x="2497275" y="274171"/>
                    <a:pt x="2488139" y="285914"/>
                    <a:pt x="2473890" y="293579"/>
                  </a:cubicBezTo>
                  <a:cubicBezTo>
                    <a:pt x="2484326" y="298801"/>
                    <a:pt x="2494770" y="298801"/>
                    <a:pt x="2505206" y="293579"/>
                  </a:cubicBezTo>
                  <a:cubicBezTo>
                    <a:pt x="2537123" y="261403"/>
                    <a:pt x="2564524" y="262702"/>
                    <a:pt x="2587408" y="297493"/>
                  </a:cubicBezTo>
                  <a:cubicBezTo>
                    <a:pt x="2592230" y="322999"/>
                    <a:pt x="2589623" y="346486"/>
                    <a:pt x="2579579" y="367952"/>
                  </a:cubicBezTo>
                  <a:cubicBezTo>
                    <a:pt x="2604835" y="334304"/>
                    <a:pt x="2621792" y="336911"/>
                    <a:pt x="2630466" y="375781"/>
                  </a:cubicBezTo>
                  <a:cubicBezTo>
                    <a:pt x="2614808" y="375781"/>
                    <a:pt x="2599151" y="375781"/>
                    <a:pt x="2583493" y="375781"/>
                  </a:cubicBezTo>
                  <a:cubicBezTo>
                    <a:pt x="2583493" y="386217"/>
                    <a:pt x="2583493" y="396660"/>
                    <a:pt x="2583493" y="407096"/>
                  </a:cubicBezTo>
                  <a:cubicBezTo>
                    <a:pt x="2592692" y="405381"/>
                    <a:pt x="2600521" y="407988"/>
                    <a:pt x="2606980" y="414925"/>
                  </a:cubicBezTo>
                  <a:cubicBezTo>
                    <a:pt x="2587470" y="420373"/>
                    <a:pt x="2567898" y="417766"/>
                    <a:pt x="2548264" y="407096"/>
                  </a:cubicBezTo>
                  <a:cubicBezTo>
                    <a:pt x="2533530" y="415755"/>
                    <a:pt x="2519172" y="415755"/>
                    <a:pt x="2505206" y="407096"/>
                  </a:cubicBezTo>
                  <a:cubicBezTo>
                    <a:pt x="2517301" y="399643"/>
                    <a:pt x="2530352" y="397036"/>
                    <a:pt x="2544349" y="399267"/>
                  </a:cubicBezTo>
                  <a:cubicBezTo>
                    <a:pt x="2542212" y="383993"/>
                    <a:pt x="2547426" y="372250"/>
                    <a:pt x="2560007" y="364038"/>
                  </a:cubicBezTo>
                  <a:cubicBezTo>
                    <a:pt x="2529428" y="373315"/>
                    <a:pt x="2502027" y="390280"/>
                    <a:pt x="2477805" y="414925"/>
                  </a:cubicBezTo>
                  <a:cubicBezTo>
                    <a:pt x="2463611" y="406243"/>
                    <a:pt x="2457090" y="411464"/>
                    <a:pt x="2458233" y="430582"/>
                  </a:cubicBezTo>
                  <a:cubicBezTo>
                    <a:pt x="2439781" y="431858"/>
                    <a:pt x="2421516" y="430559"/>
                    <a:pt x="2403432" y="426668"/>
                  </a:cubicBezTo>
                  <a:cubicBezTo>
                    <a:pt x="2411683" y="415801"/>
                    <a:pt x="2412983" y="404058"/>
                    <a:pt x="2407346" y="391438"/>
                  </a:cubicBezTo>
                  <a:cubicBezTo>
                    <a:pt x="2402296" y="400410"/>
                    <a:pt x="2395775" y="408239"/>
                    <a:pt x="2387774" y="414925"/>
                  </a:cubicBezTo>
                  <a:cubicBezTo>
                    <a:pt x="2397255" y="424476"/>
                    <a:pt x="2397255" y="433612"/>
                    <a:pt x="2387774" y="442325"/>
                  </a:cubicBezTo>
                  <a:cubicBezTo>
                    <a:pt x="2401967" y="441965"/>
                    <a:pt x="2415010" y="443265"/>
                    <a:pt x="2426918" y="446240"/>
                  </a:cubicBezTo>
                  <a:cubicBezTo>
                    <a:pt x="2415136" y="456746"/>
                    <a:pt x="2409914" y="469789"/>
                    <a:pt x="2411260" y="485384"/>
                  </a:cubicBezTo>
                  <a:cubicBezTo>
                    <a:pt x="2395603" y="485384"/>
                    <a:pt x="2379945" y="485384"/>
                    <a:pt x="2364288" y="485384"/>
                  </a:cubicBezTo>
                  <a:cubicBezTo>
                    <a:pt x="2365540" y="498684"/>
                    <a:pt x="2364241" y="511735"/>
                    <a:pt x="2360373" y="524527"/>
                  </a:cubicBezTo>
                  <a:cubicBezTo>
                    <a:pt x="2335713" y="511524"/>
                    <a:pt x="2323970" y="519353"/>
                    <a:pt x="2325144" y="548014"/>
                  </a:cubicBezTo>
                  <a:cubicBezTo>
                    <a:pt x="2313573" y="545962"/>
                    <a:pt x="2303137" y="548569"/>
                    <a:pt x="2293829" y="555842"/>
                  </a:cubicBezTo>
                  <a:cubicBezTo>
                    <a:pt x="2305564" y="578021"/>
                    <a:pt x="2323837" y="591064"/>
                    <a:pt x="2348630" y="594986"/>
                  </a:cubicBezTo>
                  <a:cubicBezTo>
                    <a:pt x="2326874" y="612147"/>
                    <a:pt x="2303388" y="625198"/>
                    <a:pt x="2278171" y="634130"/>
                  </a:cubicBezTo>
                  <a:cubicBezTo>
                    <a:pt x="2278171" y="644566"/>
                    <a:pt x="2278171" y="655009"/>
                    <a:pt x="2278171" y="665445"/>
                  </a:cubicBezTo>
                  <a:cubicBezTo>
                    <a:pt x="2251569" y="662940"/>
                    <a:pt x="2225468" y="665547"/>
                    <a:pt x="2199884" y="673274"/>
                  </a:cubicBezTo>
                  <a:cubicBezTo>
                    <a:pt x="2184484" y="707071"/>
                    <a:pt x="2158383" y="720121"/>
                    <a:pt x="2121596" y="712418"/>
                  </a:cubicBezTo>
                  <a:cubicBezTo>
                    <a:pt x="2123647" y="723989"/>
                    <a:pt x="2121040" y="734424"/>
                    <a:pt x="2113767" y="743733"/>
                  </a:cubicBezTo>
                  <a:cubicBezTo>
                    <a:pt x="2087596" y="759281"/>
                    <a:pt x="2077160" y="782767"/>
                    <a:pt x="2082452" y="814192"/>
                  </a:cubicBezTo>
                  <a:cubicBezTo>
                    <a:pt x="2074623" y="814192"/>
                    <a:pt x="2066795" y="814192"/>
                    <a:pt x="2058966" y="814192"/>
                  </a:cubicBezTo>
                  <a:cubicBezTo>
                    <a:pt x="2058966" y="824628"/>
                    <a:pt x="2058966" y="835071"/>
                    <a:pt x="2058966" y="845507"/>
                  </a:cubicBezTo>
                  <a:cubicBezTo>
                    <a:pt x="2051137" y="845507"/>
                    <a:pt x="2043308" y="845507"/>
                    <a:pt x="2035479" y="845507"/>
                  </a:cubicBezTo>
                  <a:cubicBezTo>
                    <a:pt x="2035479" y="835071"/>
                    <a:pt x="2035479" y="824628"/>
                    <a:pt x="2035479" y="814192"/>
                  </a:cubicBezTo>
                  <a:cubicBezTo>
                    <a:pt x="2018084" y="811671"/>
                    <a:pt x="2003726" y="816893"/>
                    <a:pt x="1992421" y="829849"/>
                  </a:cubicBezTo>
                  <a:cubicBezTo>
                    <a:pt x="1994809" y="814638"/>
                    <a:pt x="1994809" y="798981"/>
                    <a:pt x="1992421" y="782877"/>
                  </a:cubicBezTo>
                  <a:cubicBezTo>
                    <a:pt x="1989814" y="790706"/>
                    <a:pt x="1987200" y="798534"/>
                    <a:pt x="1984592" y="806363"/>
                  </a:cubicBezTo>
                  <a:cubicBezTo>
                    <a:pt x="1960347" y="812540"/>
                    <a:pt x="1959039" y="821676"/>
                    <a:pt x="1980678" y="833764"/>
                  </a:cubicBezTo>
                  <a:cubicBezTo>
                    <a:pt x="1963635" y="843174"/>
                    <a:pt x="1945363" y="847088"/>
                    <a:pt x="1925877" y="845507"/>
                  </a:cubicBezTo>
                  <a:cubicBezTo>
                    <a:pt x="1927145" y="829638"/>
                    <a:pt x="1925838" y="813981"/>
                    <a:pt x="1921962" y="798534"/>
                  </a:cubicBezTo>
                  <a:cubicBezTo>
                    <a:pt x="1902077" y="810434"/>
                    <a:pt x="1879898" y="818263"/>
                    <a:pt x="1855418" y="822021"/>
                  </a:cubicBezTo>
                  <a:cubicBezTo>
                    <a:pt x="1873275" y="827383"/>
                    <a:pt x="1891540" y="828683"/>
                    <a:pt x="1910219" y="825935"/>
                  </a:cubicBezTo>
                  <a:cubicBezTo>
                    <a:pt x="1897568" y="830750"/>
                    <a:pt x="1887132" y="838578"/>
                    <a:pt x="1878904" y="849421"/>
                  </a:cubicBezTo>
                  <a:cubicBezTo>
                    <a:pt x="1895031" y="861109"/>
                    <a:pt x="1897638" y="875460"/>
                    <a:pt x="1886733" y="892479"/>
                  </a:cubicBezTo>
                  <a:cubicBezTo>
                    <a:pt x="1877096" y="883469"/>
                    <a:pt x="1877096" y="874340"/>
                    <a:pt x="1886733" y="865079"/>
                  </a:cubicBezTo>
                  <a:cubicBezTo>
                    <a:pt x="1866746" y="858416"/>
                    <a:pt x="1848482" y="861023"/>
                    <a:pt x="1831932" y="872908"/>
                  </a:cubicBezTo>
                  <a:cubicBezTo>
                    <a:pt x="1840731" y="874857"/>
                    <a:pt x="1848560" y="878771"/>
                    <a:pt x="1855418" y="884651"/>
                  </a:cubicBezTo>
                  <a:cubicBezTo>
                    <a:pt x="1872821" y="906790"/>
                    <a:pt x="1871514" y="925055"/>
                    <a:pt x="1851503" y="939452"/>
                  </a:cubicBezTo>
                  <a:cubicBezTo>
                    <a:pt x="1847440" y="931498"/>
                    <a:pt x="1840911" y="926284"/>
                    <a:pt x="1831932" y="923795"/>
                  </a:cubicBezTo>
                  <a:cubicBezTo>
                    <a:pt x="1817268" y="923654"/>
                    <a:pt x="1814661" y="927568"/>
                    <a:pt x="1824103" y="935538"/>
                  </a:cubicBezTo>
                  <a:cubicBezTo>
                    <a:pt x="1790932" y="946553"/>
                    <a:pt x="1760917" y="950467"/>
                    <a:pt x="1734072" y="947281"/>
                  </a:cubicBezTo>
                  <a:cubicBezTo>
                    <a:pt x="1730291" y="939859"/>
                    <a:pt x="1728991" y="932030"/>
                    <a:pt x="1730158" y="923795"/>
                  </a:cubicBezTo>
                  <a:cubicBezTo>
                    <a:pt x="1719808" y="922464"/>
                    <a:pt x="1710672" y="925071"/>
                    <a:pt x="1702757" y="931623"/>
                  </a:cubicBezTo>
                  <a:cubicBezTo>
                    <a:pt x="1686778" y="912255"/>
                    <a:pt x="1665899" y="904426"/>
                    <a:pt x="1640127" y="908137"/>
                  </a:cubicBezTo>
                  <a:cubicBezTo>
                    <a:pt x="1612953" y="909930"/>
                    <a:pt x="1593381" y="913844"/>
                    <a:pt x="1581411" y="919880"/>
                  </a:cubicBezTo>
                  <a:cubicBezTo>
                    <a:pt x="1562348" y="913202"/>
                    <a:pt x="1544075" y="905373"/>
                    <a:pt x="1526610" y="896394"/>
                  </a:cubicBezTo>
                  <a:cubicBezTo>
                    <a:pt x="1535487" y="888440"/>
                    <a:pt x="1532880" y="883218"/>
                    <a:pt x="1518781" y="880736"/>
                  </a:cubicBezTo>
                  <a:cubicBezTo>
                    <a:pt x="1541328" y="841921"/>
                    <a:pt x="1530884" y="830178"/>
                    <a:pt x="1487466" y="845507"/>
                  </a:cubicBezTo>
                  <a:cubicBezTo>
                    <a:pt x="1486299" y="853743"/>
                    <a:pt x="1487599" y="861572"/>
                    <a:pt x="1491380" y="868993"/>
                  </a:cubicBezTo>
                  <a:cubicBezTo>
                    <a:pt x="1498371" y="859513"/>
                    <a:pt x="1504893" y="859513"/>
                    <a:pt x="1510952" y="868993"/>
                  </a:cubicBezTo>
                  <a:cubicBezTo>
                    <a:pt x="1502020" y="876235"/>
                    <a:pt x="1502020" y="882764"/>
                    <a:pt x="1510952" y="888565"/>
                  </a:cubicBezTo>
                  <a:cubicBezTo>
                    <a:pt x="1503123" y="889872"/>
                    <a:pt x="1495295" y="891172"/>
                    <a:pt x="1487466" y="892479"/>
                  </a:cubicBezTo>
                  <a:cubicBezTo>
                    <a:pt x="1462132" y="882819"/>
                    <a:pt x="1436031" y="876290"/>
                    <a:pt x="1409178" y="872908"/>
                  </a:cubicBezTo>
                  <a:cubicBezTo>
                    <a:pt x="1450929" y="867686"/>
                    <a:pt x="1450929" y="862472"/>
                    <a:pt x="1409178" y="857250"/>
                  </a:cubicBezTo>
                  <a:cubicBezTo>
                    <a:pt x="1415731" y="849335"/>
                    <a:pt x="1418338" y="840199"/>
                    <a:pt x="1417007" y="829849"/>
                  </a:cubicBezTo>
                  <a:cubicBezTo>
                    <a:pt x="1398852" y="824628"/>
                    <a:pt x="1380579" y="823320"/>
                    <a:pt x="1362206" y="825935"/>
                  </a:cubicBezTo>
                  <a:cubicBezTo>
                    <a:pt x="1380376" y="844763"/>
                    <a:pt x="1375162" y="857814"/>
                    <a:pt x="1346548" y="865079"/>
                  </a:cubicBezTo>
                  <a:cubicBezTo>
                    <a:pt x="1354377" y="867686"/>
                    <a:pt x="1362206" y="870301"/>
                    <a:pt x="1370034" y="872908"/>
                  </a:cubicBezTo>
                  <a:cubicBezTo>
                    <a:pt x="1321723" y="881543"/>
                    <a:pt x="1298237" y="880243"/>
                    <a:pt x="1299575" y="868993"/>
                  </a:cubicBezTo>
                  <a:cubicBezTo>
                    <a:pt x="1299575" y="861164"/>
                    <a:pt x="1299575" y="853336"/>
                    <a:pt x="1299575" y="845507"/>
                  </a:cubicBezTo>
                  <a:cubicBezTo>
                    <a:pt x="1283292" y="849766"/>
                    <a:pt x="1267634" y="856295"/>
                    <a:pt x="1252603" y="865079"/>
                  </a:cubicBezTo>
                  <a:cubicBezTo>
                    <a:pt x="1263039" y="870301"/>
                    <a:pt x="1263039" y="875515"/>
                    <a:pt x="1252603" y="880736"/>
                  </a:cubicBezTo>
                  <a:cubicBezTo>
                    <a:pt x="1281311" y="883343"/>
                    <a:pt x="1310011" y="885958"/>
                    <a:pt x="1338719" y="888565"/>
                  </a:cubicBezTo>
                  <a:cubicBezTo>
                    <a:pt x="1278665" y="892072"/>
                    <a:pt x="1219949" y="895987"/>
                    <a:pt x="1162572" y="900308"/>
                  </a:cubicBezTo>
                  <a:cubicBezTo>
                    <a:pt x="1143399" y="897482"/>
                    <a:pt x="1125135" y="892260"/>
                    <a:pt x="1107771" y="884651"/>
                  </a:cubicBezTo>
                  <a:cubicBezTo>
                    <a:pt x="1074334" y="895681"/>
                    <a:pt x="1065206" y="916553"/>
                    <a:pt x="1080370" y="947281"/>
                  </a:cubicBezTo>
                  <a:cubicBezTo>
                    <a:pt x="1043042" y="952338"/>
                    <a:pt x="1029992" y="937988"/>
                    <a:pt x="1041226" y="904223"/>
                  </a:cubicBezTo>
                  <a:cubicBezTo>
                    <a:pt x="1031471" y="888933"/>
                    <a:pt x="1018421" y="881104"/>
                    <a:pt x="1002082" y="880736"/>
                  </a:cubicBezTo>
                  <a:cubicBezTo>
                    <a:pt x="1008791" y="886131"/>
                    <a:pt x="1014005" y="892652"/>
                    <a:pt x="1017740" y="900308"/>
                  </a:cubicBezTo>
                  <a:cubicBezTo>
                    <a:pt x="1007304" y="908137"/>
                    <a:pt x="1007304" y="915966"/>
                    <a:pt x="1017740" y="923795"/>
                  </a:cubicBezTo>
                  <a:cubicBezTo>
                    <a:pt x="1010584" y="944995"/>
                    <a:pt x="997534" y="950217"/>
                    <a:pt x="978596" y="939452"/>
                  </a:cubicBezTo>
                  <a:cubicBezTo>
                    <a:pt x="971660" y="945911"/>
                    <a:pt x="969053" y="953740"/>
                    <a:pt x="970767" y="962938"/>
                  </a:cubicBezTo>
                  <a:cubicBezTo>
                    <a:pt x="955110" y="962938"/>
                    <a:pt x="939452" y="962938"/>
                    <a:pt x="923795" y="962938"/>
                  </a:cubicBezTo>
                  <a:cubicBezTo>
                    <a:pt x="929517" y="991959"/>
                    <a:pt x="933432" y="1020668"/>
                    <a:pt x="935538" y="1049055"/>
                  </a:cubicBezTo>
                  <a:cubicBezTo>
                    <a:pt x="926848" y="1035409"/>
                    <a:pt x="915105" y="1024974"/>
                    <a:pt x="900308" y="1017740"/>
                  </a:cubicBezTo>
                  <a:cubicBezTo>
                    <a:pt x="901944" y="1013152"/>
                    <a:pt x="904559" y="1009238"/>
                    <a:pt x="908137" y="1005997"/>
                  </a:cubicBezTo>
                  <a:cubicBezTo>
                    <a:pt x="893787" y="996860"/>
                    <a:pt x="882044" y="985117"/>
                    <a:pt x="872908" y="970767"/>
                  </a:cubicBezTo>
                  <a:cubicBezTo>
                    <a:pt x="867036" y="975668"/>
                    <a:pt x="860507" y="979582"/>
                    <a:pt x="853336" y="982510"/>
                  </a:cubicBezTo>
                  <a:cubicBezTo>
                    <a:pt x="855943" y="985117"/>
                    <a:pt x="858557" y="987732"/>
                    <a:pt x="861164" y="990339"/>
                  </a:cubicBezTo>
                  <a:cubicBezTo>
                    <a:pt x="845718" y="994214"/>
                    <a:pt x="830061" y="995522"/>
                    <a:pt x="814192" y="994253"/>
                  </a:cubicBezTo>
                  <a:cubicBezTo>
                    <a:pt x="811726" y="1007766"/>
                    <a:pt x="810426" y="1020817"/>
                    <a:pt x="810277" y="1033397"/>
                  </a:cubicBezTo>
                  <a:cubicBezTo>
                    <a:pt x="818192" y="1026845"/>
                    <a:pt x="827328" y="1024238"/>
                    <a:pt x="837678" y="1025569"/>
                  </a:cubicBezTo>
                  <a:cubicBezTo>
                    <a:pt x="837678" y="1036004"/>
                    <a:pt x="837678" y="1046448"/>
                    <a:pt x="837678" y="1056884"/>
                  </a:cubicBezTo>
                  <a:cubicBezTo>
                    <a:pt x="821206" y="1059225"/>
                    <a:pt x="805549" y="1056617"/>
                    <a:pt x="790705" y="1049055"/>
                  </a:cubicBezTo>
                  <a:cubicBezTo>
                    <a:pt x="801501" y="1038384"/>
                    <a:pt x="800202" y="1030556"/>
                    <a:pt x="786791" y="1025569"/>
                  </a:cubicBezTo>
                  <a:cubicBezTo>
                    <a:pt x="773639" y="1033765"/>
                    <a:pt x="759281" y="1038979"/>
                    <a:pt x="743733" y="1041226"/>
                  </a:cubicBezTo>
                  <a:cubicBezTo>
                    <a:pt x="716661" y="1046910"/>
                    <a:pt x="703610" y="1036474"/>
                    <a:pt x="704589" y="1009911"/>
                  </a:cubicBezTo>
                  <a:cubicBezTo>
                    <a:pt x="727668" y="1007743"/>
                    <a:pt x="749847" y="1010350"/>
                    <a:pt x="771134" y="1017740"/>
                  </a:cubicBezTo>
                  <a:cubicBezTo>
                    <a:pt x="774915" y="1010318"/>
                    <a:pt x="776214" y="1002489"/>
                    <a:pt x="775048" y="994253"/>
                  </a:cubicBezTo>
                  <a:cubicBezTo>
                    <a:pt x="759390" y="994253"/>
                    <a:pt x="743733" y="994253"/>
                    <a:pt x="728075" y="994253"/>
                  </a:cubicBezTo>
                  <a:cubicBezTo>
                    <a:pt x="728075" y="978596"/>
                    <a:pt x="728075" y="962938"/>
                    <a:pt x="728075" y="947281"/>
                  </a:cubicBezTo>
                  <a:cubicBezTo>
                    <a:pt x="743733" y="947281"/>
                    <a:pt x="759390" y="947281"/>
                    <a:pt x="775048" y="947281"/>
                  </a:cubicBezTo>
                  <a:cubicBezTo>
                    <a:pt x="775048" y="939452"/>
                    <a:pt x="775048" y="931623"/>
                    <a:pt x="775048" y="923795"/>
                  </a:cubicBezTo>
                  <a:cubicBezTo>
                    <a:pt x="759390" y="923795"/>
                    <a:pt x="743733" y="923795"/>
                    <a:pt x="728075" y="923795"/>
                  </a:cubicBezTo>
                  <a:cubicBezTo>
                    <a:pt x="728075" y="913359"/>
                    <a:pt x="728075" y="902915"/>
                    <a:pt x="728075" y="892479"/>
                  </a:cubicBezTo>
                  <a:cubicBezTo>
                    <a:pt x="757136" y="888870"/>
                    <a:pt x="785844" y="883656"/>
                    <a:pt x="814192" y="876822"/>
                  </a:cubicBezTo>
                  <a:cubicBezTo>
                    <a:pt x="814192" y="866386"/>
                    <a:pt x="814192" y="855943"/>
                    <a:pt x="814192" y="845507"/>
                  </a:cubicBezTo>
                  <a:cubicBezTo>
                    <a:pt x="829591" y="843636"/>
                    <a:pt x="843949" y="846243"/>
                    <a:pt x="857250" y="853336"/>
                  </a:cubicBezTo>
                  <a:cubicBezTo>
                    <a:pt x="861031" y="845914"/>
                    <a:pt x="862331" y="838085"/>
                    <a:pt x="861164" y="829849"/>
                  </a:cubicBezTo>
                  <a:cubicBezTo>
                    <a:pt x="871913" y="831078"/>
                    <a:pt x="882357" y="829771"/>
                    <a:pt x="892479" y="825935"/>
                  </a:cubicBezTo>
                  <a:cubicBezTo>
                    <a:pt x="885927" y="818020"/>
                    <a:pt x="883320" y="808884"/>
                    <a:pt x="884651" y="798534"/>
                  </a:cubicBezTo>
                  <a:cubicBezTo>
                    <a:pt x="934614" y="794972"/>
                    <a:pt x="941135" y="779315"/>
                    <a:pt x="904223" y="751562"/>
                  </a:cubicBezTo>
                  <a:cubicBezTo>
                    <a:pt x="896269" y="760439"/>
                    <a:pt x="891047" y="757833"/>
                    <a:pt x="888565" y="743733"/>
                  </a:cubicBezTo>
                  <a:cubicBezTo>
                    <a:pt x="874411" y="746770"/>
                    <a:pt x="861360" y="746770"/>
                    <a:pt x="849421" y="743733"/>
                  </a:cubicBezTo>
                  <a:cubicBezTo>
                    <a:pt x="842031" y="749706"/>
                    <a:pt x="838116" y="757535"/>
                    <a:pt x="837678" y="767219"/>
                  </a:cubicBezTo>
                  <a:cubicBezTo>
                    <a:pt x="841287" y="786893"/>
                    <a:pt x="841287" y="807772"/>
                    <a:pt x="837678" y="829849"/>
                  </a:cubicBezTo>
                  <a:cubicBezTo>
                    <a:pt x="822021" y="829849"/>
                    <a:pt x="806363" y="829849"/>
                    <a:pt x="790705" y="829849"/>
                  </a:cubicBezTo>
                  <a:cubicBezTo>
                    <a:pt x="790705" y="819414"/>
                    <a:pt x="790705" y="808970"/>
                    <a:pt x="790705" y="798534"/>
                  </a:cubicBezTo>
                  <a:cubicBezTo>
                    <a:pt x="777655" y="798534"/>
                    <a:pt x="764612" y="798534"/>
                    <a:pt x="751562" y="798534"/>
                  </a:cubicBezTo>
                  <a:cubicBezTo>
                    <a:pt x="752525" y="774359"/>
                    <a:pt x="744696" y="753480"/>
                    <a:pt x="728075" y="735904"/>
                  </a:cubicBezTo>
                  <a:cubicBezTo>
                    <a:pt x="699320" y="726791"/>
                    <a:pt x="675834" y="709827"/>
                    <a:pt x="657616" y="685017"/>
                  </a:cubicBezTo>
                  <a:cubicBezTo>
                    <a:pt x="637684" y="689965"/>
                    <a:pt x="616813" y="693879"/>
                    <a:pt x="594986" y="696760"/>
                  </a:cubicBezTo>
                  <a:cubicBezTo>
                    <a:pt x="594986" y="686324"/>
                    <a:pt x="594986" y="675881"/>
                    <a:pt x="594986" y="665445"/>
                  </a:cubicBezTo>
                  <a:cubicBezTo>
                    <a:pt x="614269" y="663245"/>
                    <a:pt x="631234" y="655417"/>
                    <a:pt x="645873" y="641959"/>
                  </a:cubicBezTo>
                  <a:cubicBezTo>
                    <a:pt x="658157" y="653217"/>
                    <a:pt x="669900" y="664960"/>
                    <a:pt x="681103" y="677188"/>
                  </a:cubicBezTo>
                  <a:cubicBezTo>
                    <a:pt x="694153" y="682410"/>
                    <a:pt x="707196" y="682410"/>
                    <a:pt x="720247" y="677188"/>
                  </a:cubicBezTo>
                  <a:cubicBezTo>
                    <a:pt x="698044" y="664193"/>
                    <a:pt x="686301" y="644621"/>
                    <a:pt x="685017" y="618473"/>
                  </a:cubicBezTo>
                  <a:cubicBezTo>
                    <a:pt x="682410" y="623694"/>
                    <a:pt x="679795" y="628908"/>
                    <a:pt x="677188" y="634130"/>
                  </a:cubicBezTo>
                  <a:cubicBezTo>
                    <a:pt x="664631" y="625135"/>
                    <a:pt x="651588" y="625135"/>
                    <a:pt x="638045" y="634130"/>
                  </a:cubicBezTo>
                  <a:cubicBezTo>
                    <a:pt x="625644" y="630310"/>
                    <a:pt x="616508" y="622481"/>
                    <a:pt x="610644" y="610644"/>
                  </a:cubicBezTo>
                  <a:cubicBezTo>
                    <a:pt x="606056" y="612280"/>
                    <a:pt x="602142" y="614895"/>
                    <a:pt x="598901" y="618473"/>
                  </a:cubicBezTo>
                  <a:cubicBezTo>
                    <a:pt x="592786" y="607168"/>
                    <a:pt x="594094" y="596732"/>
                    <a:pt x="602815" y="587158"/>
                  </a:cubicBezTo>
                  <a:cubicBezTo>
                    <a:pt x="616053" y="600905"/>
                    <a:pt x="631711" y="604819"/>
                    <a:pt x="649788" y="598901"/>
                  </a:cubicBezTo>
                  <a:cubicBezTo>
                    <a:pt x="629809" y="576565"/>
                    <a:pt x="607630" y="556993"/>
                    <a:pt x="583243" y="540185"/>
                  </a:cubicBezTo>
                  <a:cubicBezTo>
                    <a:pt x="569050" y="548867"/>
                    <a:pt x="562528" y="543645"/>
                    <a:pt x="563671" y="524527"/>
                  </a:cubicBezTo>
                  <a:cubicBezTo>
                    <a:pt x="550801" y="526203"/>
                    <a:pt x="539058" y="523588"/>
                    <a:pt x="528442" y="516699"/>
                  </a:cubicBezTo>
                  <a:cubicBezTo>
                    <a:pt x="527776" y="504290"/>
                    <a:pt x="526477" y="493854"/>
                    <a:pt x="524527" y="485384"/>
                  </a:cubicBezTo>
                  <a:cubicBezTo>
                    <a:pt x="514585" y="493698"/>
                    <a:pt x="505449" y="501527"/>
                    <a:pt x="497127" y="508870"/>
                  </a:cubicBezTo>
                  <a:cubicBezTo>
                    <a:pt x="494520" y="506263"/>
                    <a:pt x="491905" y="503648"/>
                    <a:pt x="489298" y="501041"/>
                  </a:cubicBezTo>
                  <a:cubicBezTo>
                    <a:pt x="486691" y="508870"/>
                    <a:pt x="484076" y="516699"/>
                    <a:pt x="481469" y="524527"/>
                  </a:cubicBezTo>
                  <a:cubicBezTo>
                    <a:pt x="465107" y="514420"/>
                    <a:pt x="454664" y="519642"/>
                    <a:pt x="450154" y="540185"/>
                  </a:cubicBezTo>
                  <a:cubicBezTo>
                    <a:pt x="433526" y="534494"/>
                    <a:pt x="416561" y="529272"/>
                    <a:pt x="399267" y="524527"/>
                  </a:cubicBezTo>
                  <a:cubicBezTo>
                    <a:pt x="390624" y="533382"/>
                    <a:pt x="393231" y="539911"/>
                    <a:pt x="407096" y="544099"/>
                  </a:cubicBezTo>
                  <a:cubicBezTo>
                    <a:pt x="382028" y="545274"/>
                    <a:pt x="361149" y="536137"/>
                    <a:pt x="344466" y="516699"/>
                  </a:cubicBezTo>
                  <a:cubicBezTo>
                    <a:pt x="361251" y="496399"/>
                    <a:pt x="378216" y="496399"/>
                    <a:pt x="395353" y="516699"/>
                  </a:cubicBezTo>
                  <a:cubicBezTo>
                    <a:pt x="400575" y="506263"/>
                    <a:pt x="408403" y="498434"/>
                    <a:pt x="418839" y="493212"/>
                  </a:cubicBezTo>
                  <a:cubicBezTo>
                    <a:pt x="424061" y="482777"/>
                    <a:pt x="424061" y="472333"/>
                    <a:pt x="418839" y="461897"/>
                  </a:cubicBezTo>
                  <a:cubicBezTo>
                    <a:pt x="388565" y="463980"/>
                    <a:pt x="358558" y="463980"/>
                    <a:pt x="328808" y="461897"/>
                  </a:cubicBezTo>
                  <a:cubicBezTo>
                    <a:pt x="323391" y="466008"/>
                    <a:pt x="319476" y="471229"/>
                    <a:pt x="317065" y="477555"/>
                  </a:cubicBezTo>
                  <a:cubicBezTo>
                    <a:pt x="305494" y="450209"/>
                    <a:pt x="289837" y="447602"/>
                    <a:pt x="270092" y="469726"/>
                  </a:cubicBezTo>
                  <a:cubicBezTo>
                    <a:pt x="249683" y="449958"/>
                    <a:pt x="228811" y="449958"/>
                    <a:pt x="207462" y="469726"/>
                  </a:cubicBezTo>
                  <a:cubicBezTo>
                    <a:pt x="191617" y="467378"/>
                    <a:pt x="187703" y="460856"/>
                    <a:pt x="195719" y="450154"/>
                  </a:cubicBezTo>
                  <a:cubicBezTo>
                    <a:pt x="174840" y="444932"/>
                    <a:pt x="153968" y="444932"/>
                    <a:pt x="133089" y="450154"/>
                  </a:cubicBezTo>
                  <a:cubicBezTo>
                    <a:pt x="148747" y="452761"/>
                    <a:pt x="164404" y="455376"/>
                    <a:pt x="180062" y="457983"/>
                  </a:cubicBezTo>
                  <a:cubicBezTo>
                    <a:pt x="177455" y="460590"/>
                    <a:pt x="174840" y="463205"/>
                    <a:pt x="172233" y="465812"/>
                  </a:cubicBezTo>
                  <a:cubicBezTo>
                    <a:pt x="186348" y="470799"/>
                    <a:pt x="196784" y="479927"/>
                    <a:pt x="203548" y="493212"/>
                  </a:cubicBezTo>
                  <a:cubicBezTo>
                    <a:pt x="187256" y="495044"/>
                    <a:pt x="170291" y="502873"/>
                    <a:pt x="152661" y="516699"/>
                  </a:cubicBezTo>
                  <a:cubicBezTo>
                    <a:pt x="148747" y="515391"/>
                    <a:pt x="144832" y="514092"/>
                    <a:pt x="140918" y="512784"/>
                  </a:cubicBezTo>
                  <a:cubicBezTo>
                    <a:pt x="151353" y="502348"/>
                    <a:pt x="161797" y="491905"/>
                    <a:pt x="172233" y="481469"/>
                  </a:cubicBezTo>
                  <a:cubicBezTo>
                    <a:pt x="155839" y="477985"/>
                    <a:pt x="144096" y="484507"/>
                    <a:pt x="137003" y="501041"/>
                  </a:cubicBezTo>
                  <a:cubicBezTo>
                    <a:pt x="134397" y="498434"/>
                    <a:pt x="131782" y="495819"/>
                    <a:pt x="129175" y="493212"/>
                  </a:cubicBezTo>
                  <a:cubicBezTo>
                    <a:pt x="138350" y="528105"/>
                    <a:pt x="130521" y="559420"/>
                    <a:pt x="105688" y="587158"/>
                  </a:cubicBezTo>
                  <a:cubicBezTo>
                    <a:pt x="104068" y="615255"/>
                    <a:pt x="100153" y="642656"/>
                    <a:pt x="93945" y="669360"/>
                  </a:cubicBezTo>
                  <a:cubicBezTo>
                    <a:pt x="101774" y="673274"/>
                    <a:pt x="109603" y="677188"/>
                    <a:pt x="117432" y="681103"/>
                  </a:cubicBezTo>
                  <a:cubicBezTo>
                    <a:pt x="143556" y="676335"/>
                    <a:pt x="146163" y="667199"/>
                    <a:pt x="125260" y="653702"/>
                  </a:cubicBezTo>
                  <a:cubicBezTo>
                    <a:pt x="136463" y="650061"/>
                    <a:pt x="145592" y="643532"/>
                    <a:pt x="152661" y="634130"/>
                  </a:cubicBezTo>
                  <a:cubicBezTo>
                    <a:pt x="151502" y="644503"/>
                    <a:pt x="152802" y="653639"/>
                    <a:pt x="156575" y="661531"/>
                  </a:cubicBezTo>
                  <a:cubicBezTo>
                    <a:pt x="171708" y="663496"/>
                    <a:pt x="186059" y="667410"/>
                    <a:pt x="199634" y="673274"/>
                  </a:cubicBezTo>
                  <a:cubicBezTo>
                    <a:pt x="221413" y="662838"/>
                    <a:pt x="240985" y="666753"/>
                    <a:pt x="258349" y="685017"/>
                  </a:cubicBezTo>
                  <a:cubicBezTo>
                    <a:pt x="245393" y="696322"/>
                    <a:pt x="240171" y="710680"/>
                    <a:pt x="242692" y="728075"/>
                  </a:cubicBezTo>
                  <a:cubicBezTo>
                    <a:pt x="250521" y="728075"/>
                    <a:pt x="258349" y="728075"/>
                    <a:pt x="266178" y="728075"/>
                  </a:cubicBezTo>
                  <a:cubicBezTo>
                    <a:pt x="267806" y="747021"/>
                    <a:pt x="265192" y="765285"/>
                    <a:pt x="258349" y="782877"/>
                  </a:cubicBezTo>
                  <a:cubicBezTo>
                    <a:pt x="268785" y="785484"/>
                    <a:pt x="279229" y="788098"/>
                    <a:pt x="289664" y="790706"/>
                  </a:cubicBezTo>
                  <a:cubicBezTo>
                    <a:pt x="283206" y="797642"/>
                    <a:pt x="275377" y="800249"/>
                    <a:pt x="266178" y="798534"/>
                  </a:cubicBezTo>
                  <a:cubicBezTo>
                    <a:pt x="266178" y="808970"/>
                    <a:pt x="266178" y="819414"/>
                    <a:pt x="266178" y="829849"/>
                  </a:cubicBezTo>
                  <a:cubicBezTo>
                    <a:pt x="286416" y="829317"/>
                    <a:pt x="304680" y="825403"/>
                    <a:pt x="320979" y="818106"/>
                  </a:cubicBezTo>
                  <a:cubicBezTo>
                    <a:pt x="309181" y="832026"/>
                    <a:pt x="302660" y="846376"/>
                    <a:pt x="301408" y="861164"/>
                  </a:cubicBezTo>
                  <a:cubicBezTo>
                    <a:pt x="291849" y="855121"/>
                    <a:pt x="284020" y="847292"/>
                    <a:pt x="277921" y="837678"/>
                  </a:cubicBezTo>
                  <a:cubicBezTo>
                    <a:pt x="276614" y="840285"/>
                    <a:pt x="275314" y="842900"/>
                    <a:pt x="274007" y="845507"/>
                  </a:cubicBezTo>
                  <a:cubicBezTo>
                    <a:pt x="283769" y="859779"/>
                    <a:pt x="288991" y="875436"/>
                    <a:pt x="289664" y="892479"/>
                  </a:cubicBezTo>
                  <a:cubicBezTo>
                    <a:pt x="281836" y="892479"/>
                    <a:pt x="274007" y="892479"/>
                    <a:pt x="266178" y="892479"/>
                  </a:cubicBezTo>
                  <a:cubicBezTo>
                    <a:pt x="264651" y="858127"/>
                    <a:pt x="254216" y="826812"/>
                    <a:pt x="234863" y="798534"/>
                  </a:cubicBezTo>
                  <a:cubicBezTo>
                    <a:pt x="227653" y="780873"/>
                    <a:pt x="214602" y="773044"/>
                    <a:pt x="195719" y="775048"/>
                  </a:cubicBezTo>
                  <a:cubicBezTo>
                    <a:pt x="193480" y="748195"/>
                    <a:pt x="179122" y="729923"/>
                    <a:pt x="152661" y="720247"/>
                  </a:cubicBezTo>
                  <a:cubicBezTo>
                    <a:pt x="138413" y="757637"/>
                    <a:pt x="129276" y="796781"/>
                    <a:pt x="125260" y="837678"/>
                  </a:cubicBezTo>
                  <a:cubicBezTo>
                    <a:pt x="120673" y="839314"/>
                    <a:pt x="116758" y="841929"/>
                    <a:pt x="113517" y="845507"/>
                  </a:cubicBezTo>
                  <a:cubicBezTo>
                    <a:pt x="109626" y="863591"/>
                    <a:pt x="108327" y="881856"/>
                    <a:pt x="109603" y="900308"/>
                  </a:cubicBezTo>
                  <a:cubicBezTo>
                    <a:pt x="125260" y="902915"/>
                    <a:pt x="140918" y="905530"/>
                    <a:pt x="156575" y="908137"/>
                  </a:cubicBezTo>
                  <a:cubicBezTo>
                    <a:pt x="159182" y="931623"/>
                    <a:pt x="172233" y="944674"/>
                    <a:pt x="195719" y="947281"/>
                  </a:cubicBezTo>
                  <a:cubicBezTo>
                    <a:pt x="185550" y="977578"/>
                    <a:pt x="180328" y="1008893"/>
                    <a:pt x="180062" y="1041226"/>
                  </a:cubicBezTo>
                  <a:cubicBezTo>
                    <a:pt x="160380" y="1043215"/>
                    <a:pt x="142108" y="1049736"/>
                    <a:pt x="125260" y="1060798"/>
                  </a:cubicBezTo>
                  <a:cubicBezTo>
                    <a:pt x="146140" y="1068627"/>
                    <a:pt x="146140" y="1076456"/>
                    <a:pt x="125260" y="1084284"/>
                  </a:cubicBezTo>
                  <a:cubicBezTo>
                    <a:pt x="125769" y="1098603"/>
                    <a:pt x="128376" y="1112953"/>
                    <a:pt x="133089" y="1127343"/>
                  </a:cubicBezTo>
                  <a:cubicBezTo>
                    <a:pt x="110182" y="1114895"/>
                    <a:pt x="86696" y="1103151"/>
                    <a:pt x="62630" y="1092113"/>
                  </a:cubicBezTo>
                  <a:cubicBezTo>
                    <a:pt x="81403" y="1091917"/>
                    <a:pt x="99668" y="1085388"/>
                    <a:pt x="117432" y="1072541"/>
                  </a:cubicBezTo>
                  <a:cubicBezTo>
                    <a:pt x="111591" y="1062865"/>
                    <a:pt x="108984" y="1052421"/>
                    <a:pt x="109603" y="1041226"/>
                  </a:cubicBezTo>
                  <a:cubicBezTo>
                    <a:pt x="96732" y="1039551"/>
                    <a:pt x="84989" y="1042165"/>
                    <a:pt x="74373" y="1049055"/>
                  </a:cubicBezTo>
                  <a:cubicBezTo>
                    <a:pt x="65339" y="1039324"/>
                    <a:pt x="54895" y="1031495"/>
                    <a:pt x="43058" y="1025569"/>
                  </a:cubicBezTo>
                  <a:cubicBezTo>
                    <a:pt x="34650" y="1034321"/>
                    <a:pt x="25522" y="1042150"/>
                    <a:pt x="15658" y="1049055"/>
                  </a:cubicBezTo>
                  <a:cubicBezTo>
                    <a:pt x="22124" y="1056500"/>
                    <a:pt x="23424" y="1064329"/>
                    <a:pt x="19572" y="1072541"/>
                  </a:cubicBezTo>
                  <a:cubicBezTo>
                    <a:pt x="11861" y="1059428"/>
                    <a:pt x="5331" y="1046378"/>
                    <a:pt x="0" y="1033397"/>
                  </a:cubicBezTo>
                  <a:cubicBezTo>
                    <a:pt x="62607" y="837788"/>
                    <a:pt x="88700" y="636847"/>
                    <a:pt x="78288" y="430582"/>
                  </a:cubicBezTo>
                  <a:cubicBezTo>
                    <a:pt x="222415" y="428077"/>
                    <a:pt x="365940" y="430692"/>
                    <a:pt x="508870" y="438411"/>
                  </a:cubicBezTo>
                  <a:cubicBezTo>
                    <a:pt x="512448" y="456206"/>
                    <a:pt x="522883" y="466642"/>
                    <a:pt x="540185" y="469726"/>
                  </a:cubicBezTo>
                  <a:cubicBezTo>
                    <a:pt x="665876" y="610926"/>
                    <a:pt x="819844" y="708785"/>
                    <a:pt x="1002082" y="763305"/>
                  </a:cubicBezTo>
                  <a:cubicBezTo>
                    <a:pt x="1199148" y="795113"/>
                    <a:pt x="1397474" y="805549"/>
                    <a:pt x="1597069" y="794620"/>
                  </a:cubicBezTo>
                  <a:cubicBezTo>
                    <a:pt x="1793931" y="784685"/>
                    <a:pt x="1971385" y="722055"/>
                    <a:pt x="2129425" y="606729"/>
                  </a:cubicBezTo>
                  <a:cubicBezTo>
                    <a:pt x="2337842" y="421822"/>
                    <a:pt x="2527032" y="219581"/>
                    <a:pt x="2697010" y="0"/>
                  </a:cubicBezTo>
                  <a:cubicBezTo>
                    <a:pt x="2698326" y="194443"/>
                    <a:pt x="2702240" y="387547"/>
                    <a:pt x="2708753" y="579329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EAA73C65-77AC-423F-BB49-E7B6EE64D3A4}"/>
                </a:ext>
              </a:extLst>
            </p:cNvPr>
            <p:cNvSpPr/>
            <p:nvPr/>
          </p:nvSpPr>
          <p:spPr>
            <a:xfrm>
              <a:off x="5862399" y="6047722"/>
              <a:ext cx="93945" cy="343672"/>
            </a:xfrm>
            <a:custGeom>
              <a:avLst/>
              <a:gdLst>
                <a:gd name="connsiteX0" fmla="*/ 0 w 93945"/>
                <a:gd name="connsiteY0" fmla="*/ 0 h 343672"/>
                <a:gd name="connsiteX1" fmla="*/ 11743 w 93945"/>
                <a:gd name="connsiteY1" fmla="*/ 31315 h 343672"/>
                <a:gd name="connsiteX2" fmla="*/ 15658 w 93945"/>
                <a:gd name="connsiteY2" fmla="*/ 0 h 343672"/>
                <a:gd name="connsiteX3" fmla="*/ 23486 w 93945"/>
                <a:gd name="connsiteY3" fmla="*/ 0 h 343672"/>
                <a:gd name="connsiteX4" fmla="*/ 93945 w 93945"/>
                <a:gd name="connsiteY4" fmla="*/ 324894 h 343672"/>
                <a:gd name="connsiteX5" fmla="*/ 70459 w 93945"/>
                <a:gd name="connsiteY5" fmla="*/ 336637 h 343672"/>
                <a:gd name="connsiteX6" fmla="*/ 0 w 93945"/>
                <a:gd name="connsiteY6" fmla="*/ 0 h 34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945" h="343672">
                  <a:moveTo>
                    <a:pt x="0" y="0"/>
                  </a:moveTo>
                  <a:cubicBezTo>
                    <a:pt x="6185" y="8682"/>
                    <a:pt x="10099" y="19118"/>
                    <a:pt x="11743" y="31315"/>
                  </a:cubicBezTo>
                  <a:cubicBezTo>
                    <a:pt x="15579" y="21192"/>
                    <a:pt x="16887" y="10749"/>
                    <a:pt x="15658" y="0"/>
                  </a:cubicBezTo>
                  <a:cubicBezTo>
                    <a:pt x="18265" y="0"/>
                    <a:pt x="20879" y="0"/>
                    <a:pt x="23486" y="0"/>
                  </a:cubicBezTo>
                  <a:cubicBezTo>
                    <a:pt x="33163" y="111247"/>
                    <a:pt x="56649" y="219542"/>
                    <a:pt x="93945" y="324894"/>
                  </a:cubicBezTo>
                  <a:cubicBezTo>
                    <a:pt x="92520" y="345076"/>
                    <a:pt x="84692" y="348991"/>
                    <a:pt x="70459" y="336637"/>
                  </a:cubicBezTo>
                  <a:cubicBezTo>
                    <a:pt x="34008" y="227465"/>
                    <a:pt x="10522" y="115255"/>
                    <a:pt x="0" y="0"/>
                  </a:cubicBezTo>
                  <a:close/>
                </a:path>
              </a:pathLst>
            </a:custGeom>
            <a:solidFill>
              <a:srgbClr val="7170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405BFA80-76E5-4BCE-AF5E-9FAB21419C77}"/>
                </a:ext>
              </a:extLst>
            </p:cNvPr>
            <p:cNvSpPr/>
            <p:nvPr/>
          </p:nvSpPr>
          <p:spPr>
            <a:xfrm>
              <a:off x="3983495" y="6368702"/>
              <a:ext cx="587157" cy="360604"/>
            </a:xfrm>
            <a:custGeom>
              <a:avLst/>
              <a:gdLst>
                <a:gd name="connsiteX0" fmla="*/ 407096 w 587157"/>
                <a:gd name="connsiteY0" fmla="*/ 360123 h 360604"/>
                <a:gd name="connsiteX1" fmla="*/ 336637 w 587157"/>
                <a:gd name="connsiteY1" fmla="*/ 356209 h 360604"/>
                <a:gd name="connsiteX2" fmla="*/ 375781 w 587157"/>
                <a:gd name="connsiteY2" fmla="*/ 336637 h 360604"/>
                <a:gd name="connsiteX3" fmla="*/ 336637 w 587157"/>
                <a:gd name="connsiteY3" fmla="*/ 328808 h 360604"/>
                <a:gd name="connsiteX4" fmla="*/ 391438 w 587157"/>
                <a:gd name="connsiteY4" fmla="*/ 289664 h 360604"/>
                <a:gd name="connsiteX5" fmla="*/ 336637 w 587157"/>
                <a:gd name="connsiteY5" fmla="*/ 270092 h 360604"/>
                <a:gd name="connsiteX6" fmla="*/ 367952 w 587157"/>
                <a:gd name="connsiteY6" fmla="*/ 277921 h 360604"/>
                <a:gd name="connsiteX7" fmla="*/ 371866 w 587157"/>
                <a:gd name="connsiteY7" fmla="*/ 297493 h 360604"/>
                <a:gd name="connsiteX8" fmla="*/ 305322 w 587157"/>
                <a:gd name="connsiteY8" fmla="*/ 320979 h 360604"/>
                <a:gd name="connsiteX9" fmla="*/ 313151 w 587157"/>
                <a:gd name="connsiteY9" fmla="*/ 348380 h 360604"/>
                <a:gd name="connsiteX10" fmla="*/ 270092 w 587157"/>
                <a:gd name="connsiteY10" fmla="*/ 352295 h 360604"/>
                <a:gd name="connsiteX11" fmla="*/ 215291 w 587157"/>
                <a:gd name="connsiteY11" fmla="*/ 328808 h 360604"/>
                <a:gd name="connsiteX12" fmla="*/ 148747 w 587157"/>
                <a:gd name="connsiteY12" fmla="*/ 332723 h 360604"/>
                <a:gd name="connsiteX13" fmla="*/ 156575 w 587157"/>
                <a:gd name="connsiteY13" fmla="*/ 305322 h 360604"/>
                <a:gd name="connsiteX14" fmla="*/ 109603 w 587157"/>
                <a:gd name="connsiteY14" fmla="*/ 305322 h 360604"/>
                <a:gd name="connsiteX15" fmla="*/ 101774 w 587157"/>
                <a:gd name="connsiteY15" fmla="*/ 324894 h 360604"/>
                <a:gd name="connsiteX16" fmla="*/ 23486 w 587157"/>
                <a:gd name="connsiteY16" fmla="*/ 320979 h 360604"/>
                <a:gd name="connsiteX17" fmla="*/ 27401 w 587157"/>
                <a:gd name="connsiteY17" fmla="*/ 305322 h 360604"/>
                <a:gd name="connsiteX18" fmla="*/ 46973 w 587157"/>
                <a:gd name="connsiteY18" fmla="*/ 305322 h 360604"/>
                <a:gd name="connsiteX19" fmla="*/ 0 w 587157"/>
                <a:gd name="connsiteY19" fmla="*/ 289664 h 360604"/>
                <a:gd name="connsiteX20" fmla="*/ 7829 w 587157"/>
                <a:gd name="connsiteY20" fmla="*/ 277921 h 360604"/>
                <a:gd name="connsiteX21" fmla="*/ 66545 w 587157"/>
                <a:gd name="connsiteY21" fmla="*/ 289664 h 360604"/>
                <a:gd name="connsiteX22" fmla="*/ 93945 w 587157"/>
                <a:gd name="connsiteY22" fmla="*/ 277921 h 360604"/>
                <a:gd name="connsiteX23" fmla="*/ 46973 w 587157"/>
                <a:gd name="connsiteY23" fmla="*/ 270092 h 360604"/>
                <a:gd name="connsiteX24" fmla="*/ 62630 w 587157"/>
                <a:gd name="connsiteY24" fmla="*/ 234863 h 360604"/>
                <a:gd name="connsiteX25" fmla="*/ 133089 w 587157"/>
                <a:gd name="connsiteY25" fmla="*/ 242692 h 360604"/>
                <a:gd name="connsiteX26" fmla="*/ 133089 w 587157"/>
                <a:gd name="connsiteY26" fmla="*/ 203548 h 360604"/>
                <a:gd name="connsiteX27" fmla="*/ 176147 w 587157"/>
                <a:gd name="connsiteY27" fmla="*/ 211377 h 360604"/>
                <a:gd name="connsiteX28" fmla="*/ 156575 w 587157"/>
                <a:gd name="connsiteY28" fmla="*/ 254435 h 360604"/>
                <a:gd name="connsiteX29" fmla="*/ 211377 w 587157"/>
                <a:gd name="connsiteY29" fmla="*/ 242692 h 360604"/>
                <a:gd name="connsiteX30" fmla="*/ 219205 w 587157"/>
                <a:gd name="connsiteY30" fmla="*/ 219205 h 360604"/>
                <a:gd name="connsiteX31" fmla="*/ 266178 w 587157"/>
                <a:gd name="connsiteY31" fmla="*/ 242692 h 360604"/>
                <a:gd name="connsiteX32" fmla="*/ 172233 w 587157"/>
                <a:gd name="connsiteY32" fmla="*/ 270092 h 360604"/>
                <a:gd name="connsiteX33" fmla="*/ 305322 w 587157"/>
                <a:gd name="connsiteY33" fmla="*/ 250521 h 360604"/>
                <a:gd name="connsiteX34" fmla="*/ 356209 w 587157"/>
                <a:gd name="connsiteY34" fmla="*/ 164404 h 360604"/>
                <a:gd name="connsiteX35" fmla="*/ 430582 w 587157"/>
                <a:gd name="connsiteY35" fmla="*/ 160490 h 360604"/>
                <a:gd name="connsiteX36" fmla="*/ 407096 w 587157"/>
                <a:gd name="connsiteY36" fmla="*/ 156575 h 360604"/>
                <a:gd name="connsiteX37" fmla="*/ 391438 w 587157"/>
                <a:gd name="connsiteY37" fmla="*/ 195719 h 360604"/>
                <a:gd name="connsiteX38" fmla="*/ 422753 w 587157"/>
                <a:gd name="connsiteY38" fmla="*/ 219205 h 360604"/>
                <a:gd name="connsiteX39" fmla="*/ 422753 w 587157"/>
                <a:gd name="connsiteY39" fmla="*/ 238777 h 360604"/>
                <a:gd name="connsiteX40" fmla="*/ 399267 w 587157"/>
                <a:gd name="connsiteY40" fmla="*/ 254435 h 360604"/>
                <a:gd name="connsiteX41" fmla="*/ 446240 w 587157"/>
                <a:gd name="connsiteY41" fmla="*/ 246606 h 360604"/>
                <a:gd name="connsiteX42" fmla="*/ 446240 w 587157"/>
                <a:gd name="connsiteY42" fmla="*/ 289664 h 360604"/>
                <a:gd name="connsiteX43" fmla="*/ 493212 w 587157"/>
                <a:gd name="connsiteY43" fmla="*/ 270092 h 360604"/>
                <a:gd name="connsiteX44" fmla="*/ 485384 w 587157"/>
                <a:gd name="connsiteY44" fmla="*/ 234863 h 360604"/>
                <a:gd name="connsiteX45" fmla="*/ 438411 w 587157"/>
                <a:gd name="connsiteY45" fmla="*/ 227034 h 360604"/>
                <a:gd name="connsiteX46" fmla="*/ 422753 w 587157"/>
                <a:gd name="connsiteY46" fmla="*/ 203548 h 360604"/>
                <a:gd name="connsiteX47" fmla="*/ 422753 w 587157"/>
                <a:gd name="connsiteY47" fmla="*/ 172233 h 360604"/>
                <a:gd name="connsiteX48" fmla="*/ 446240 w 587157"/>
                <a:gd name="connsiteY48" fmla="*/ 168319 h 360604"/>
                <a:gd name="connsiteX49" fmla="*/ 446240 w 587157"/>
                <a:gd name="connsiteY49" fmla="*/ 129175 h 360604"/>
                <a:gd name="connsiteX50" fmla="*/ 340551 w 587157"/>
                <a:gd name="connsiteY50" fmla="*/ 156575 h 360604"/>
                <a:gd name="connsiteX51" fmla="*/ 313151 w 587157"/>
                <a:gd name="connsiteY51" fmla="*/ 137003 h 360604"/>
                <a:gd name="connsiteX52" fmla="*/ 422753 w 587157"/>
                <a:gd name="connsiteY52" fmla="*/ 101774 h 360604"/>
                <a:gd name="connsiteX53" fmla="*/ 508870 w 587157"/>
                <a:gd name="connsiteY53" fmla="*/ 31315 h 360604"/>
                <a:gd name="connsiteX54" fmla="*/ 540185 w 587157"/>
                <a:gd name="connsiteY54" fmla="*/ 0 h 360604"/>
                <a:gd name="connsiteX55" fmla="*/ 579329 w 587157"/>
                <a:gd name="connsiteY55" fmla="*/ 0 h 360604"/>
                <a:gd name="connsiteX56" fmla="*/ 579329 w 587157"/>
                <a:gd name="connsiteY56" fmla="*/ 39144 h 360604"/>
                <a:gd name="connsiteX57" fmla="*/ 532356 w 587157"/>
                <a:gd name="connsiteY57" fmla="*/ 50887 h 360604"/>
                <a:gd name="connsiteX58" fmla="*/ 587158 w 587157"/>
                <a:gd name="connsiteY58" fmla="*/ 74373 h 360604"/>
                <a:gd name="connsiteX59" fmla="*/ 579329 w 587157"/>
                <a:gd name="connsiteY59" fmla="*/ 156575 h 360604"/>
                <a:gd name="connsiteX60" fmla="*/ 524527 w 587157"/>
                <a:gd name="connsiteY60" fmla="*/ 176147 h 360604"/>
                <a:gd name="connsiteX61" fmla="*/ 516699 w 587157"/>
                <a:gd name="connsiteY61" fmla="*/ 191805 h 360604"/>
                <a:gd name="connsiteX62" fmla="*/ 508870 w 587157"/>
                <a:gd name="connsiteY62" fmla="*/ 270092 h 360604"/>
                <a:gd name="connsiteX63" fmla="*/ 516699 w 587157"/>
                <a:gd name="connsiteY63" fmla="*/ 277921 h 360604"/>
                <a:gd name="connsiteX64" fmla="*/ 493212 w 587157"/>
                <a:gd name="connsiteY64" fmla="*/ 281836 h 360604"/>
                <a:gd name="connsiteX65" fmla="*/ 508870 w 587157"/>
                <a:gd name="connsiteY65" fmla="*/ 320979 h 360604"/>
                <a:gd name="connsiteX66" fmla="*/ 520613 w 587157"/>
                <a:gd name="connsiteY66" fmla="*/ 305322 h 360604"/>
                <a:gd name="connsiteX67" fmla="*/ 555842 w 587157"/>
                <a:gd name="connsiteY67" fmla="*/ 305322 h 360604"/>
                <a:gd name="connsiteX68" fmla="*/ 532356 w 587157"/>
                <a:gd name="connsiteY68" fmla="*/ 328808 h 360604"/>
                <a:gd name="connsiteX69" fmla="*/ 532356 w 587157"/>
                <a:gd name="connsiteY69" fmla="*/ 352295 h 360604"/>
                <a:gd name="connsiteX70" fmla="*/ 493212 w 587157"/>
                <a:gd name="connsiteY70" fmla="*/ 344466 h 360604"/>
                <a:gd name="connsiteX71" fmla="*/ 461897 w 587157"/>
                <a:gd name="connsiteY71" fmla="*/ 352295 h 360604"/>
                <a:gd name="connsiteX72" fmla="*/ 407096 w 587157"/>
                <a:gd name="connsiteY72" fmla="*/ 360123 h 360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87157" h="360604">
                  <a:moveTo>
                    <a:pt x="407096" y="360123"/>
                  </a:moveTo>
                  <a:cubicBezTo>
                    <a:pt x="383469" y="361415"/>
                    <a:pt x="359982" y="360108"/>
                    <a:pt x="336637" y="356209"/>
                  </a:cubicBezTo>
                  <a:cubicBezTo>
                    <a:pt x="348842" y="348537"/>
                    <a:pt x="361893" y="342015"/>
                    <a:pt x="375781" y="336637"/>
                  </a:cubicBezTo>
                  <a:cubicBezTo>
                    <a:pt x="362347" y="332746"/>
                    <a:pt x="349296" y="330131"/>
                    <a:pt x="336637" y="328808"/>
                  </a:cubicBezTo>
                  <a:cubicBezTo>
                    <a:pt x="361806" y="324596"/>
                    <a:pt x="380071" y="311546"/>
                    <a:pt x="391438" y="289664"/>
                  </a:cubicBezTo>
                  <a:cubicBezTo>
                    <a:pt x="377746" y="264346"/>
                    <a:pt x="359481" y="257825"/>
                    <a:pt x="336637" y="270092"/>
                  </a:cubicBezTo>
                  <a:cubicBezTo>
                    <a:pt x="347073" y="272700"/>
                    <a:pt x="357516" y="275314"/>
                    <a:pt x="367952" y="277921"/>
                  </a:cubicBezTo>
                  <a:cubicBezTo>
                    <a:pt x="375397" y="283542"/>
                    <a:pt x="376697" y="290064"/>
                    <a:pt x="371866" y="297493"/>
                  </a:cubicBezTo>
                  <a:cubicBezTo>
                    <a:pt x="349578" y="305369"/>
                    <a:pt x="327391" y="313198"/>
                    <a:pt x="305322" y="320979"/>
                  </a:cubicBezTo>
                  <a:cubicBezTo>
                    <a:pt x="303991" y="331329"/>
                    <a:pt x="306598" y="340465"/>
                    <a:pt x="313151" y="348380"/>
                  </a:cubicBezTo>
                  <a:cubicBezTo>
                    <a:pt x="298761" y="343425"/>
                    <a:pt x="284411" y="344732"/>
                    <a:pt x="270092" y="352295"/>
                  </a:cubicBezTo>
                  <a:cubicBezTo>
                    <a:pt x="248736" y="350228"/>
                    <a:pt x="230471" y="342399"/>
                    <a:pt x="215291" y="328808"/>
                  </a:cubicBezTo>
                  <a:cubicBezTo>
                    <a:pt x="194498" y="347464"/>
                    <a:pt x="172319" y="348764"/>
                    <a:pt x="148747" y="332723"/>
                  </a:cubicBezTo>
                  <a:cubicBezTo>
                    <a:pt x="158705" y="322968"/>
                    <a:pt x="161312" y="313832"/>
                    <a:pt x="156575" y="305322"/>
                  </a:cubicBezTo>
                  <a:cubicBezTo>
                    <a:pt x="139556" y="323179"/>
                    <a:pt x="123898" y="323179"/>
                    <a:pt x="109603" y="305322"/>
                  </a:cubicBezTo>
                  <a:cubicBezTo>
                    <a:pt x="95738" y="309510"/>
                    <a:pt x="93131" y="316040"/>
                    <a:pt x="101774" y="324894"/>
                  </a:cubicBezTo>
                  <a:cubicBezTo>
                    <a:pt x="75939" y="324534"/>
                    <a:pt x="49838" y="323234"/>
                    <a:pt x="23486" y="320979"/>
                  </a:cubicBezTo>
                  <a:cubicBezTo>
                    <a:pt x="22461" y="315194"/>
                    <a:pt x="23768" y="309972"/>
                    <a:pt x="27401" y="305322"/>
                  </a:cubicBezTo>
                  <a:cubicBezTo>
                    <a:pt x="34392" y="314803"/>
                    <a:pt x="40913" y="314803"/>
                    <a:pt x="46973" y="305322"/>
                  </a:cubicBezTo>
                  <a:cubicBezTo>
                    <a:pt x="31315" y="300100"/>
                    <a:pt x="15658" y="294886"/>
                    <a:pt x="0" y="289664"/>
                  </a:cubicBezTo>
                  <a:cubicBezTo>
                    <a:pt x="1636" y="285077"/>
                    <a:pt x="4251" y="281162"/>
                    <a:pt x="7829" y="277921"/>
                  </a:cubicBezTo>
                  <a:cubicBezTo>
                    <a:pt x="29115" y="273788"/>
                    <a:pt x="48687" y="277702"/>
                    <a:pt x="66545" y="289664"/>
                  </a:cubicBezTo>
                  <a:cubicBezTo>
                    <a:pt x="77536" y="289594"/>
                    <a:pt x="86665" y="285680"/>
                    <a:pt x="93945" y="277921"/>
                  </a:cubicBezTo>
                  <a:cubicBezTo>
                    <a:pt x="78288" y="275314"/>
                    <a:pt x="62630" y="272700"/>
                    <a:pt x="46973" y="270092"/>
                  </a:cubicBezTo>
                  <a:cubicBezTo>
                    <a:pt x="59553" y="261880"/>
                    <a:pt x="64767" y="250137"/>
                    <a:pt x="62630" y="234863"/>
                  </a:cubicBezTo>
                  <a:cubicBezTo>
                    <a:pt x="85975" y="238488"/>
                    <a:pt x="109462" y="241095"/>
                    <a:pt x="133089" y="242692"/>
                  </a:cubicBezTo>
                  <a:cubicBezTo>
                    <a:pt x="133089" y="229641"/>
                    <a:pt x="133089" y="216598"/>
                    <a:pt x="133089" y="203548"/>
                  </a:cubicBezTo>
                  <a:cubicBezTo>
                    <a:pt x="148488" y="201677"/>
                    <a:pt x="162846" y="204284"/>
                    <a:pt x="176147" y="211377"/>
                  </a:cubicBezTo>
                  <a:cubicBezTo>
                    <a:pt x="184234" y="232647"/>
                    <a:pt x="177713" y="247006"/>
                    <a:pt x="156575" y="254435"/>
                  </a:cubicBezTo>
                  <a:cubicBezTo>
                    <a:pt x="175607" y="256408"/>
                    <a:pt x="193879" y="252494"/>
                    <a:pt x="211377" y="242692"/>
                  </a:cubicBezTo>
                  <a:cubicBezTo>
                    <a:pt x="218313" y="236233"/>
                    <a:pt x="220920" y="228404"/>
                    <a:pt x="219205" y="219205"/>
                  </a:cubicBezTo>
                  <a:cubicBezTo>
                    <a:pt x="241032" y="215894"/>
                    <a:pt x="256690" y="223723"/>
                    <a:pt x="266178" y="242692"/>
                  </a:cubicBezTo>
                  <a:cubicBezTo>
                    <a:pt x="233657" y="247890"/>
                    <a:pt x="202342" y="257026"/>
                    <a:pt x="172233" y="270092"/>
                  </a:cubicBezTo>
                  <a:cubicBezTo>
                    <a:pt x="215659" y="264660"/>
                    <a:pt x="260017" y="258130"/>
                    <a:pt x="305322" y="250521"/>
                  </a:cubicBezTo>
                  <a:cubicBezTo>
                    <a:pt x="341663" y="234166"/>
                    <a:pt x="358628" y="205458"/>
                    <a:pt x="356209" y="164404"/>
                  </a:cubicBezTo>
                  <a:cubicBezTo>
                    <a:pt x="380885" y="147377"/>
                    <a:pt x="405679" y="146069"/>
                    <a:pt x="430582" y="160490"/>
                  </a:cubicBezTo>
                  <a:cubicBezTo>
                    <a:pt x="422370" y="164342"/>
                    <a:pt x="414541" y="163042"/>
                    <a:pt x="407096" y="156575"/>
                  </a:cubicBezTo>
                  <a:cubicBezTo>
                    <a:pt x="400692" y="169164"/>
                    <a:pt x="395470" y="182215"/>
                    <a:pt x="391438" y="195719"/>
                  </a:cubicBezTo>
                  <a:cubicBezTo>
                    <a:pt x="401874" y="203548"/>
                    <a:pt x="412318" y="211377"/>
                    <a:pt x="422753" y="219205"/>
                  </a:cubicBezTo>
                  <a:cubicBezTo>
                    <a:pt x="413821" y="226447"/>
                    <a:pt x="413821" y="232976"/>
                    <a:pt x="422753" y="238777"/>
                  </a:cubicBezTo>
                  <a:cubicBezTo>
                    <a:pt x="416271" y="245941"/>
                    <a:pt x="408442" y="251155"/>
                    <a:pt x="399267" y="254435"/>
                  </a:cubicBezTo>
                  <a:cubicBezTo>
                    <a:pt x="416404" y="256071"/>
                    <a:pt x="432062" y="253456"/>
                    <a:pt x="446240" y="246606"/>
                  </a:cubicBezTo>
                  <a:cubicBezTo>
                    <a:pt x="436375" y="260808"/>
                    <a:pt x="436375" y="275157"/>
                    <a:pt x="446240" y="289664"/>
                  </a:cubicBezTo>
                  <a:cubicBezTo>
                    <a:pt x="459705" y="278273"/>
                    <a:pt x="475363" y="271752"/>
                    <a:pt x="493212" y="270092"/>
                  </a:cubicBezTo>
                  <a:cubicBezTo>
                    <a:pt x="486323" y="259477"/>
                    <a:pt x="483708" y="247733"/>
                    <a:pt x="485384" y="234863"/>
                  </a:cubicBezTo>
                  <a:cubicBezTo>
                    <a:pt x="468912" y="237204"/>
                    <a:pt x="453254" y="234597"/>
                    <a:pt x="438411" y="227034"/>
                  </a:cubicBezTo>
                  <a:cubicBezTo>
                    <a:pt x="449152" y="210437"/>
                    <a:pt x="443930" y="202609"/>
                    <a:pt x="422753" y="203548"/>
                  </a:cubicBezTo>
                  <a:cubicBezTo>
                    <a:pt x="422753" y="193112"/>
                    <a:pt x="422753" y="182669"/>
                    <a:pt x="422753" y="172233"/>
                  </a:cubicBezTo>
                  <a:cubicBezTo>
                    <a:pt x="430989" y="173399"/>
                    <a:pt x="438818" y="172100"/>
                    <a:pt x="446240" y="168319"/>
                  </a:cubicBezTo>
                  <a:cubicBezTo>
                    <a:pt x="435804" y="155268"/>
                    <a:pt x="435804" y="142225"/>
                    <a:pt x="446240" y="129175"/>
                  </a:cubicBezTo>
                  <a:cubicBezTo>
                    <a:pt x="410595" y="134075"/>
                    <a:pt x="375366" y="143204"/>
                    <a:pt x="340551" y="156575"/>
                  </a:cubicBezTo>
                  <a:cubicBezTo>
                    <a:pt x="331384" y="149999"/>
                    <a:pt x="322248" y="143478"/>
                    <a:pt x="313151" y="137003"/>
                  </a:cubicBezTo>
                  <a:cubicBezTo>
                    <a:pt x="349273" y="125730"/>
                    <a:pt x="385802" y="113987"/>
                    <a:pt x="422753" y="101774"/>
                  </a:cubicBezTo>
                  <a:cubicBezTo>
                    <a:pt x="452276" y="79470"/>
                    <a:pt x="480984" y="55984"/>
                    <a:pt x="508870" y="31315"/>
                  </a:cubicBezTo>
                  <a:cubicBezTo>
                    <a:pt x="535722" y="41038"/>
                    <a:pt x="546158" y="30603"/>
                    <a:pt x="540185" y="0"/>
                  </a:cubicBezTo>
                  <a:cubicBezTo>
                    <a:pt x="553235" y="0"/>
                    <a:pt x="566278" y="0"/>
                    <a:pt x="579329" y="0"/>
                  </a:cubicBezTo>
                  <a:cubicBezTo>
                    <a:pt x="579329" y="13050"/>
                    <a:pt x="579329" y="26093"/>
                    <a:pt x="579329" y="39144"/>
                  </a:cubicBezTo>
                  <a:cubicBezTo>
                    <a:pt x="561714" y="36647"/>
                    <a:pt x="546057" y="40561"/>
                    <a:pt x="532356" y="50887"/>
                  </a:cubicBezTo>
                  <a:cubicBezTo>
                    <a:pt x="547935" y="64595"/>
                    <a:pt x="566200" y="72424"/>
                    <a:pt x="587158" y="74373"/>
                  </a:cubicBezTo>
                  <a:cubicBezTo>
                    <a:pt x="586163" y="100537"/>
                    <a:pt x="583548" y="127938"/>
                    <a:pt x="579329" y="156575"/>
                  </a:cubicBezTo>
                  <a:cubicBezTo>
                    <a:pt x="557048" y="152896"/>
                    <a:pt x="538784" y="159417"/>
                    <a:pt x="524527" y="176147"/>
                  </a:cubicBezTo>
                  <a:cubicBezTo>
                    <a:pt x="533405" y="184101"/>
                    <a:pt x="530798" y="189323"/>
                    <a:pt x="516699" y="191805"/>
                  </a:cubicBezTo>
                  <a:cubicBezTo>
                    <a:pt x="524230" y="215768"/>
                    <a:pt x="521623" y="241862"/>
                    <a:pt x="508870" y="270092"/>
                  </a:cubicBezTo>
                  <a:cubicBezTo>
                    <a:pt x="511477" y="272700"/>
                    <a:pt x="514092" y="275314"/>
                    <a:pt x="516699" y="277921"/>
                  </a:cubicBezTo>
                  <a:cubicBezTo>
                    <a:pt x="509277" y="281702"/>
                    <a:pt x="501448" y="283002"/>
                    <a:pt x="493212" y="281836"/>
                  </a:cubicBezTo>
                  <a:cubicBezTo>
                    <a:pt x="490206" y="298785"/>
                    <a:pt x="495428" y="311835"/>
                    <a:pt x="508870" y="320979"/>
                  </a:cubicBezTo>
                  <a:cubicBezTo>
                    <a:pt x="508784" y="313613"/>
                    <a:pt x="512698" y="308391"/>
                    <a:pt x="520613" y="305322"/>
                  </a:cubicBezTo>
                  <a:cubicBezTo>
                    <a:pt x="539026" y="310442"/>
                    <a:pt x="550769" y="310442"/>
                    <a:pt x="555842" y="305322"/>
                  </a:cubicBezTo>
                  <a:cubicBezTo>
                    <a:pt x="563851" y="324072"/>
                    <a:pt x="556023" y="331901"/>
                    <a:pt x="532356" y="328808"/>
                  </a:cubicBezTo>
                  <a:cubicBezTo>
                    <a:pt x="532356" y="336637"/>
                    <a:pt x="532356" y="344466"/>
                    <a:pt x="532356" y="352295"/>
                  </a:cubicBezTo>
                  <a:cubicBezTo>
                    <a:pt x="518562" y="353414"/>
                    <a:pt x="505511" y="350799"/>
                    <a:pt x="493212" y="344466"/>
                  </a:cubicBezTo>
                  <a:cubicBezTo>
                    <a:pt x="475355" y="312611"/>
                    <a:pt x="464911" y="315217"/>
                    <a:pt x="461897" y="352295"/>
                  </a:cubicBezTo>
                  <a:cubicBezTo>
                    <a:pt x="443085" y="351887"/>
                    <a:pt x="424820" y="354494"/>
                    <a:pt x="407096" y="360123"/>
                  </a:cubicBezTo>
                  <a:close/>
                </a:path>
              </a:pathLst>
            </a:custGeom>
            <a:solidFill>
              <a:srgbClr val="F9F3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39C663D0-E381-4745-81CF-E6ED64C0074C}"/>
                </a:ext>
              </a:extLst>
            </p:cNvPr>
            <p:cNvCxnSpPr/>
            <p:nvPr/>
          </p:nvCxnSpPr>
          <p:spPr>
            <a:xfrm>
              <a:off x="1955979" y="1291279"/>
              <a:ext cx="1025434" cy="0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45C6A36E-550A-406E-8E48-7BD34F4F1D29}"/>
                </a:ext>
              </a:extLst>
            </p:cNvPr>
            <p:cNvCxnSpPr>
              <a:cxnSpLocks/>
            </p:cNvCxnSpPr>
            <p:nvPr/>
          </p:nvCxnSpPr>
          <p:spPr>
            <a:xfrm>
              <a:off x="2148840" y="3691512"/>
              <a:ext cx="608898" cy="0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C07F39BB-A7DB-4244-BDE9-37441BACB6FD}"/>
                </a:ext>
              </a:extLst>
            </p:cNvPr>
            <p:cNvSpPr txBox="1"/>
            <p:nvPr/>
          </p:nvSpPr>
          <p:spPr>
            <a:xfrm>
              <a:off x="656181" y="1064022"/>
              <a:ext cx="12828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7B50B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Forehead</a:t>
              </a:r>
              <a:endParaRPr lang="zh-CN" altLang="en-US">
                <a:solidFill>
                  <a:srgbClr val="7B50B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6F927A7B-5972-4E5D-8B5D-1B5C0FB3C5B8}"/>
                </a:ext>
              </a:extLst>
            </p:cNvPr>
            <p:cNvSpPr txBox="1"/>
            <p:nvPr/>
          </p:nvSpPr>
          <p:spPr>
            <a:xfrm>
              <a:off x="713232" y="3486335"/>
              <a:ext cx="14136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4B9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Left cheek</a:t>
              </a:r>
              <a:endParaRPr lang="zh-CN" altLang="en-US">
                <a:solidFill>
                  <a:srgbClr val="4B9F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650BC269-1CD3-45FD-A185-C277DF8260E8}"/>
                </a:ext>
              </a:extLst>
            </p:cNvPr>
            <p:cNvSpPr txBox="1"/>
            <p:nvPr/>
          </p:nvSpPr>
          <p:spPr>
            <a:xfrm>
              <a:off x="1354229" y="5542076"/>
              <a:ext cx="914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D137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Chin</a:t>
              </a:r>
              <a:endParaRPr lang="zh-CN" altLang="en-US">
                <a:solidFill>
                  <a:srgbClr val="D1373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A2F98800-9C52-4675-83D9-455F364B65A0}"/>
                </a:ext>
              </a:extLst>
            </p:cNvPr>
            <p:cNvSpPr txBox="1"/>
            <p:nvPr/>
          </p:nvSpPr>
          <p:spPr>
            <a:xfrm>
              <a:off x="6730692" y="3347835"/>
              <a:ext cx="11092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565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Right</a:t>
              </a:r>
            </a:p>
            <a:p>
              <a:r>
                <a:rPr lang="en-US" altLang="zh-CN">
                  <a:solidFill>
                    <a:srgbClr val="2565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cheek</a:t>
              </a:r>
              <a:endParaRPr lang="zh-CN" altLang="en-US">
                <a:solidFill>
                  <a:srgbClr val="2565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26CF5E03-F0AC-4587-8369-6FDBD2060C78}"/>
                </a:ext>
              </a:extLst>
            </p:cNvPr>
            <p:cNvSpPr txBox="1"/>
            <p:nvPr/>
          </p:nvSpPr>
          <p:spPr>
            <a:xfrm>
              <a:off x="6748905" y="4234673"/>
              <a:ext cx="1109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68C1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Nose</a:t>
              </a:r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04477EE1-E6AB-450F-9F82-5C90C1FD63F7}"/>
                </a:ext>
              </a:extLst>
            </p:cNvPr>
            <p:cNvSpPr/>
            <p:nvPr/>
          </p:nvSpPr>
          <p:spPr>
            <a:xfrm>
              <a:off x="8411058" y="411640"/>
              <a:ext cx="3432412" cy="920587"/>
            </a:xfrm>
            <a:prstGeom prst="roundRect">
              <a:avLst/>
            </a:prstGeom>
            <a:noFill/>
            <a:ln>
              <a:solidFill>
                <a:srgbClr val="7B50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9" name="矩形: 圆角 668">
              <a:extLst>
                <a:ext uri="{FF2B5EF4-FFF2-40B4-BE49-F238E27FC236}">
                  <a16:creationId xmlns:a16="http://schemas.microsoft.com/office/drawing/2014/main" id="{42C55D3E-4EC1-4511-9338-94AE9B29FF98}"/>
                </a:ext>
              </a:extLst>
            </p:cNvPr>
            <p:cNvSpPr/>
            <p:nvPr/>
          </p:nvSpPr>
          <p:spPr>
            <a:xfrm>
              <a:off x="8411058" y="1769774"/>
              <a:ext cx="3432412" cy="920587"/>
            </a:xfrm>
            <a:prstGeom prst="roundRect">
              <a:avLst/>
            </a:prstGeom>
            <a:noFill/>
            <a:ln>
              <a:solidFill>
                <a:srgbClr val="4B9F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0" name="矩形: 圆角 669">
              <a:extLst>
                <a:ext uri="{FF2B5EF4-FFF2-40B4-BE49-F238E27FC236}">
                  <a16:creationId xmlns:a16="http://schemas.microsoft.com/office/drawing/2014/main" id="{538B17B8-6791-42EB-BADD-B1169CFFB560}"/>
                </a:ext>
              </a:extLst>
            </p:cNvPr>
            <p:cNvSpPr/>
            <p:nvPr/>
          </p:nvSpPr>
          <p:spPr>
            <a:xfrm>
              <a:off x="8411058" y="3127908"/>
              <a:ext cx="3432412" cy="920587"/>
            </a:xfrm>
            <a:prstGeom prst="roundRect">
              <a:avLst/>
            </a:prstGeom>
            <a:noFill/>
            <a:ln>
              <a:solidFill>
                <a:srgbClr val="2565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1" name="矩形: 圆角 670">
              <a:extLst>
                <a:ext uri="{FF2B5EF4-FFF2-40B4-BE49-F238E27FC236}">
                  <a16:creationId xmlns:a16="http://schemas.microsoft.com/office/drawing/2014/main" id="{A14D112D-83C5-4237-B66A-84AF0424BAE6}"/>
                </a:ext>
              </a:extLst>
            </p:cNvPr>
            <p:cNvSpPr/>
            <p:nvPr/>
          </p:nvSpPr>
          <p:spPr>
            <a:xfrm>
              <a:off x="8411058" y="4486042"/>
              <a:ext cx="3432412" cy="920587"/>
            </a:xfrm>
            <a:prstGeom prst="roundRect">
              <a:avLst/>
            </a:prstGeom>
            <a:noFill/>
            <a:ln>
              <a:solidFill>
                <a:srgbClr val="C68C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2" name="矩形: 圆角 671">
              <a:extLst>
                <a:ext uri="{FF2B5EF4-FFF2-40B4-BE49-F238E27FC236}">
                  <a16:creationId xmlns:a16="http://schemas.microsoft.com/office/drawing/2014/main" id="{F288A02F-0E9F-400F-8B6F-02B4AFFEA5E2}"/>
                </a:ext>
              </a:extLst>
            </p:cNvPr>
            <p:cNvSpPr/>
            <p:nvPr/>
          </p:nvSpPr>
          <p:spPr>
            <a:xfrm>
              <a:off x="8411058" y="5844174"/>
              <a:ext cx="3432412" cy="920587"/>
            </a:xfrm>
            <a:prstGeom prst="roundRect">
              <a:avLst/>
            </a:prstGeom>
            <a:noFill/>
            <a:ln>
              <a:solidFill>
                <a:srgbClr val="D1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3" name="文本框 672">
              <a:extLst>
                <a:ext uri="{FF2B5EF4-FFF2-40B4-BE49-F238E27FC236}">
                  <a16:creationId xmlns:a16="http://schemas.microsoft.com/office/drawing/2014/main" id="{B4CD7379-45EE-4E67-BF25-B3567BCA33DA}"/>
                </a:ext>
              </a:extLst>
            </p:cNvPr>
            <p:cNvSpPr txBox="1"/>
            <p:nvPr/>
          </p:nvSpPr>
          <p:spPr>
            <a:xfrm>
              <a:off x="7888060" y="1026490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4" name="文本框 673">
              <a:extLst>
                <a:ext uri="{FF2B5EF4-FFF2-40B4-BE49-F238E27FC236}">
                  <a16:creationId xmlns:a16="http://schemas.microsoft.com/office/drawing/2014/main" id="{60561ADB-A7C6-412D-8830-1AEB645894C7}"/>
                </a:ext>
              </a:extLst>
            </p:cNvPr>
            <p:cNvSpPr txBox="1"/>
            <p:nvPr/>
          </p:nvSpPr>
          <p:spPr>
            <a:xfrm>
              <a:off x="8413639" y="1400440"/>
              <a:ext cx="150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4B9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Left cheek</a:t>
              </a:r>
              <a:endParaRPr lang="zh-CN" altLang="en-US">
                <a:solidFill>
                  <a:srgbClr val="4B9F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" name="文本框 674">
              <a:extLst>
                <a:ext uri="{FF2B5EF4-FFF2-40B4-BE49-F238E27FC236}">
                  <a16:creationId xmlns:a16="http://schemas.microsoft.com/office/drawing/2014/main" id="{4268232B-F676-4C3C-B65B-FF11D10FF475}"/>
                </a:ext>
              </a:extLst>
            </p:cNvPr>
            <p:cNvSpPr txBox="1"/>
            <p:nvPr/>
          </p:nvSpPr>
          <p:spPr>
            <a:xfrm>
              <a:off x="8413639" y="2758574"/>
              <a:ext cx="1564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2565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Right cheek</a:t>
              </a:r>
              <a:endParaRPr lang="zh-CN" altLang="en-US">
                <a:solidFill>
                  <a:srgbClr val="2565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6" name="文本框 675">
              <a:extLst>
                <a:ext uri="{FF2B5EF4-FFF2-40B4-BE49-F238E27FC236}">
                  <a16:creationId xmlns:a16="http://schemas.microsoft.com/office/drawing/2014/main" id="{DD195816-F2CD-4FA1-AC37-463E3DF096BB}"/>
                </a:ext>
              </a:extLst>
            </p:cNvPr>
            <p:cNvSpPr txBox="1"/>
            <p:nvPr/>
          </p:nvSpPr>
          <p:spPr>
            <a:xfrm>
              <a:off x="8413639" y="4109763"/>
              <a:ext cx="12828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68C1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Nose</a:t>
              </a:r>
              <a:endParaRPr lang="zh-CN" altLang="en-US">
                <a:solidFill>
                  <a:srgbClr val="C68C1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7" name="文本框 676">
              <a:extLst>
                <a:ext uri="{FF2B5EF4-FFF2-40B4-BE49-F238E27FC236}">
                  <a16:creationId xmlns:a16="http://schemas.microsoft.com/office/drawing/2014/main" id="{71A61DC6-AB7B-48E0-AD33-C2211B40E7A5}"/>
                </a:ext>
              </a:extLst>
            </p:cNvPr>
            <p:cNvSpPr txBox="1"/>
            <p:nvPr/>
          </p:nvSpPr>
          <p:spPr>
            <a:xfrm>
              <a:off x="8413639" y="5474842"/>
              <a:ext cx="12828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D137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Chin</a:t>
              </a:r>
              <a:endParaRPr lang="zh-CN" altLang="en-US">
                <a:solidFill>
                  <a:srgbClr val="D1373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8" name="直接连接符 677">
              <a:extLst>
                <a:ext uri="{FF2B5EF4-FFF2-40B4-BE49-F238E27FC236}">
                  <a16:creationId xmlns:a16="http://schemas.microsoft.com/office/drawing/2014/main" id="{C73358A1-90E5-4B63-A258-F66B93E44AC2}"/>
                </a:ext>
              </a:extLst>
            </p:cNvPr>
            <p:cNvCxnSpPr>
              <a:cxnSpLocks/>
            </p:cNvCxnSpPr>
            <p:nvPr/>
          </p:nvCxnSpPr>
          <p:spPr>
            <a:xfrm>
              <a:off x="8661234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直接连接符 681">
              <a:extLst>
                <a:ext uri="{FF2B5EF4-FFF2-40B4-BE49-F238E27FC236}">
                  <a16:creationId xmlns:a16="http://schemas.microsoft.com/office/drawing/2014/main" id="{55782D98-13FB-4105-B484-590D5A175A63}"/>
                </a:ext>
              </a:extLst>
            </p:cNvPr>
            <p:cNvCxnSpPr>
              <a:cxnSpLocks/>
            </p:cNvCxnSpPr>
            <p:nvPr/>
          </p:nvCxnSpPr>
          <p:spPr>
            <a:xfrm>
              <a:off x="9075980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直接连接符 683">
              <a:extLst>
                <a:ext uri="{FF2B5EF4-FFF2-40B4-BE49-F238E27FC236}">
                  <a16:creationId xmlns:a16="http://schemas.microsoft.com/office/drawing/2014/main" id="{2983C0DC-AF6E-463E-8B7A-0ADE591C2E4E}"/>
                </a:ext>
              </a:extLst>
            </p:cNvPr>
            <p:cNvCxnSpPr>
              <a:cxnSpLocks/>
            </p:cNvCxnSpPr>
            <p:nvPr/>
          </p:nvCxnSpPr>
          <p:spPr>
            <a:xfrm>
              <a:off x="9490726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直接连接符 684">
              <a:extLst>
                <a:ext uri="{FF2B5EF4-FFF2-40B4-BE49-F238E27FC236}">
                  <a16:creationId xmlns:a16="http://schemas.microsoft.com/office/drawing/2014/main" id="{A0D87D42-D097-413F-BA7B-3ECB4C802290}"/>
                </a:ext>
              </a:extLst>
            </p:cNvPr>
            <p:cNvCxnSpPr>
              <a:cxnSpLocks/>
            </p:cNvCxnSpPr>
            <p:nvPr/>
          </p:nvCxnSpPr>
          <p:spPr>
            <a:xfrm>
              <a:off x="9905472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直接连接符 685">
              <a:extLst>
                <a:ext uri="{FF2B5EF4-FFF2-40B4-BE49-F238E27FC236}">
                  <a16:creationId xmlns:a16="http://schemas.microsoft.com/office/drawing/2014/main" id="{5344F824-B09A-4B37-A7EB-4E1C008B88CC}"/>
                </a:ext>
              </a:extLst>
            </p:cNvPr>
            <p:cNvCxnSpPr>
              <a:cxnSpLocks/>
            </p:cNvCxnSpPr>
            <p:nvPr/>
          </p:nvCxnSpPr>
          <p:spPr>
            <a:xfrm>
              <a:off x="10320218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直接连接符 686">
              <a:extLst>
                <a:ext uri="{FF2B5EF4-FFF2-40B4-BE49-F238E27FC236}">
                  <a16:creationId xmlns:a16="http://schemas.microsoft.com/office/drawing/2014/main" id="{42D16271-1950-4B25-A2F9-8345D4252AD9}"/>
                </a:ext>
              </a:extLst>
            </p:cNvPr>
            <p:cNvCxnSpPr>
              <a:cxnSpLocks/>
            </p:cNvCxnSpPr>
            <p:nvPr/>
          </p:nvCxnSpPr>
          <p:spPr>
            <a:xfrm>
              <a:off x="10734964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直接连接符 687">
              <a:extLst>
                <a:ext uri="{FF2B5EF4-FFF2-40B4-BE49-F238E27FC236}">
                  <a16:creationId xmlns:a16="http://schemas.microsoft.com/office/drawing/2014/main" id="{FA164430-57D7-4EB2-A4C8-FA748CA98197}"/>
                </a:ext>
              </a:extLst>
            </p:cNvPr>
            <p:cNvCxnSpPr>
              <a:cxnSpLocks/>
            </p:cNvCxnSpPr>
            <p:nvPr/>
          </p:nvCxnSpPr>
          <p:spPr>
            <a:xfrm>
              <a:off x="11149710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直接连接符 688">
              <a:extLst>
                <a:ext uri="{FF2B5EF4-FFF2-40B4-BE49-F238E27FC236}">
                  <a16:creationId xmlns:a16="http://schemas.microsoft.com/office/drawing/2014/main" id="{4C006938-2664-4D38-8C26-8740B5F912A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4454" y="1248688"/>
              <a:ext cx="0" cy="83539"/>
            </a:xfrm>
            <a:prstGeom prst="line">
              <a:avLst/>
            </a:prstGeom>
            <a:ln w="15875">
              <a:solidFill>
                <a:srgbClr val="7B50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直接连接符 689">
              <a:extLst>
                <a:ext uri="{FF2B5EF4-FFF2-40B4-BE49-F238E27FC236}">
                  <a16:creationId xmlns:a16="http://schemas.microsoft.com/office/drawing/2014/main" id="{1DA3F441-93BF-4068-9C33-A35E778B9E49}"/>
                </a:ext>
              </a:extLst>
            </p:cNvPr>
            <p:cNvCxnSpPr>
              <a:cxnSpLocks/>
            </p:cNvCxnSpPr>
            <p:nvPr/>
          </p:nvCxnSpPr>
          <p:spPr>
            <a:xfrm>
              <a:off x="8661234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直接连接符 690">
              <a:extLst>
                <a:ext uri="{FF2B5EF4-FFF2-40B4-BE49-F238E27FC236}">
                  <a16:creationId xmlns:a16="http://schemas.microsoft.com/office/drawing/2014/main" id="{EBBDDFEA-DB8D-4A18-8A88-F1D8FE721066}"/>
                </a:ext>
              </a:extLst>
            </p:cNvPr>
            <p:cNvCxnSpPr>
              <a:cxnSpLocks/>
            </p:cNvCxnSpPr>
            <p:nvPr/>
          </p:nvCxnSpPr>
          <p:spPr>
            <a:xfrm>
              <a:off x="9075980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直接连接符 691">
              <a:extLst>
                <a:ext uri="{FF2B5EF4-FFF2-40B4-BE49-F238E27FC236}">
                  <a16:creationId xmlns:a16="http://schemas.microsoft.com/office/drawing/2014/main" id="{7604B024-A44E-4B01-988D-85A8044C45A6}"/>
                </a:ext>
              </a:extLst>
            </p:cNvPr>
            <p:cNvCxnSpPr>
              <a:cxnSpLocks/>
            </p:cNvCxnSpPr>
            <p:nvPr/>
          </p:nvCxnSpPr>
          <p:spPr>
            <a:xfrm>
              <a:off x="9490726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直接连接符 692">
              <a:extLst>
                <a:ext uri="{FF2B5EF4-FFF2-40B4-BE49-F238E27FC236}">
                  <a16:creationId xmlns:a16="http://schemas.microsoft.com/office/drawing/2014/main" id="{54F6C1EC-13E5-4D3F-8AA9-4612CA42D621}"/>
                </a:ext>
              </a:extLst>
            </p:cNvPr>
            <p:cNvCxnSpPr>
              <a:cxnSpLocks/>
            </p:cNvCxnSpPr>
            <p:nvPr/>
          </p:nvCxnSpPr>
          <p:spPr>
            <a:xfrm>
              <a:off x="9905472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直接连接符 693">
              <a:extLst>
                <a:ext uri="{FF2B5EF4-FFF2-40B4-BE49-F238E27FC236}">
                  <a16:creationId xmlns:a16="http://schemas.microsoft.com/office/drawing/2014/main" id="{6B53FA99-DDAE-43A1-899C-7EC1FACF8DE1}"/>
                </a:ext>
              </a:extLst>
            </p:cNvPr>
            <p:cNvCxnSpPr>
              <a:cxnSpLocks/>
            </p:cNvCxnSpPr>
            <p:nvPr/>
          </p:nvCxnSpPr>
          <p:spPr>
            <a:xfrm>
              <a:off x="10320218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直接连接符 694">
              <a:extLst>
                <a:ext uri="{FF2B5EF4-FFF2-40B4-BE49-F238E27FC236}">
                  <a16:creationId xmlns:a16="http://schemas.microsoft.com/office/drawing/2014/main" id="{DF61C35A-B970-4250-90E3-99CD6C902B7E}"/>
                </a:ext>
              </a:extLst>
            </p:cNvPr>
            <p:cNvCxnSpPr>
              <a:cxnSpLocks/>
            </p:cNvCxnSpPr>
            <p:nvPr/>
          </p:nvCxnSpPr>
          <p:spPr>
            <a:xfrm>
              <a:off x="10734964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直接连接符 695">
              <a:extLst>
                <a:ext uri="{FF2B5EF4-FFF2-40B4-BE49-F238E27FC236}">
                  <a16:creationId xmlns:a16="http://schemas.microsoft.com/office/drawing/2014/main" id="{340C74A3-30B8-40F2-9009-5150358979C4}"/>
                </a:ext>
              </a:extLst>
            </p:cNvPr>
            <p:cNvCxnSpPr>
              <a:cxnSpLocks/>
            </p:cNvCxnSpPr>
            <p:nvPr/>
          </p:nvCxnSpPr>
          <p:spPr>
            <a:xfrm>
              <a:off x="11149710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直接连接符 696">
              <a:extLst>
                <a:ext uri="{FF2B5EF4-FFF2-40B4-BE49-F238E27FC236}">
                  <a16:creationId xmlns:a16="http://schemas.microsoft.com/office/drawing/2014/main" id="{5EEAF903-E307-4E7A-8007-7F35FA0E31E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4454" y="2604626"/>
              <a:ext cx="0" cy="83539"/>
            </a:xfrm>
            <a:prstGeom prst="line">
              <a:avLst/>
            </a:prstGeom>
            <a:ln w="15875">
              <a:solidFill>
                <a:srgbClr val="4B9F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直接连接符 697">
              <a:extLst>
                <a:ext uri="{FF2B5EF4-FFF2-40B4-BE49-F238E27FC236}">
                  <a16:creationId xmlns:a16="http://schemas.microsoft.com/office/drawing/2014/main" id="{68D3F49E-3B41-45E7-86DA-1903E77FD767}"/>
                </a:ext>
              </a:extLst>
            </p:cNvPr>
            <p:cNvCxnSpPr>
              <a:cxnSpLocks/>
            </p:cNvCxnSpPr>
            <p:nvPr/>
          </p:nvCxnSpPr>
          <p:spPr>
            <a:xfrm>
              <a:off x="8661234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直接连接符 698">
              <a:extLst>
                <a:ext uri="{FF2B5EF4-FFF2-40B4-BE49-F238E27FC236}">
                  <a16:creationId xmlns:a16="http://schemas.microsoft.com/office/drawing/2014/main" id="{EE7A598A-B731-4E0D-9316-0245CC0F9B8D}"/>
                </a:ext>
              </a:extLst>
            </p:cNvPr>
            <p:cNvCxnSpPr>
              <a:cxnSpLocks/>
            </p:cNvCxnSpPr>
            <p:nvPr/>
          </p:nvCxnSpPr>
          <p:spPr>
            <a:xfrm>
              <a:off x="9075980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直接连接符 699">
              <a:extLst>
                <a:ext uri="{FF2B5EF4-FFF2-40B4-BE49-F238E27FC236}">
                  <a16:creationId xmlns:a16="http://schemas.microsoft.com/office/drawing/2014/main" id="{D9E0CD7F-A7E0-4F0C-A9D9-1A669C3EA8CE}"/>
                </a:ext>
              </a:extLst>
            </p:cNvPr>
            <p:cNvCxnSpPr>
              <a:cxnSpLocks/>
            </p:cNvCxnSpPr>
            <p:nvPr/>
          </p:nvCxnSpPr>
          <p:spPr>
            <a:xfrm>
              <a:off x="9490726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直接连接符 700">
              <a:extLst>
                <a:ext uri="{FF2B5EF4-FFF2-40B4-BE49-F238E27FC236}">
                  <a16:creationId xmlns:a16="http://schemas.microsoft.com/office/drawing/2014/main" id="{79452050-FF45-4CBE-A550-C4D221F13B03}"/>
                </a:ext>
              </a:extLst>
            </p:cNvPr>
            <p:cNvCxnSpPr>
              <a:cxnSpLocks/>
            </p:cNvCxnSpPr>
            <p:nvPr/>
          </p:nvCxnSpPr>
          <p:spPr>
            <a:xfrm>
              <a:off x="9905472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直接连接符 701">
              <a:extLst>
                <a:ext uri="{FF2B5EF4-FFF2-40B4-BE49-F238E27FC236}">
                  <a16:creationId xmlns:a16="http://schemas.microsoft.com/office/drawing/2014/main" id="{A026DF65-7977-452E-82BF-273E2440FAD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0218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直接连接符 702">
              <a:extLst>
                <a:ext uri="{FF2B5EF4-FFF2-40B4-BE49-F238E27FC236}">
                  <a16:creationId xmlns:a16="http://schemas.microsoft.com/office/drawing/2014/main" id="{BEF32634-45C4-45DF-8D8A-7DA5DCF01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734964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直接连接符 703">
              <a:extLst>
                <a:ext uri="{FF2B5EF4-FFF2-40B4-BE49-F238E27FC236}">
                  <a16:creationId xmlns:a16="http://schemas.microsoft.com/office/drawing/2014/main" id="{45E36F8F-4AE7-4AF2-ADC7-85E435B2DE2B}"/>
                </a:ext>
              </a:extLst>
            </p:cNvPr>
            <p:cNvCxnSpPr>
              <a:cxnSpLocks/>
            </p:cNvCxnSpPr>
            <p:nvPr/>
          </p:nvCxnSpPr>
          <p:spPr>
            <a:xfrm>
              <a:off x="11149710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直接连接符 704">
              <a:extLst>
                <a:ext uri="{FF2B5EF4-FFF2-40B4-BE49-F238E27FC236}">
                  <a16:creationId xmlns:a16="http://schemas.microsoft.com/office/drawing/2014/main" id="{DE6ED612-9FB1-4C3A-B474-5CF0948C78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4454" y="3964956"/>
              <a:ext cx="0" cy="83539"/>
            </a:xfrm>
            <a:prstGeom prst="line">
              <a:avLst/>
            </a:prstGeom>
            <a:ln w="1587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直接连接符 705">
              <a:extLst>
                <a:ext uri="{FF2B5EF4-FFF2-40B4-BE49-F238E27FC236}">
                  <a16:creationId xmlns:a16="http://schemas.microsoft.com/office/drawing/2014/main" id="{6CDE43B9-3FC9-47FE-9FD1-8533E5E69809}"/>
                </a:ext>
              </a:extLst>
            </p:cNvPr>
            <p:cNvCxnSpPr>
              <a:cxnSpLocks/>
            </p:cNvCxnSpPr>
            <p:nvPr/>
          </p:nvCxnSpPr>
          <p:spPr>
            <a:xfrm>
              <a:off x="8661234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直接连接符 706">
              <a:extLst>
                <a:ext uri="{FF2B5EF4-FFF2-40B4-BE49-F238E27FC236}">
                  <a16:creationId xmlns:a16="http://schemas.microsoft.com/office/drawing/2014/main" id="{6A5645D1-F784-4376-BA5B-186DD8C68804}"/>
                </a:ext>
              </a:extLst>
            </p:cNvPr>
            <p:cNvCxnSpPr>
              <a:cxnSpLocks/>
            </p:cNvCxnSpPr>
            <p:nvPr/>
          </p:nvCxnSpPr>
          <p:spPr>
            <a:xfrm>
              <a:off x="9075980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直接连接符 707">
              <a:extLst>
                <a:ext uri="{FF2B5EF4-FFF2-40B4-BE49-F238E27FC236}">
                  <a16:creationId xmlns:a16="http://schemas.microsoft.com/office/drawing/2014/main" id="{CE9A8D00-8449-409E-9A0D-1BD6EAC19453}"/>
                </a:ext>
              </a:extLst>
            </p:cNvPr>
            <p:cNvCxnSpPr>
              <a:cxnSpLocks/>
            </p:cNvCxnSpPr>
            <p:nvPr/>
          </p:nvCxnSpPr>
          <p:spPr>
            <a:xfrm>
              <a:off x="9490726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直接连接符 708">
              <a:extLst>
                <a:ext uri="{FF2B5EF4-FFF2-40B4-BE49-F238E27FC236}">
                  <a16:creationId xmlns:a16="http://schemas.microsoft.com/office/drawing/2014/main" id="{4F3D069B-366C-40EC-B7B4-702185328942}"/>
                </a:ext>
              </a:extLst>
            </p:cNvPr>
            <p:cNvCxnSpPr>
              <a:cxnSpLocks/>
            </p:cNvCxnSpPr>
            <p:nvPr/>
          </p:nvCxnSpPr>
          <p:spPr>
            <a:xfrm>
              <a:off x="9905472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直接连接符 709">
              <a:extLst>
                <a:ext uri="{FF2B5EF4-FFF2-40B4-BE49-F238E27FC236}">
                  <a16:creationId xmlns:a16="http://schemas.microsoft.com/office/drawing/2014/main" id="{AB0A5F4B-FB4D-4C53-8516-2B686E4BFCFE}"/>
                </a:ext>
              </a:extLst>
            </p:cNvPr>
            <p:cNvCxnSpPr>
              <a:cxnSpLocks/>
            </p:cNvCxnSpPr>
            <p:nvPr/>
          </p:nvCxnSpPr>
          <p:spPr>
            <a:xfrm>
              <a:off x="10320218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直接连接符 710">
              <a:extLst>
                <a:ext uri="{FF2B5EF4-FFF2-40B4-BE49-F238E27FC236}">
                  <a16:creationId xmlns:a16="http://schemas.microsoft.com/office/drawing/2014/main" id="{0263DBE3-776A-4A4E-AEF6-DC8DE96DC692}"/>
                </a:ext>
              </a:extLst>
            </p:cNvPr>
            <p:cNvCxnSpPr>
              <a:cxnSpLocks/>
            </p:cNvCxnSpPr>
            <p:nvPr/>
          </p:nvCxnSpPr>
          <p:spPr>
            <a:xfrm>
              <a:off x="10734964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直接连接符 711">
              <a:extLst>
                <a:ext uri="{FF2B5EF4-FFF2-40B4-BE49-F238E27FC236}">
                  <a16:creationId xmlns:a16="http://schemas.microsoft.com/office/drawing/2014/main" id="{79B33393-815A-4790-9548-C29231AF5B1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9710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直接连接符 712">
              <a:extLst>
                <a:ext uri="{FF2B5EF4-FFF2-40B4-BE49-F238E27FC236}">
                  <a16:creationId xmlns:a16="http://schemas.microsoft.com/office/drawing/2014/main" id="{1DEC3FE3-BBE2-4D8C-804B-B809DEE28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4454" y="5327476"/>
              <a:ext cx="0" cy="83539"/>
            </a:xfrm>
            <a:prstGeom prst="line">
              <a:avLst/>
            </a:prstGeom>
            <a:ln w="15875">
              <a:solidFill>
                <a:srgbClr val="C68C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直接连接符 713">
              <a:extLst>
                <a:ext uri="{FF2B5EF4-FFF2-40B4-BE49-F238E27FC236}">
                  <a16:creationId xmlns:a16="http://schemas.microsoft.com/office/drawing/2014/main" id="{8A005B2F-D720-446F-95DD-5CEC4210EBF2}"/>
                </a:ext>
              </a:extLst>
            </p:cNvPr>
            <p:cNvCxnSpPr>
              <a:cxnSpLocks/>
            </p:cNvCxnSpPr>
            <p:nvPr/>
          </p:nvCxnSpPr>
          <p:spPr>
            <a:xfrm>
              <a:off x="8661234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直接连接符 714">
              <a:extLst>
                <a:ext uri="{FF2B5EF4-FFF2-40B4-BE49-F238E27FC236}">
                  <a16:creationId xmlns:a16="http://schemas.microsoft.com/office/drawing/2014/main" id="{023C4102-4521-4395-976A-ECF8DAE3428A}"/>
                </a:ext>
              </a:extLst>
            </p:cNvPr>
            <p:cNvCxnSpPr>
              <a:cxnSpLocks/>
            </p:cNvCxnSpPr>
            <p:nvPr/>
          </p:nvCxnSpPr>
          <p:spPr>
            <a:xfrm>
              <a:off x="9075980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直接连接符 715">
              <a:extLst>
                <a:ext uri="{FF2B5EF4-FFF2-40B4-BE49-F238E27FC236}">
                  <a16:creationId xmlns:a16="http://schemas.microsoft.com/office/drawing/2014/main" id="{BE0EF23F-C519-407A-8ECD-0E4E41DD5DD6}"/>
                </a:ext>
              </a:extLst>
            </p:cNvPr>
            <p:cNvCxnSpPr>
              <a:cxnSpLocks/>
            </p:cNvCxnSpPr>
            <p:nvPr/>
          </p:nvCxnSpPr>
          <p:spPr>
            <a:xfrm>
              <a:off x="9490726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直接连接符 716">
              <a:extLst>
                <a:ext uri="{FF2B5EF4-FFF2-40B4-BE49-F238E27FC236}">
                  <a16:creationId xmlns:a16="http://schemas.microsoft.com/office/drawing/2014/main" id="{ABC2069C-59FA-4366-A212-BC332E5D8B08}"/>
                </a:ext>
              </a:extLst>
            </p:cNvPr>
            <p:cNvCxnSpPr>
              <a:cxnSpLocks/>
            </p:cNvCxnSpPr>
            <p:nvPr/>
          </p:nvCxnSpPr>
          <p:spPr>
            <a:xfrm>
              <a:off x="9905472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直接连接符 717">
              <a:extLst>
                <a:ext uri="{FF2B5EF4-FFF2-40B4-BE49-F238E27FC236}">
                  <a16:creationId xmlns:a16="http://schemas.microsoft.com/office/drawing/2014/main" id="{1C129D83-C8D3-4007-90A6-4A2BCEC084DE}"/>
                </a:ext>
              </a:extLst>
            </p:cNvPr>
            <p:cNvCxnSpPr>
              <a:cxnSpLocks/>
            </p:cNvCxnSpPr>
            <p:nvPr/>
          </p:nvCxnSpPr>
          <p:spPr>
            <a:xfrm>
              <a:off x="10320218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直接连接符 718">
              <a:extLst>
                <a:ext uri="{FF2B5EF4-FFF2-40B4-BE49-F238E27FC236}">
                  <a16:creationId xmlns:a16="http://schemas.microsoft.com/office/drawing/2014/main" id="{F3062617-5325-47B5-B58C-07007D4278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34964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直接连接符 719">
              <a:extLst>
                <a:ext uri="{FF2B5EF4-FFF2-40B4-BE49-F238E27FC236}">
                  <a16:creationId xmlns:a16="http://schemas.microsoft.com/office/drawing/2014/main" id="{570BCE2C-A43A-4108-AD6D-2F43748B65FB}"/>
                </a:ext>
              </a:extLst>
            </p:cNvPr>
            <p:cNvCxnSpPr>
              <a:cxnSpLocks/>
            </p:cNvCxnSpPr>
            <p:nvPr/>
          </p:nvCxnSpPr>
          <p:spPr>
            <a:xfrm>
              <a:off x="11149710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直接连接符 720">
              <a:extLst>
                <a:ext uri="{FF2B5EF4-FFF2-40B4-BE49-F238E27FC236}">
                  <a16:creationId xmlns:a16="http://schemas.microsoft.com/office/drawing/2014/main" id="{47817152-3141-408D-AFEA-F5FC82E28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4454" y="6680872"/>
              <a:ext cx="0" cy="83539"/>
            </a:xfrm>
            <a:prstGeom prst="line">
              <a:avLst/>
            </a:prstGeom>
            <a:ln w="1587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2" name="文本框 721">
              <a:extLst>
                <a:ext uri="{FF2B5EF4-FFF2-40B4-BE49-F238E27FC236}">
                  <a16:creationId xmlns:a16="http://schemas.microsoft.com/office/drawing/2014/main" id="{93988EAF-12A0-4AB3-B52C-8947B9C23DAF}"/>
                </a:ext>
              </a:extLst>
            </p:cNvPr>
            <p:cNvSpPr txBox="1"/>
            <p:nvPr/>
          </p:nvSpPr>
          <p:spPr>
            <a:xfrm>
              <a:off x="8014832" y="731457"/>
              <a:ext cx="256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3" name="文本框 722">
              <a:extLst>
                <a:ext uri="{FF2B5EF4-FFF2-40B4-BE49-F238E27FC236}">
                  <a16:creationId xmlns:a16="http://schemas.microsoft.com/office/drawing/2014/main" id="{E99D0C98-7373-480E-91C0-A2E58643ABD8}"/>
                </a:ext>
              </a:extLst>
            </p:cNvPr>
            <p:cNvSpPr txBox="1"/>
            <p:nvPr/>
          </p:nvSpPr>
          <p:spPr>
            <a:xfrm>
              <a:off x="7888060" y="436424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4" name="文本框 723">
              <a:extLst>
                <a:ext uri="{FF2B5EF4-FFF2-40B4-BE49-F238E27FC236}">
                  <a16:creationId xmlns:a16="http://schemas.microsoft.com/office/drawing/2014/main" id="{D8F3ADF1-403C-49DD-9D2D-29688ECEE542}"/>
                </a:ext>
              </a:extLst>
            </p:cNvPr>
            <p:cNvSpPr txBox="1"/>
            <p:nvPr/>
          </p:nvSpPr>
          <p:spPr>
            <a:xfrm>
              <a:off x="7888060" y="2392304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6" name="文本框 725">
              <a:extLst>
                <a:ext uri="{FF2B5EF4-FFF2-40B4-BE49-F238E27FC236}">
                  <a16:creationId xmlns:a16="http://schemas.microsoft.com/office/drawing/2014/main" id="{6DEB49D5-C5B4-46DA-9450-BC3CDF2E4B8C}"/>
                </a:ext>
              </a:extLst>
            </p:cNvPr>
            <p:cNvSpPr txBox="1"/>
            <p:nvPr/>
          </p:nvSpPr>
          <p:spPr>
            <a:xfrm>
              <a:off x="7888060" y="1802238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7" name="文本框 726">
              <a:extLst>
                <a:ext uri="{FF2B5EF4-FFF2-40B4-BE49-F238E27FC236}">
                  <a16:creationId xmlns:a16="http://schemas.microsoft.com/office/drawing/2014/main" id="{52098225-5EEF-4518-A7F4-68D58EF8479E}"/>
                </a:ext>
              </a:extLst>
            </p:cNvPr>
            <p:cNvSpPr txBox="1"/>
            <p:nvPr/>
          </p:nvSpPr>
          <p:spPr>
            <a:xfrm>
              <a:off x="7888060" y="3762199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9" name="文本框 728">
              <a:extLst>
                <a:ext uri="{FF2B5EF4-FFF2-40B4-BE49-F238E27FC236}">
                  <a16:creationId xmlns:a16="http://schemas.microsoft.com/office/drawing/2014/main" id="{3FCDC826-89A1-4CF3-ADE3-02686D4584EC}"/>
                </a:ext>
              </a:extLst>
            </p:cNvPr>
            <p:cNvSpPr txBox="1"/>
            <p:nvPr/>
          </p:nvSpPr>
          <p:spPr>
            <a:xfrm>
              <a:off x="7888060" y="3172133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0" name="文本框 729">
              <a:extLst>
                <a:ext uri="{FF2B5EF4-FFF2-40B4-BE49-F238E27FC236}">
                  <a16:creationId xmlns:a16="http://schemas.microsoft.com/office/drawing/2014/main" id="{A6300A36-6C27-462A-A42D-371D28D8465F}"/>
                </a:ext>
              </a:extLst>
            </p:cNvPr>
            <p:cNvSpPr txBox="1"/>
            <p:nvPr/>
          </p:nvSpPr>
          <p:spPr>
            <a:xfrm>
              <a:off x="7888060" y="5123162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2" name="文本框 731">
              <a:extLst>
                <a:ext uri="{FF2B5EF4-FFF2-40B4-BE49-F238E27FC236}">
                  <a16:creationId xmlns:a16="http://schemas.microsoft.com/office/drawing/2014/main" id="{30E51682-AA61-45EF-8000-843A9ED78E69}"/>
                </a:ext>
              </a:extLst>
            </p:cNvPr>
            <p:cNvSpPr txBox="1"/>
            <p:nvPr/>
          </p:nvSpPr>
          <p:spPr>
            <a:xfrm>
              <a:off x="7888060" y="4533096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3" name="文本框 732">
              <a:extLst>
                <a:ext uri="{FF2B5EF4-FFF2-40B4-BE49-F238E27FC236}">
                  <a16:creationId xmlns:a16="http://schemas.microsoft.com/office/drawing/2014/main" id="{5F1DE907-F24C-49CE-A0A8-E412CB8E0EEB}"/>
                </a:ext>
              </a:extLst>
            </p:cNvPr>
            <p:cNvSpPr txBox="1"/>
            <p:nvPr/>
          </p:nvSpPr>
          <p:spPr>
            <a:xfrm>
              <a:off x="7888060" y="6484900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5" name="文本框 734">
              <a:extLst>
                <a:ext uri="{FF2B5EF4-FFF2-40B4-BE49-F238E27FC236}">
                  <a16:creationId xmlns:a16="http://schemas.microsoft.com/office/drawing/2014/main" id="{F4DDE6F9-5A41-434A-807F-BEA579015F54}"/>
                </a:ext>
              </a:extLst>
            </p:cNvPr>
            <p:cNvSpPr txBox="1"/>
            <p:nvPr/>
          </p:nvSpPr>
          <p:spPr>
            <a:xfrm>
              <a:off x="7888060" y="5894834"/>
              <a:ext cx="515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6" name="文本框 735">
              <a:extLst>
                <a:ext uri="{FF2B5EF4-FFF2-40B4-BE49-F238E27FC236}">
                  <a16:creationId xmlns:a16="http://schemas.microsoft.com/office/drawing/2014/main" id="{A0D5807C-391E-43DE-9502-2C35EFF83E2E}"/>
                </a:ext>
              </a:extLst>
            </p:cNvPr>
            <p:cNvSpPr txBox="1"/>
            <p:nvPr/>
          </p:nvSpPr>
          <p:spPr>
            <a:xfrm>
              <a:off x="8014832" y="2097208"/>
              <a:ext cx="256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" name="文本框 736">
              <a:extLst>
                <a:ext uri="{FF2B5EF4-FFF2-40B4-BE49-F238E27FC236}">
                  <a16:creationId xmlns:a16="http://schemas.microsoft.com/office/drawing/2014/main" id="{805DC8C0-4995-4E33-9154-CFD6E1EAB5DC}"/>
                </a:ext>
              </a:extLst>
            </p:cNvPr>
            <p:cNvSpPr txBox="1"/>
            <p:nvPr/>
          </p:nvSpPr>
          <p:spPr>
            <a:xfrm>
              <a:off x="8014832" y="3475632"/>
              <a:ext cx="256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8" name="文本框 737">
              <a:extLst>
                <a:ext uri="{FF2B5EF4-FFF2-40B4-BE49-F238E27FC236}">
                  <a16:creationId xmlns:a16="http://schemas.microsoft.com/office/drawing/2014/main" id="{4393A2A6-7EDF-4AF5-9F37-36950F36CCE7}"/>
                </a:ext>
              </a:extLst>
            </p:cNvPr>
            <p:cNvSpPr txBox="1"/>
            <p:nvPr/>
          </p:nvSpPr>
          <p:spPr>
            <a:xfrm>
              <a:off x="8014832" y="4822945"/>
              <a:ext cx="256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9" name="文本框 738">
              <a:extLst>
                <a:ext uri="{FF2B5EF4-FFF2-40B4-BE49-F238E27FC236}">
                  <a16:creationId xmlns:a16="http://schemas.microsoft.com/office/drawing/2014/main" id="{25893D2D-F00B-4394-AE0C-20601FB4D9FA}"/>
                </a:ext>
              </a:extLst>
            </p:cNvPr>
            <p:cNvSpPr txBox="1"/>
            <p:nvPr/>
          </p:nvSpPr>
          <p:spPr>
            <a:xfrm>
              <a:off x="8014832" y="6202156"/>
              <a:ext cx="256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0" name="文本框 739">
                  <a:extLst>
                    <a:ext uri="{FF2B5EF4-FFF2-40B4-BE49-F238E27FC236}">
                      <a16:creationId xmlns:a16="http://schemas.microsoft.com/office/drawing/2014/main" id="{07A5EEC9-EC61-467A-86E8-EE7718367204}"/>
                    </a:ext>
                  </a:extLst>
                </p:cNvPr>
                <p:cNvSpPr txBox="1"/>
                <p:nvPr/>
              </p:nvSpPr>
              <p:spPr>
                <a:xfrm rot="16200000">
                  <a:off x="7249708" y="701516"/>
                  <a:ext cx="9844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.)</m:t>
                        </m:r>
                      </m:oMath>
                    </m:oMathPara>
                  </a14:m>
                  <a:endParaRPr lang="zh-CN" altLang="en-US" sz="120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40" name="文本框 739">
                  <a:extLst>
                    <a:ext uri="{FF2B5EF4-FFF2-40B4-BE49-F238E27FC236}">
                      <a16:creationId xmlns:a16="http://schemas.microsoft.com/office/drawing/2014/main" id="{07A5EEC9-EC61-467A-86E8-EE7718367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249708" y="701516"/>
                  <a:ext cx="984422" cy="276999"/>
                </a:xfrm>
                <a:prstGeom prst="rect">
                  <a:avLst/>
                </a:prstGeom>
                <a:blipFill>
                  <a:blip r:embed="rId2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1" name="文本框 740">
                  <a:extLst>
                    <a:ext uri="{FF2B5EF4-FFF2-40B4-BE49-F238E27FC236}">
                      <a16:creationId xmlns:a16="http://schemas.microsoft.com/office/drawing/2014/main" id="{976A842F-2D8B-4AFF-8A4A-A32CDA7E4034}"/>
                    </a:ext>
                  </a:extLst>
                </p:cNvPr>
                <p:cNvSpPr txBox="1"/>
                <p:nvPr/>
              </p:nvSpPr>
              <p:spPr>
                <a:xfrm rot="16200000">
                  <a:off x="7249708" y="2111410"/>
                  <a:ext cx="9844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.)</m:t>
                        </m:r>
                      </m:oMath>
                    </m:oMathPara>
                  </a14:m>
                  <a:endParaRPr lang="zh-CN" altLang="en-US" sz="120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41" name="文本框 740">
                  <a:extLst>
                    <a:ext uri="{FF2B5EF4-FFF2-40B4-BE49-F238E27FC236}">
                      <a16:creationId xmlns:a16="http://schemas.microsoft.com/office/drawing/2014/main" id="{976A842F-2D8B-4AFF-8A4A-A32CDA7E4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249708" y="2111410"/>
                  <a:ext cx="984422" cy="276999"/>
                </a:xfrm>
                <a:prstGeom prst="rect">
                  <a:avLst/>
                </a:prstGeom>
                <a:blipFill>
                  <a:blip r:embed="rId2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2" name="文本框 741">
                  <a:extLst>
                    <a:ext uri="{FF2B5EF4-FFF2-40B4-BE49-F238E27FC236}">
                      <a16:creationId xmlns:a16="http://schemas.microsoft.com/office/drawing/2014/main" id="{4540C8BB-CDC6-4F46-AB7A-4B548B8B98A1}"/>
                    </a:ext>
                  </a:extLst>
                </p:cNvPr>
                <p:cNvSpPr txBox="1"/>
                <p:nvPr/>
              </p:nvSpPr>
              <p:spPr>
                <a:xfrm rot="16200000">
                  <a:off x="7249709" y="3445138"/>
                  <a:ext cx="9844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.)</m:t>
                        </m:r>
                      </m:oMath>
                    </m:oMathPara>
                  </a14:m>
                  <a:endParaRPr lang="zh-CN" altLang="en-US" sz="120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42" name="文本框 741">
                  <a:extLst>
                    <a:ext uri="{FF2B5EF4-FFF2-40B4-BE49-F238E27FC236}">
                      <a16:creationId xmlns:a16="http://schemas.microsoft.com/office/drawing/2014/main" id="{4540C8BB-CDC6-4F46-AB7A-4B548B8B9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249709" y="3445138"/>
                  <a:ext cx="984422" cy="276999"/>
                </a:xfrm>
                <a:prstGeom prst="rect">
                  <a:avLst/>
                </a:prstGeom>
                <a:blipFill>
                  <a:blip r:embed="rId2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3" name="文本框 742">
                  <a:extLst>
                    <a:ext uri="{FF2B5EF4-FFF2-40B4-BE49-F238E27FC236}">
                      <a16:creationId xmlns:a16="http://schemas.microsoft.com/office/drawing/2014/main" id="{B48EC92A-249A-4C8E-85C9-A7071C61DFC0}"/>
                    </a:ext>
                  </a:extLst>
                </p:cNvPr>
                <p:cNvSpPr txBox="1"/>
                <p:nvPr/>
              </p:nvSpPr>
              <p:spPr>
                <a:xfrm rot="16200000">
                  <a:off x="7249710" y="4822944"/>
                  <a:ext cx="9844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.)</m:t>
                        </m:r>
                      </m:oMath>
                    </m:oMathPara>
                  </a14:m>
                  <a:endParaRPr lang="zh-CN" altLang="en-US" sz="120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43" name="文本框 742">
                  <a:extLst>
                    <a:ext uri="{FF2B5EF4-FFF2-40B4-BE49-F238E27FC236}">
                      <a16:creationId xmlns:a16="http://schemas.microsoft.com/office/drawing/2014/main" id="{B48EC92A-249A-4C8E-85C9-A7071C61D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249710" y="4822944"/>
                  <a:ext cx="984422" cy="276999"/>
                </a:xfrm>
                <a:prstGeom prst="rect">
                  <a:avLst/>
                </a:prstGeom>
                <a:blipFill>
                  <a:blip r:embed="rId2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4" name="文本框 743">
                  <a:extLst>
                    <a:ext uri="{FF2B5EF4-FFF2-40B4-BE49-F238E27FC236}">
                      <a16:creationId xmlns:a16="http://schemas.microsoft.com/office/drawing/2014/main" id="{997A022D-2EDE-49CA-B812-C69C55E4E59D}"/>
                    </a:ext>
                  </a:extLst>
                </p:cNvPr>
                <p:cNvSpPr txBox="1"/>
                <p:nvPr/>
              </p:nvSpPr>
              <p:spPr>
                <a:xfrm rot="16200000">
                  <a:off x="7249712" y="6202155"/>
                  <a:ext cx="9844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.)</m:t>
                        </m:r>
                      </m:oMath>
                    </m:oMathPara>
                  </a14:m>
                  <a:endParaRPr lang="zh-CN" altLang="en-US" sz="120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44" name="文本框 743">
                  <a:extLst>
                    <a:ext uri="{FF2B5EF4-FFF2-40B4-BE49-F238E27FC236}">
                      <a16:creationId xmlns:a16="http://schemas.microsoft.com/office/drawing/2014/main" id="{997A022D-2EDE-49CA-B812-C69C55E4E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249712" y="6202155"/>
                  <a:ext cx="984422" cy="276999"/>
                </a:xfrm>
                <a:prstGeom prst="rect">
                  <a:avLst/>
                </a:prstGeom>
                <a:blipFill>
                  <a:blip r:embed="rId2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5" name="文本框 744">
              <a:extLst>
                <a:ext uri="{FF2B5EF4-FFF2-40B4-BE49-F238E27FC236}">
                  <a16:creationId xmlns:a16="http://schemas.microsoft.com/office/drawing/2014/main" id="{469FDDF5-E792-4B55-A8AE-EF412571E2DC}"/>
                </a:ext>
              </a:extLst>
            </p:cNvPr>
            <p:cNvSpPr txBox="1"/>
            <p:nvPr/>
          </p:nvSpPr>
          <p:spPr>
            <a:xfrm>
              <a:off x="8413639" y="42308"/>
              <a:ext cx="150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7B50B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Forehead</a:t>
              </a:r>
              <a:endParaRPr lang="zh-CN" altLang="en-US">
                <a:solidFill>
                  <a:srgbClr val="7B50B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6" name="任意多边形: 形状 745">
              <a:extLst>
                <a:ext uri="{FF2B5EF4-FFF2-40B4-BE49-F238E27FC236}">
                  <a16:creationId xmlns:a16="http://schemas.microsoft.com/office/drawing/2014/main" id="{4B37E2F2-6032-4862-8E28-41515661F18B}"/>
                </a:ext>
              </a:extLst>
            </p:cNvPr>
            <p:cNvSpPr/>
            <p:nvPr/>
          </p:nvSpPr>
          <p:spPr>
            <a:xfrm>
              <a:off x="8412480" y="517972"/>
              <a:ext cx="3429000" cy="205928"/>
            </a:xfrm>
            <a:custGeom>
              <a:avLst/>
              <a:gdLst>
                <a:gd name="connsiteX0" fmla="*/ 0 w 3429000"/>
                <a:gd name="connsiteY0" fmla="*/ 122108 h 205928"/>
                <a:gd name="connsiteX1" fmla="*/ 426720 w 3429000"/>
                <a:gd name="connsiteY1" fmla="*/ 45908 h 205928"/>
                <a:gd name="connsiteX2" fmla="*/ 640080 w 3429000"/>
                <a:gd name="connsiteY2" fmla="*/ 137348 h 205928"/>
                <a:gd name="connsiteX3" fmla="*/ 830580 w 3429000"/>
                <a:gd name="connsiteY3" fmla="*/ 84008 h 205928"/>
                <a:gd name="connsiteX4" fmla="*/ 1059180 w 3429000"/>
                <a:gd name="connsiteY4" fmla="*/ 15428 h 205928"/>
                <a:gd name="connsiteX5" fmla="*/ 1379220 w 3429000"/>
                <a:gd name="connsiteY5" fmla="*/ 190688 h 205928"/>
                <a:gd name="connsiteX6" fmla="*/ 1569720 w 3429000"/>
                <a:gd name="connsiteY6" fmla="*/ 167828 h 205928"/>
                <a:gd name="connsiteX7" fmla="*/ 1874520 w 3429000"/>
                <a:gd name="connsiteY7" fmla="*/ 99248 h 205928"/>
                <a:gd name="connsiteX8" fmla="*/ 2148840 w 3429000"/>
                <a:gd name="connsiteY8" fmla="*/ 7808 h 205928"/>
                <a:gd name="connsiteX9" fmla="*/ 2202180 w 3429000"/>
                <a:gd name="connsiteY9" fmla="*/ 183068 h 205928"/>
                <a:gd name="connsiteX10" fmla="*/ 2324100 w 3429000"/>
                <a:gd name="connsiteY10" fmla="*/ 183068 h 205928"/>
                <a:gd name="connsiteX11" fmla="*/ 2689860 w 3429000"/>
                <a:gd name="connsiteY11" fmla="*/ 122108 h 205928"/>
                <a:gd name="connsiteX12" fmla="*/ 2811780 w 3429000"/>
                <a:gd name="connsiteY12" fmla="*/ 114488 h 205928"/>
                <a:gd name="connsiteX13" fmla="*/ 3078480 w 3429000"/>
                <a:gd name="connsiteY13" fmla="*/ 188 h 205928"/>
                <a:gd name="connsiteX14" fmla="*/ 3139440 w 3429000"/>
                <a:gd name="connsiteY14" fmla="*/ 144968 h 205928"/>
                <a:gd name="connsiteX15" fmla="*/ 3429000 w 3429000"/>
                <a:gd name="connsiteY15" fmla="*/ 205928 h 20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29000" h="205928">
                  <a:moveTo>
                    <a:pt x="0" y="122108"/>
                  </a:moveTo>
                  <a:cubicBezTo>
                    <a:pt x="160020" y="82738"/>
                    <a:pt x="320040" y="43368"/>
                    <a:pt x="426720" y="45908"/>
                  </a:cubicBezTo>
                  <a:cubicBezTo>
                    <a:pt x="533400" y="48448"/>
                    <a:pt x="572770" y="130998"/>
                    <a:pt x="640080" y="137348"/>
                  </a:cubicBezTo>
                  <a:cubicBezTo>
                    <a:pt x="707390" y="143698"/>
                    <a:pt x="830580" y="84008"/>
                    <a:pt x="830580" y="84008"/>
                  </a:cubicBezTo>
                  <a:cubicBezTo>
                    <a:pt x="900430" y="63688"/>
                    <a:pt x="967740" y="-2352"/>
                    <a:pt x="1059180" y="15428"/>
                  </a:cubicBezTo>
                  <a:cubicBezTo>
                    <a:pt x="1150620" y="33208"/>
                    <a:pt x="1294130" y="165288"/>
                    <a:pt x="1379220" y="190688"/>
                  </a:cubicBezTo>
                  <a:cubicBezTo>
                    <a:pt x="1464310" y="216088"/>
                    <a:pt x="1487170" y="183068"/>
                    <a:pt x="1569720" y="167828"/>
                  </a:cubicBezTo>
                  <a:cubicBezTo>
                    <a:pt x="1652270" y="152588"/>
                    <a:pt x="1778000" y="125918"/>
                    <a:pt x="1874520" y="99248"/>
                  </a:cubicBezTo>
                  <a:cubicBezTo>
                    <a:pt x="1971040" y="72578"/>
                    <a:pt x="2094230" y="-6162"/>
                    <a:pt x="2148840" y="7808"/>
                  </a:cubicBezTo>
                  <a:cubicBezTo>
                    <a:pt x="2203450" y="21778"/>
                    <a:pt x="2172970" y="153858"/>
                    <a:pt x="2202180" y="183068"/>
                  </a:cubicBezTo>
                  <a:cubicBezTo>
                    <a:pt x="2231390" y="212278"/>
                    <a:pt x="2242820" y="193228"/>
                    <a:pt x="2324100" y="183068"/>
                  </a:cubicBezTo>
                  <a:cubicBezTo>
                    <a:pt x="2405380" y="172908"/>
                    <a:pt x="2608580" y="133538"/>
                    <a:pt x="2689860" y="122108"/>
                  </a:cubicBezTo>
                  <a:cubicBezTo>
                    <a:pt x="2771140" y="110678"/>
                    <a:pt x="2747010" y="134808"/>
                    <a:pt x="2811780" y="114488"/>
                  </a:cubicBezTo>
                  <a:cubicBezTo>
                    <a:pt x="2876550" y="94168"/>
                    <a:pt x="3023870" y="-4892"/>
                    <a:pt x="3078480" y="188"/>
                  </a:cubicBezTo>
                  <a:cubicBezTo>
                    <a:pt x="3133090" y="5268"/>
                    <a:pt x="3081020" y="110678"/>
                    <a:pt x="3139440" y="144968"/>
                  </a:cubicBezTo>
                  <a:cubicBezTo>
                    <a:pt x="3197860" y="179258"/>
                    <a:pt x="3379470" y="166558"/>
                    <a:pt x="3429000" y="205928"/>
                  </a:cubicBezTo>
                </a:path>
              </a:pathLst>
            </a:custGeom>
            <a:noFill/>
            <a:ln>
              <a:solidFill>
                <a:srgbClr val="D1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7" name="任意多边形: 形状 746">
              <a:extLst>
                <a:ext uri="{FF2B5EF4-FFF2-40B4-BE49-F238E27FC236}">
                  <a16:creationId xmlns:a16="http://schemas.microsoft.com/office/drawing/2014/main" id="{9CFDD465-DC5A-4D1A-B8A3-56EC51720AA1}"/>
                </a:ext>
              </a:extLst>
            </p:cNvPr>
            <p:cNvSpPr/>
            <p:nvPr/>
          </p:nvSpPr>
          <p:spPr>
            <a:xfrm>
              <a:off x="8404860" y="852610"/>
              <a:ext cx="3429000" cy="131041"/>
            </a:xfrm>
            <a:custGeom>
              <a:avLst/>
              <a:gdLst>
                <a:gd name="connsiteX0" fmla="*/ 0 w 3429000"/>
                <a:gd name="connsiteY0" fmla="*/ 31310 h 131041"/>
                <a:gd name="connsiteX1" fmla="*/ 175260 w 3429000"/>
                <a:gd name="connsiteY1" fmla="*/ 69410 h 131041"/>
                <a:gd name="connsiteX2" fmla="*/ 426720 w 3429000"/>
                <a:gd name="connsiteY2" fmla="*/ 92270 h 131041"/>
                <a:gd name="connsiteX3" fmla="*/ 548640 w 3429000"/>
                <a:gd name="connsiteY3" fmla="*/ 31310 h 131041"/>
                <a:gd name="connsiteX4" fmla="*/ 899160 w 3429000"/>
                <a:gd name="connsiteY4" fmla="*/ 31310 h 131041"/>
                <a:gd name="connsiteX5" fmla="*/ 1226820 w 3429000"/>
                <a:gd name="connsiteY5" fmla="*/ 77030 h 131041"/>
                <a:gd name="connsiteX6" fmla="*/ 1455420 w 3429000"/>
                <a:gd name="connsiteY6" fmla="*/ 77030 h 131041"/>
                <a:gd name="connsiteX7" fmla="*/ 1569720 w 3429000"/>
                <a:gd name="connsiteY7" fmla="*/ 69410 h 131041"/>
                <a:gd name="connsiteX8" fmla="*/ 1729740 w 3429000"/>
                <a:gd name="connsiteY8" fmla="*/ 8450 h 131041"/>
                <a:gd name="connsiteX9" fmla="*/ 1851660 w 3429000"/>
                <a:gd name="connsiteY9" fmla="*/ 77030 h 131041"/>
                <a:gd name="connsiteX10" fmla="*/ 2164080 w 3429000"/>
                <a:gd name="connsiteY10" fmla="*/ 130370 h 131041"/>
                <a:gd name="connsiteX11" fmla="*/ 2331720 w 3429000"/>
                <a:gd name="connsiteY11" fmla="*/ 99890 h 131041"/>
                <a:gd name="connsiteX12" fmla="*/ 2674620 w 3429000"/>
                <a:gd name="connsiteY12" fmla="*/ 830 h 131041"/>
                <a:gd name="connsiteX13" fmla="*/ 2766060 w 3429000"/>
                <a:gd name="connsiteY13" fmla="*/ 54170 h 131041"/>
                <a:gd name="connsiteX14" fmla="*/ 3009900 w 3429000"/>
                <a:gd name="connsiteY14" fmla="*/ 84650 h 131041"/>
                <a:gd name="connsiteX15" fmla="*/ 3223260 w 3429000"/>
                <a:gd name="connsiteY15" fmla="*/ 69410 h 131041"/>
                <a:gd name="connsiteX16" fmla="*/ 3345180 w 3429000"/>
                <a:gd name="connsiteY16" fmla="*/ 99890 h 131041"/>
                <a:gd name="connsiteX17" fmla="*/ 3429000 w 3429000"/>
                <a:gd name="connsiteY17" fmla="*/ 130370 h 13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29000" h="131041">
                  <a:moveTo>
                    <a:pt x="0" y="31310"/>
                  </a:moveTo>
                  <a:cubicBezTo>
                    <a:pt x="52070" y="45280"/>
                    <a:pt x="104140" y="59250"/>
                    <a:pt x="175260" y="69410"/>
                  </a:cubicBezTo>
                  <a:cubicBezTo>
                    <a:pt x="246380" y="79570"/>
                    <a:pt x="364490" y="98620"/>
                    <a:pt x="426720" y="92270"/>
                  </a:cubicBezTo>
                  <a:cubicBezTo>
                    <a:pt x="488950" y="85920"/>
                    <a:pt x="469900" y="41470"/>
                    <a:pt x="548640" y="31310"/>
                  </a:cubicBezTo>
                  <a:cubicBezTo>
                    <a:pt x="627380" y="21150"/>
                    <a:pt x="786130" y="23690"/>
                    <a:pt x="899160" y="31310"/>
                  </a:cubicBezTo>
                  <a:cubicBezTo>
                    <a:pt x="1012190" y="38930"/>
                    <a:pt x="1134110" y="69410"/>
                    <a:pt x="1226820" y="77030"/>
                  </a:cubicBezTo>
                  <a:cubicBezTo>
                    <a:pt x="1319530" y="84650"/>
                    <a:pt x="1398270" y="78300"/>
                    <a:pt x="1455420" y="77030"/>
                  </a:cubicBezTo>
                  <a:cubicBezTo>
                    <a:pt x="1512570" y="75760"/>
                    <a:pt x="1524000" y="80840"/>
                    <a:pt x="1569720" y="69410"/>
                  </a:cubicBezTo>
                  <a:cubicBezTo>
                    <a:pt x="1615440" y="57980"/>
                    <a:pt x="1682750" y="7180"/>
                    <a:pt x="1729740" y="8450"/>
                  </a:cubicBezTo>
                  <a:cubicBezTo>
                    <a:pt x="1776730" y="9720"/>
                    <a:pt x="1779270" y="56710"/>
                    <a:pt x="1851660" y="77030"/>
                  </a:cubicBezTo>
                  <a:cubicBezTo>
                    <a:pt x="1924050" y="97350"/>
                    <a:pt x="2084070" y="126560"/>
                    <a:pt x="2164080" y="130370"/>
                  </a:cubicBezTo>
                  <a:cubicBezTo>
                    <a:pt x="2244090" y="134180"/>
                    <a:pt x="2246630" y="121480"/>
                    <a:pt x="2331720" y="99890"/>
                  </a:cubicBezTo>
                  <a:cubicBezTo>
                    <a:pt x="2416810" y="78300"/>
                    <a:pt x="2602230" y="8450"/>
                    <a:pt x="2674620" y="830"/>
                  </a:cubicBezTo>
                  <a:cubicBezTo>
                    <a:pt x="2747010" y="-6790"/>
                    <a:pt x="2710180" y="40200"/>
                    <a:pt x="2766060" y="54170"/>
                  </a:cubicBezTo>
                  <a:cubicBezTo>
                    <a:pt x="2821940" y="68140"/>
                    <a:pt x="2933700" y="82110"/>
                    <a:pt x="3009900" y="84650"/>
                  </a:cubicBezTo>
                  <a:cubicBezTo>
                    <a:pt x="3086100" y="87190"/>
                    <a:pt x="3167380" y="66870"/>
                    <a:pt x="3223260" y="69410"/>
                  </a:cubicBezTo>
                  <a:cubicBezTo>
                    <a:pt x="3279140" y="71950"/>
                    <a:pt x="3310890" y="89730"/>
                    <a:pt x="3345180" y="99890"/>
                  </a:cubicBezTo>
                  <a:cubicBezTo>
                    <a:pt x="3379470" y="110050"/>
                    <a:pt x="3328670" y="79570"/>
                    <a:pt x="3429000" y="130370"/>
                  </a:cubicBezTo>
                </a:path>
              </a:pathLst>
            </a:custGeom>
            <a:noFill/>
            <a:ln>
              <a:solidFill>
                <a:srgbClr val="4B9F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8" name="任意多边形: 形状 747">
              <a:extLst>
                <a:ext uri="{FF2B5EF4-FFF2-40B4-BE49-F238E27FC236}">
                  <a16:creationId xmlns:a16="http://schemas.microsoft.com/office/drawing/2014/main" id="{AD4A87B2-2646-4E88-A6A1-B6762DFA666B}"/>
                </a:ext>
              </a:extLst>
            </p:cNvPr>
            <p:cNvSpPr/>
            <p:nvPr/>
          </p:nvSpPr>
          <p:spPr>
            <a:xfrm>
              <a:off x="8420100" y="1043833"/>
              <a:ext cx="3406140" cy="132035"/>
            </a:xfrm>
            <a:custGeom>
              <a:avLst/>
              <a:gdLst>
                <a:gd name="connsiteX0" fmla="*/ 0 w 3406140"/>
                <a:gd name="connsiteY0" fmla="*/ 68687 h 132035"/>
                <a:gd name="connsiteX1" fmla="*/ 228600 w 3406140"/>
                <a:gd name="connsiteY1" fmla="*/ 106787 h 132035"/>
                <a:gd name="connsiteX2" fmla="*/ 419100 w 3406140"/>
                <a:gd name="connsiteY2" fmla="*/ 91547 h 132035"/>
                <a:gd name="connsiteX3" fmla="*/ 541020 w 3406140"/>
                <a:gd name="connsiteY3" fmla="*/ 38207 h 132035"/>
                <a:gd name="connsiteX4" fmla="*/ 701040 w 3406140"/>
                <a:gd name="connsiteY4" fmla="*/ 22967 h 132035"/>
                <a:gd name="connsiteX5" fmla="*/ 914400 w 3406140"/>
                <a:gd name="connsiteY5" fmla="*/ 91547 h 132035"/>
                <a:gd name="connsiteX6" fmla="*/ 1104900 w 3406140"/>
                <a:gd name="connsiteY6" fmla="*/ 122027 h 132035"/>
                <a:gd name="connsiteX7" fmla="*/ 1356360 w 3406140"/>
                <a:gd name="connsiteY7" fmla="*/ 129647 h 132035"/>
                <a:gd name="connsiteX8" fmla="*/ 1508760 w 3406140"/>
                <a:gd name="connsiteY8" fmla="*/ 83927 h 132035"/>
                <a:gd name="connsiteX9" fmla="*/ 1630680 w 3406140"/>
                <a:gd name="connsiteY9" fmla="*/ 22967 h 132035"/>
                <a:gd name="connsiteX10" fmla="*/ 1813560 w 3406140"/>
                <a:gd name="connsiteY10" fmla="*/ 107 h 132035"/>
                <a:gd name="connsiteX11" fmla="*/ 1935480 w 3406140"/>
                <a:gd name="connsiteY11" fmla="*/ 30587 h 132035"/>
                <a:gd name="connsiteX12" fmla="*/ 2034540 w 3406140"/>
                <a:gd name="connsiteY12" fmla="*/ 61067 h 132035"/>
                <a:gd name="connsiteX13" fmla="*/ 2209800 w 3406140"/>
                <a:gd name="connsiteY13" fmla="*/ 91547 h 132035"/>
                <a:gd name="connsiteX14" fmla="*/ 2346960 w 3406140"/>
                <a:gd name="connsiteY14" fmla="*/ 122027 h 132035"/>
                <a:gd name="connsiteX15" fmla="*/ 2575560 w 3406140"/>
                <a:gd name="connsiteY15" fmla="*/ 114407 h 132035"/>
                <a:gd name="connsiteX16" fmla="*/ 2689860 w 3406140"/>
                <a:gd name="connsiteY16" fmla="*/ 99167 h 132035"/>
                <a:gd name="connsiteX17" fmla="*/ 2834640 w 3406140"/>
                <a:gd name="connsiteY17" fmla="*/ 76307 h 132035"/>
                <a:gd name="connsiteX18" fmla="*/ 2987040 w 3406140"/>
                <a:gd name="connsiteY18" fmla="*/ 38207 h 132035"/>
                <a:gd name="connsiteX19" fmla="*/ 3154680 w 3406140"/>
                <a:gd name="connsiteY19" fmla="*/ 45827 h 132035"/>
                <a:gd name="connsiteX20" fmla="*/ 3253740 w 3406140"/>
                <a:gd name="connsiteY20" fmla="*/ 76307 h 132035"/>
                <a:gd name="connsiteX21" fmla="*/ 3368040 w 3406140"/>
                <a:gd name="connsiteY21" fmla="*/ 91547 h 132035"/>
                <a:gd name="connsiteX22" fmla="*/ 3406140 w 3406140"/>
                <a:gd name="connsiteY22" fmla="*/ 99167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06140" h="132035">
                  <a:moveTo>
                    <a:pt x="0" y="68687"/>
                  </a:moveTo>
                  <a:cubicBezTo>
                    <a:pt x="79375" y="85832"/>
                    <a:pt x="158750" y="102977"/>
                    <a:pt x="228600" y="106787"/>
                  </a:cubicBezTo>
                  <a:cubicBezTo>
                    <a:pt x="298450" y="110597"/>
                    <a:pt x="367030" y="102977"/>
                    <a:pt x="419100" y="91547"/>
                  </a:cubicBezTo>
                  <a:cubicBezTo>
                    <a:pt x="471170" y="80117"/>
                    <a:pt x="494030" y="49637"/>
                    <a:pt x="541020" y="38207"/>
                  </a:cubicBezTo>
                  <a:cubicBezTo>
                    <a:pt x="588010" y="26777"/>
                    <a:pt x="638810" y="14077"/>
                    <a:pt x="701040" y="22967"/>
                  </a:cubicBezTo>
                  <a:cubicBezTo>
                    <a:pt x="763270" y="31857"/>
                    <a:pt x="847090" y="75037"/>
                    <a:pt x="914400" y="91547"/>
                  </a:cubicBezTo>
                  <a:cubicBezTo>
                    <a:pt x="981710" y="108057"/>
                    <a:pt x="1031240" y="115677"/>
                    <a:pt x="1104900" y="122027"/>
                  </a:cubicBezTo>
                  <a:cubicBezTo>
                    <a:pt x="1178560" y="128377"/>
                    <a:pt x="1289050" y="135997"/>
                    <a:pt x="1356360" y="129647"/>
                  </a:cubicBezTo>
                  <a:cubicBezTo>
                    <a:pt x="1423670" y="123297"/>
                    <a:pt x="1463040" y="101707"/>
                    <a:pt x="1508760" y="83927"/>
                  </a:cubicBezTo>
                  <a:cubicBezTo>
                    <a:pt x="1554480" y="66147"/>
                    <a:pt x="1579880" y="36937"/>
                    <a:pt x="1630680" y="22967"/>
                  </a:cubicBezTo>
                  <a:cubicBezTo>
                    <a:pt x="1681480" y="8997"/>
                    <a:pt x="1762760" y="-1163"/>
                    <a:pt x="1813560" y="107"/>
                  </a:cubicBezTo>
                  <a:cubicBezTo>
                    <a:pt x="1864360" y="1377"/>
                    <a:pt x="1898650" y="20427"/>
                    <a:pt x="1935480" y="30587"/>
                  </a:cubicBezTo>
                  <a:cubicBezTo>
                    <a:pt x="1972310" y="40747"/>
                    <a:pt x="1988820" y="50907"/>
                    <a:pt x="2034540" y="61067"/>
                  </a:cubicBezTo>
                  <a:cubicBezTo>
                    <a:pt x="2080260" y="71227"/>
                    <a:pt x="2157730" y="81387"/>
                    <a:pt x="2209800" y="91547"/>
                  </a:cubicBezTo>
                  <a:cubicBezTo>
                    <a:pt x="2261870" y="101707"/>
                    <a:pt x="2286000" y="118217"/>
                    <a:pt x="2346960" y="122027"/>
                  </a:cubicBezTo>
                  <a:cubicBezTo>
                    <a:pt x="2407920" y="125837"/>
                    <a:pt x="2518410" y="118217"/>
                    <a:pt x="2575560" y="114407"/>
                  </a:cubicBezTo>
                  <a:cubicBezTo>
                    <a:pt x="2632710" y="110597"/>
                    <a:pt x="2646680" y="105517"/>
                    <a:pt x="2689860" y="99167"/>
                  </a:cubicBezTo>
                  <a:cubicBezTo>
                    <a:pt x="2733040" y="92817"/>
                    <a:pt x="2785110" y="86467"/>
                    <a:pt x="2834640" y="76307"/>
                  </a:cubicBezTo>
                  <a:cubicBezTo>
                    <a:pt x="2884170" y="66147"/>
                    <a:pt x="2933700" y="43287"/>
                    <a:pt x="2987040" y="38207"/>
                  </a:cubicBezTo>
                  <a:cubicBezTo>
                    <a:pt x="3040380" y="33127"/>
                    <a:pt x="3110230" y="39477"/>
                    <a:pt x="3154680" y="45827"/>
                  </a:cubicBezTo>
                  <a:cubicBezTo>
                    <a:pt x="3199130" y="52177"/>
                    <a:pt x="3218180" y="68687"/>
                    <a:pt x="3253740" y="76307"/>
                  </a:cubicBezTo>
                  <a:cubicBezTo>
                    <a:pt x="3289300" y="83927"/>
                    <a:pt x="3342640" y="87737"/>
                    <a:pt x="3368040" y="91547"/>
                  </a:cubicBezTo>
                  <a:cubicBezTo>
                    <a:pt x="3393440" y="95357"/>
                    <a:pt x="3332480" y="52177"/>
                    <a:pt x="3406140" y="99167"/>
                  </a:cubicBezTo>
                </a:path>
              </a:pathLst>
            </a:custGeom>
            <a:noFill/>
            <a:ln>
              <a:solidFill>
                <a:srgbClr val="2565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49" name="直接连接符 748">
              <a:extLst>
                <a:ext uri="{FF2B5EF4-FFF2-40B4-BE49-F238E27FC236}">
                  <a16:creationId xmlns:a16="http://schemas.microsoft.com/office/drawing/2014/main" id="{A21171E8-2FEC-491E-89A9-77C102853D55}"/>
                </a:ext>
              </a:extLst>
            </p:cNvPr>
            <p:cNvCxnSpPr>
              <a:cxnSpLocks/>
            </p:cNvCxnSpPr>
            <p:nvPr/>
          </p:nvCxnSpPr>
          <p:spPr>
            <a:xfrm>
              <a:off x="6121881" y="248643"/>
              <a:ext cx="293641" cy="0"/>
            </a:xfrm>
            <a:prstGeom prst="line">
              <a:avLst/>
            </a:prstGeom>
            <a:ln w="2222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1" name="文本框 750">
              <a:extLst>
                <a:ext uri="{FF2B5EF4-FFF2-40B4-BE49-F238E27FC236}">
                  <a16:creationId xmlns:a16="http://schemas.microsoft.com/office/drawing/2014/main" id="{586EC8D7-3A67-442C-B717-2078D7B827B0}"/>
                </a:ext>
              </a:extLst>
            </p:cNvPr>
            <p:cNvSpPr txBox="1"/>
            <p:nvPr/>
          </p:nvSpPr>
          <p:spPr>
            <a:xfrm>
              <a:off x="6415522" y="42308"/>
              <a:ext cx="354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2" name="直接连接符 751">
              <a:extLst>
                <a:ext uri="{FF2B5EF4-FFF2-40B4-BE49-F238E27FC236}">
                  <a16:creationId xmlns:a16="http://schemas.microsoft.com/office/drawing/2014/main" id="{52D4ECB4-4AA5-435B-BC73-DA8A09103915}"/>
                </a:ext>
              </a:extLst>
            </p:cNvPr>
            <p:cNvCxnSpPr>
              <a:cxnSpLocks/>
            </p:cNvCxnSpPr>
            <p:nvPr/>
          </p:nvCxnSpPr>
          <p:spPr>
            <a:xfrm>
              <a:off x="6780662" y="248643"/>
              <a:ext cx="293641" cy="0"/>
            </a:xfrm>
            <a:prstGeom prst="line">
              <a:avLst/>
            </a:prstGeom>
            <a:ln w="222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3" name="文本框 752">
              <a:extLst>
                <a:ext uri="{FF2B5EF4-FFF2-40B4-BE49-F238E27FC236}">
                  <a16:creationId xmlns:a16="http://schemas.microsoft.com/office/drawing/2014/main" id="{5AF6153F-B7DC-4FB4-B51F-C103C9A22792}"/>
                </a:ext>
              </a:extLst>
            </p:cNvPr>
            <p:cNvSpPr txBox="1"/>
            <p:nvPr/>
          </p:nvSpPr>
          <p:spPr>
            <a:xfrm>
              <a:off x="7074303" y="42308"/>
              <a:ext cx="354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4" name="直接连接符 753">
              <a:extLst>
                <a:ext uri="{FF2B5EF4-FFF2-40B4-BE49-F238E27FC236}">
                  <a16:creationId xmlns:a16="http://schemas.microsoft.com/office/drawing/2014/main" id="{C96463B5-4C23-49C1-AB85-CB68E239C583}"/>
                </a:ext>
              </a:extLst>
            </p:cNvPr>
            <p:cNvCxnSpPr>
              <a:cxnSpLocks/>
            </p:cNvCxnSpPr>
            <p:nvPr/>
          </p:nvCxnSpPr>
          <p:spPr>
            <a:xfrm>
              <a:off x="7447749" y="248643"/>
              <a:ext cx="293641" cy="0"/>
            </a:xfrm>
            <a:prstGeom prst="line">
              <a:avLst/>
            </a:prstGeom>
            <a:ln w="22225">
              <a:solidFill>
                <a:srgbClr val="2565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5" name="文本框 754">
              <a:extLst>
                <a:ext uri="{FF2B5EF4-FFF2-40B4-BE49-F238E27FC236}">
                  <a16:creationId xmlns:a16="http://schemas.microsoft.com/office/drawing/2014/main" id="{01A91B46-4EC6-4114-A506-5366E79D9E10}"/>
                </a:ext>
              </a:extLst>
            </p:cNvPr>
            <p:cNvSpPr txBox="1"/>
            <p:nvPr/>
          </p:nvSpPr>
          <p:spPr>
            <a:xfrm>
              <a:off x="7741390" y="42308"/>
              <a:ext cx="354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6" name="任意多边形: 形状 755">
              <a:extLst>
                <a:ext uri="{FF2B5EF4-FFF2-40B4-BE49-F238E27FC236}">
                  <a16:creationId xmlns:a16="http://schemas.microsoft.com/office/drawing/2014/main" id="{6ABA7D22-2420-4318-A32B-A2658B6712B1}"/>
                </a:ext>
              </a:extLst>
            </p:cNvPr>
            <p:cNvSpPr/>
            <p:nvPr/>
          </p:nvSpPr>
          <p:spPr>
            <a:xfrm>
              <a:off x="8420100" y="1859086"/>
              <a:ext cx="3406140" cy="191489"/>
            </a:xfrm>
            <a:custGeom>
              <a:avLst/>
              <a:gdLst>
                <a:gd name="connsiteX0" fmla="*/ 0 w 3406140"/>
                <a:gd name="connsiteY0" fmla="*/ 45914 h 191489"/>
                <a:gd name="connsiteX1" fmla="*/ 320040 w 3406140"/>
                <a:gd name="connsiteY1" fmla="*/ 114494 h 191489"/>
                <a:gd name="connsiteX2" fmla="*/ 647700 w 3406140"/>
                <a:gd name="connsiteY2" fmla="*/ 68774 h 191489"/>
                <a:gd name="connsiteX3" fmla="*/ 990600 w 3406140"/>
                <a:gd name="connsiteY3" fmla="*/ 194 h 191489"/>
                <a:gd name="connsiteX4" fmla="*/ 1173480 w 3406140"/>
                <a:gd name="connsiteY4" fmla="*/ 91634 h 191489"/>
                <a:gd name="connsiteX5" fmla="*/ 1325880 w 3406140"/>
                <a:gd name="connsiteY5" fmla="*/ 152594 h 191489"/>
                <a:gd name="connsiteX6" fmla="*/ 1493520 w 3406140"/>
                <a:gd name="connsiteY6" fmla="*/ 144974 h 191489"/>
                <a:gd name="connsiteX7" fmla="*/ 1828800 w 3406140"/>
                <a:gd name="connsiteY7" fmla="*/ 137354 h 191489"/>
                <a:gd name="connsiteX8" fmla="*/ 1950720 w 3406140"/>
                <a:gd name="connsiteY8" fmla="*/ 45914 h 191489"/>
                <a:gd name="connsiteX9" fmla="*/ 2110740 w 3406140"/>
                <a:gd name="connsiteY9" fmla="*/ 23054 h 191489"/>
                <a:gd name="connsiteX10" fmla="*/ 2362200 w 3406140"/>
                <a:gd name="connsiteY10" fmla="*/ 38294 h 191489"/>
                <a:gd name="connsiteX11" fmla="*/ 2506980 w 3406140"/>
                <a:gd name="connsiteY11" fmla="*/ 129734 h 191489"/>
                <a:gd name="connsiteX12" fmla="*/ 2750820 w 3406140"/>
                <a:gd name="connsiteY12" fmla="*/ 190694 h 191489"/>
                <a:gd name="connsiteX13" fmla="*/ 2956560 w 3406140"/>
                <a:gd name="connsiteY13" fmla="*/ 160214 h 191489"/>
                <a:gd name="connsiteX14" fmla="*/ 3139440 w 3406140"/>
                <a:gd name="connsiteY14" fmla="*/ 99254 h 191489"/>
                <a:gd name="connsiteX15" fmla="*/ 3276600 w 3406140"/>
                <a:gd name="connsiteY15" fmla="*/ 129734 h 191489"/>
                <a:gd name="connsiteX16" fmla="*/ 3406140 w 3406140"/>
                <a:gd name="connsiteY16" fmla="*/ 167834 h 19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6140" h="191489">
                  <a:moveTo>
                    <a:pt x="0" y="45914"/>
                  </a:moveTo>
                  <a:cubicBezTo>
                    <a:pt x="106045" y="78299"/>
                    <a:pt x="212090" y="110684"/>
                    <a:pt x="320040" y="114494"/>
                  </a:cubicBezTo>
                  <a:cubicBezTo>
                    <a:pt x="427990" y="118304"/>
                    <a:pt x="535940" y="87824"/>
                    <a:pt x="647700" y="68774"/>
                  </a:cubicBezTo>
                  <a:cubicBezTo>
                    <a:pt x="759460" y="49724"/>
                    <a:pt x="902970" y="-3616"/>
                    <a:pt x="990600" y="194"/>
                  </a:cubicBezTo>
                  <a:cubicBezTo>
                    <a:pt x="1078230" y="4004"/>
                    <a:pt x="1117600" y="66234"/>
                    <a:pt x="1173480" y="91634"/>
                  </a:cubicBezTo>
                  <a:cubicBezTo>
                    <a:pt x="1229360" y="117034"/>
                    <a:pt x="1272540" y="143704"/>
                    <a:pt x="1325880" y="152594"/>
                  </a:cubicBezTo>
                  <a:cubicBezTo>
                    <a:pt x="1379220" y="161484"/>
                    <a:pt x="1409700" y="147514"/>
                    <a:pt x="1493520" y="144974"/>
                  </a:cubicBezTo>
                  <a:cubicBezTo>
                    <a:pt x="1577340" y="142434"/>
                    <a:pt x="1752600" y="153864"/>
                    <a:pt x="1828800" y="137354"/>
                  </a:cubicBezTo>
                  <a:cubicBezTo>
                    <a:pt x="1905000" y="120844"/>
                    <a:pt x="1903730" y="64964"/>
                    <a:pt x="1950720" y="45914"/>
                  </a:cubicBezTo>
                  <a:cubicBezTo>
                    <a:pt x="1997710" y="26864"/>
                    <a:pt x="2042160" y="24324"/>
                    <a:pt x="2110740" y="23054"/>
                  </a:cubicBezTo>
                  <a:cubicBezTo>
                    <a:pt x="2179320" y="21784"/>
                    <a:pt x="2296160" y="20514"/>
                    <a:pt x="2362200" y="38294"/>
                  </a:cubicBezTo>
                  <a:cubicBezTo>
                    <a:pt x="2428240" y="56074"/>
                    <a:pt x="2442210" y="104334"/>
                    <a:pt x="2506980" y="129734"/>
                  </a:cubicBezTo>
                  <a:cubicBezTo>
                    <a:pt x="2571750" y="155134"/>
                    <a:pt x="2675890" y="185614"/>
                    <a:pt x="2750820" y="190694"/>
                  </a:cubicBezTo>
                  <a:cubicBezTo>
                    <a:pt x="2825750" y="195774"/>
                    <a:pt x="2891790" y="175454"/>
                    <a:pt x="2956560" y="160214"/>
                  </a:cubicBezTo>
                  <a:cubicBezTo>
                    <a:pt x="3021330" y="144974"/>
                    <a:pt x="3086100" y="104334"/>
                    <a:pt x="3139440" y="99254"/>
                  </a:cubicBezTo>
                  <a:cubicBezTo>
                    <a:pt x="3192780" y="94174"/>
                    <a:pt x="3232150" y="118304"/>
                    <a:pt x="3276600" y="129734"/>
                  </a:cubicBezTo>
                  <a:cubicBezTo>
                    <a:pt x="3321050" y="141164"/>
                    <a:pt x="3382010" y="122114"/>
                    <a:pt x="3406140" y="167834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7" name="任意多边形: 形状 756">
              <a:extLst>
                <a:ext uri="{FF2B5EF4-FFF2-40B4-BE49-F238E27FC236}">
                  <a16:creationId xmlns:a16="http://schemas.microsoft.com/office/drawing/2014/main" id="{7D5D43DC-D9A2-45A3-B307-33C9D0AEBF47}"/>
                </a:ext>
              </a:extLst>
            </p:cNvPr>
            <p:cNvSpPr/>
            <p:nvPr/>
          </p:nvSpPr>
          <p:spPr>
            <a:xfrm>
              <a:off x="8404860" y="2122749"/>
              <a:ext cx="3421380" cy="194291"/>
            </a:xfrm>
            <a:custGeom>
              <a:avLst/>
              <a:gdLst>
                <a:gd name="connsiteX0" fmla="*/ 0 w 3421380"/>
                <a:gd name="connsiteY0" fmla="*/ 94671 h 194291"/>
                <a:gd name="connsiteX1" fmla="*/ 297180 w 3421380"/>
                <a:gd name="connsiteY1" fmla="*/ 3231 h 194291"/>
                <a:gd name="connsiteX2" fmla="*/ 518160 w 3421380"/>
                <a:gd name="connsiteY2" fmla="*/ 26091 h 194291"/>
                <a:gd name="connsiteX3" fmla="*/ 815340 w 3421380"/>
                <a:gd name="connsiteY3" fmla="*/ 79431 h 194291"/>
                <a:gd name="connsiteX4" fmla="*/ 922020 w 3421380"/>
                <a:gd name="connsiteY4" fmla="*/ 102291 h 194291"/>
                <a:gd name="connsiteX5" fmla="*/ 1143000 w 3421380"/>
                <a:gd name="connsiteY5" fmla="*/ 125151 h 194291"/>
                <a:gd name="connsiteX6" fmla="*/ 1211580 w 3421380"/>
                <a:gd name="connsiteY6" fmla="*/ 41331 h 194291"/>
                <a:gd name="connsiteX7" fmla="*/ 1341120 w 3421380"/>
                <a:gd name="connsiteY7" fmla="*/ 41331 h 194291"/>
                <a:gd name="connsiteX8" fmla="*/ 1607820 w 3421380"/>
                <a:gd name="connsiteY8" fmla="*/ 41331 h 194291"/>
                <a:gd name="connsiteX9" fmla="*/ 1828800 w 3421380"/>
                <a:gd name="connsiteY9" fmla="*/ 79431 h 194291"/>
                <a:gd name="connsiteX10" fmla="*/ 1996440 w 3421380"/>
                <a:gd name="connsiteY10" fmla="*/ 117531 h 194291"/>
                <a:gd name="connsiteX11" fmla="*/ 2118360 w 3421380"/>
                <a:gd name="connsiteY11" fmla="*/ 125151 h 194291"/>
                <a:gd name="connsiteX12" fmla="*/ 2209800 w 3421380"/>
                <a:gd name="connsiteY12" fmla="*/ 79431 h 194291"/>
                <a:gd name="connsiteX13" fmla="*/ 2331720 w 3421380"/>
                <a:gd name="connsiteY13" fmla="*/ 64191 h 194291"/>
                <a:gd name="connsiteX14" fmla="*/ 2567940 w 3421380"/>
                <a:gd name="connsiteY14" fmla="*/ 33711 h 194291"/>
                <a:gd name="connsiteX15" fmla="*/ 2659380 w 3421380"/>
                <a:gd name="connsiteY15" fmla="*/ 56571 h 194291"/>
                <a:gd name="connsiteX16" fmla="*/ 2788920 w 3421380"/>
                <a:gd name="connsiteY16" fmla="*/ 132771 h 194291"/>
                <a:gd name="connsiteX17" fmla="*/ 2926080 w 3421380"/>
                <a:gd name="connsiteY17" fmla="*/ 170871 h 194291"/>
                <a:gd name="connsiteX18" fmla="*/ 3139440 w 3421380"/>
                <a:gd name="connsiteY18" fmla="*/ 193731 h 194291"/>
                <a:gd name="connsiteX19" fmla="*/ 3307080 w 3421380"/>
                <a:gd name="connsiteY19" fmla="*/ 148011 h 194291"/>
                <a:gd name="connsiteX20" fmla="*/ 3421380 w 3421380"/>
                <a:gd name="connsiteY20" fmla="*/ 125151 h 194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21380" h="194291">
                  <a:moveTo>
                    <a:pt x="0" y="94671"/>
                  </a:moveTo>
                  <a:cubicBezTo>
                    <a:pt x="105410" y="54666"/>
                    <a:pt x="210820" y="14661"/>
                    <a:pt x="297180" y="3231"/>
                  </a:cubicBezTo>
                  <a:cubicBezTo>
                    <a:pt x="383540" y="-8199"/>
                    <a:pt x="431800" y="13391"/>
                    <a:pt x="518160" y="26091"/>
                  </a:cubicBezTo>
                  <a:cubicBezTo>
                    <a:pt x="604520" y="38791"/>
                    <a:pt x="748030" y="66731"/>
                    <a:pt x="815340" y="79431"/>
                  </a:cubicBezTo>
                  <a:cubicBezTo>
                    <a:pt x="882650" y="92131"/>
                    <a:pt x="867410" y="94671"/>
                    <a:pt x="922020" y="102291"/>
                  </a:cubicBezTo>
                  <a:cubicBezTo>
                    <a:pt x="976630" y="109911"/>
                    <a:pt x="1094740" y="135311"/>
                    <a:pt x="1143000" y="125151"/>
                  </a:cubicBezTo>
                  <a:cubicBezTo>
                    <a:pt x="1191260" y="114991"/>
                    <a:pt x="1178560" y="55301"/>
                    <a:pt x="1211580" y="41331"/>
                  </a:cubicBezTo>
                  <a:cubicBezTo>
                    <a:pt x="1244600" y="27361"/>
                    <a:pt x="1341120" y="41331"/>
                    <a:pt x="1341120" y="41331"/>
                  </a:cubicBezTo>
                  <a:cubicBezTo>
                    <a:pt x="1407160" y="41331"/>
                    <a:pt x="1526540" y="34981"/>
                    <a:pt x="1607820" y="41331"/>
                  </a:cubicBezTo>
                  <a:cubicBezTo>
                    <a:pt x="1689100" y="47681"/>
                    <a:pt x="1764030" y="66731"/>
                    <a:pt x="1828800" y="79431"/>
                  </a:cubicBezTo>
                  <a:cubicBezTo>
                    <a:pt x="1893570" y="92131"/>
                    <a:pt x="1948180" y="109911"/>
                    <a:pt x="1996440" y="117531"/>
                  </a:cubicBezTo>
                  <a:cubicBezTo>
                    <a:pt x="2044700" y="125151"/>
                    <a:pt x="2082800" y="131501"/>
                    <a:pt x="2118360" y="125151"/>
                  </a:cubicBezTo>
                  <a:cubicBezTo>
                    <a:pt x="2153920" y="118801"/>
                    <a:pt x="2174240" y="89591"/>
                    <a:pt x="2209800" y="79431"/>
                  </a:cubicBezTo>
                  <a:cubicBezTo>
                    <a:pt x="2245360" y="69271"/>
                    <a:pt x="2331720" y="64191"/>
                    <a:pt x="2331720" y="64191"/>
                  </a:cubicBezTo>
                  <a:cubicBezTo>
                    <a:pt x="2391410" y="56571"/>
                    <a:pt x="2513330" y="34981"/>
                    <a:pt x="2567940" y="33711"/>
                  </a:cubicBezTo>
                  <a:cubicBezTo>
                    <a:pt x="2622550" y="32441"/>
                    <a:pt x="2622550" y="40061"/>
                    <a:pt x="2659380" y="56571"/>
                  </a:cubicBezTo>
                  <a:cubicBezTo>
                    <a:pt x="2696210" y="73081"/>
                    <a:pt x="2744470" y="113721"/>
                    <a:pt x="2788920" y="132771"/>
                  </a:cubicBezTo>
                  <a:cubicBezTo>
                    <a:pt x="2833370" y="151821"/>
                    <a:pt x="2867660" y="160711"/>
                    <a:pt x="2926080" y="170871"/>
                  </a:cubicBezTo>
                  <a:cubicBezTo>
                    <a:pt x="2984500" y="181031"/>
                    <a:pt x="3075940" y="197541"/>
                    <a:pt x="3139440" y="193731"/>
                  </a:cubicBezTo>
                  <a:cubicBezTo>
                    <a:pt x="3202940" y="189921"/>
                    <a:pt x="3260090" y="159441"/>
                    <a:pt x="3307080" y="148011"/>
                  </a:cubicBezTo>
                  <a:cubicBezTo>
                    <a:pt x="3354070" y="136581"/>
                    <a:pt x="3387725" y="130866"/>
                    <a:pt x="3421380" y="125151"/>
                  </a:cubicBezTo>
                </a:path>
              </a:pathLst>
            </a:custGeom>
            <a:noFill/>
            <a:ln>
              <a:solidFill>
                <a:srgbClr val="4B9F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8" name="任意多边形: 形状 757">
              <a:extLst>
                <a:ext uri="{FF2B5EF4-FFF2-40B4-BE49-F238E27FC236}">
                  <a16:creationId xmlns:a16="http://schemas.microsoft.com/office/drawing/2014/main" id="{048CE931-39B7-4BEC-B3C7-4380EA6D7DF4}"/>
                </a:ext>
              </a:extLst>
            </p:cNvPr>
            <p:cNvSpPr/>
            <p:nvPr/>
          </p:nvSpPr>
          <p:spPr>
            <a:xfrm>
              <a:off x="8420100" y="2405122"/>
              <a:ext cx="3406140" cy="140301"/>
            </a:xfrm>
            <a:custGeom>
              <a:avLst/>
              <a:gdLst>
                <a:gd name="connsiteX0" fmla="*/ 0 w 3406140"/>
                <a:gd name="connsiteY0" fmla="*/ 86618 h 140301"/>
                <a:gd name="connsiteX1" fmla="*/ 251460 w 3406140"/>
                <a:gd name="connsiteY1" fmla="*/ 139958 h 140301"/>
                <a:gd name="connsiteX2" fmla="*/ 457200 w 3406140"/>
                <a:gd name="connsiteY2" fmla="*/ 63758 h 140301"/>
                <a:gd name="connsiteX3" fmla="*/ 670560 w 3406140"/>
                <a:gd name="connsiteY3" fmla="*/ 2798 h 140301"/>
                <a:gd name="connsiteX4" fmla="*/ 868680 w 3406140"/>
                <a:gd name="connsiteY4" fmla="*/ 18038 h 140301"/>
                <a:gd name="connsiteX5" fmla="*/ 1112520 w 3406140"/>
                <a:gd name="connsiteY5" fmla="*/ 86618 h 140301"/>
                <a:gd name="connsiteX6" fmla="*/ 1287780 w 3406140"/>
                <a:gd name="connsiteY6" fmla="*/ 109478 h 140301"/>
                <a:gd name="connsiteX7" fmla="*/ 1562100 w 3406140"/>
                <a:gd name="connsiteY7" fmla="*/ 101858 h 140301"/>
                <a:gd name="connsiteX8" fmla="*/ 1866900 w 3406140"/>
                <a:gd name="connsiteY8" fmla="*/ 40898 h 140301"/>
                <a:gd name="connsiteX9" fmla="*/ 2072640 w 3406140"/>
                <a:gd name="connsiteY9" fmla="*/ 18038 h 140301"/>
                <a:gd name="connsiteX10" fmla="*/ 2331720 w 3406140"/>
                <a:gd name="connsiteY10" fmla="*/ 33278 h 140301"/>
                <a:gd name="connsiteX11" fmla="*/ 2514600 w 3406140"/>
                <a:gd name="connsiteY11" fmla="*/ 78998 h 140301"/>
                <a:gd name="connsiteX12" fmla="*/ 2735580 w 3406140"/>
                <a:gd name="connsiteY12" fmla="*/ 86618 h 140301"/>
                <a:gd name="connsiteX13" fmla="*/ 3025140 w 3406140"/>
                <a:gd name="connsiteY13" fmla="*/ 78998 h 140301"/>
                <a:gd name="connsiteX14" fmla="*/ 3246120 w 3406140"/>
                <a:gd name="connsiteY14" fmla="*/ 56138 h 140301"/>
                <a:gd name="connsiteX15" fmla="*/ 3406140 w 3406140"/>
                <a:gd name="connsiteY15" fmla="*/ 86618 h 140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06140" h="140301">
                  <a:moveTo>
                    <a:pt x="0" y="86618"/>
                  </a:moveTo>
                  <a:cubicBezTo>
                    <a:pt x="87630" y="115193"/>
                    <a:pt x="175260" y="143768"/>
                    <a:pt x="251460" y="139958"/>
                  </a:cubicBezTo>
                  <a:cubicBezTo>
                    <a:pt x="327660" y="136148"/>
                    <a:pt x="387350" y="86618"/>
                    <a:pt x="457200" y="63758"/>
                  </a:cubicBezTo>
                  <a:cubicBezTo>
                    <a:pt x="527050" y="40898"/>
                    <a:pt x="601980" y="10418"/>
                    <a:pt x="670560" y="2798"/>
                  </a:cubicBezTo>
                  <a:cubicBezTo>
                    <a:pt x="739140" y="-4822"/>
                    <a:pt x="795020" y="4068"/>
                    <a:pt x="868680" y="18038"/>
                  </a:cubicBezTo>
                  <a:cubicBezTo>
                    <a:pt x="942340" y="32008"/>
                    <a:pt x="1042670" y="71378"/>
                    <a:pt x="1112520" y="86618"/>
                  </a:cubicBezTo>
                  <a:cubicBezTo>
                    <a:pt x="1182370" y="101858"/>
                    <a:pt x="1212850" y="106938"/>
                    <a:pt x="1287780" y="109478"/>
                  </a:cubicBezTo>
                  <a:lnTo>
                    <a:pt x="1562100" y="101858"/>
                  </a:lnTo>
                  <a:cubicBezTo>
                    <a:pt x="1658620" y="90428"/>
                    <a:pt x="1781810" y="54868"/>
                    <a:pt x="1866900" y="40898"/>
                  </a:cubicBezTo>
                  <a:cubicBezTo>
                    <a:pt x="1951990" y="26928"/>
                    <a:pt x="1995170" y="19308"/>
                    <a:pt x="2072640" y="18038"/>
                  </a:cubicBezTo>
                  <a:cubicBezTo>
                    <a:pt x="2150110" y="16768"/>
                    <a:pt x="2258060" y="23118"/>
                    <a:pt x="2331720" y="33278"/>
                  </a:cubicBezTo>
                  <a:cubicBezTo>
                    <a:pt x="2405380" y="43438"/>
                    <a:pt x="2447290" y="70108"/>
                    <a:pt x="2514600" y="78998"/>
                  </a:cubicBezTo>
                  <a:cubicBezTo>
                    <a:pt x="2581910" y="87888"/>
                    <a:pt x="2650490" y="86618"/>
                    <a:pt x="2735580" y="86618"/>
                  </a:cubicBezTo>
                  <a:cubicBezTo>
                    <a:pt x="2820670" y="86618"/>
                    <a:pt x="2940050" y="84078"/>
                    <a:pt x="3025140" y="78998"/>
                  </a:cubicBezTo>
                  <a:cubicBezTo>
                    <a:pt x="3110230" y="73918"/>
                    <a:pt x="3182620" y="54868"/>
                    <a:pt x="3246120" y="56138"/>
                  </a:cubicBezTo>
                  <a:cubicBezTo>
                    <a:pt x="3309620" y="57408"/>
                    <a:pt x="3307080" y="5338"/>
                    <a:pt x="3406140" y="86618"/>
                  </a:cubicBezTo>
                </a:path>
              </a:pathLst>
            </a:custGeom>
            <a:noFill/>
            <a:ln>
              <a:solidFill>
                <a:srgbClr val="2565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9" name="任意多边形: 形状 758">
              <a:extLst>
                <a:ext uri="{FF2B5EF4-FFF2-40B4-BE49-F238E27FC236}">
                  <a16:creationId xmlns:a16="http://schemas.microsoft.com/office/drawing/2014/main" id="{C1418FC4-459A-4199-B5F1-8CF7BA9C8399}"/>
                </a:ext>
              </a:extLst>
            </p:cNvPr>
            <p:cNvSpPr/>
            <p:nvPr/>
          </p:nvSpPr>
          <p:spPr>
            <a:xfrm>
              <a:off x="8412480" y="3259560"/>
              <a:ext cx="3421380" cy="168465"/>
            </a:xfrm>
            <a:custGeom>
              <a:avLst/>
              <a:gdLst>
                <a:gd name="connsiteX0" fmla="*/ 0 w 3421380"/>
                <a:gd name="connsiteY0" fmla="*/ 70380 h 168465"/>
                <a:gd name="connsiteX1" fmla="*/ 281940 w 3421380"/>
                <a:gd name="connsiteY1" fmla="*/ 154200 h 168465"/>
                <a:gd name="connsiteX2" fmla="*/ 464820 w 3421380"/>
                <a:gd name="connsiteY2" fmla="*/ 161820 h 168465"/>
                <a:gd name="connsiteX3" fmla="*/ 746760 w 3421380"/>
                <a:gd name="connsiteY3" fmla="*/ 85620 h 168465"/>
                <a:gd name="connsiteX4" fmla="*/ 1028700 w 3421380"/>
                <a:gd name="connsiteY4" fmla="*/ 47520 h 168465"/>
                <a:gd name="connsiteX5" fmla="*/ 1303020 w 3421380"/>
                <a:gd name="connsiteY5" fmla="*/ 39900 h 168465"/>
                <a:gd name="connsiteX6" fmla="*/ 1341120 w 3421380"/>
                <a:gd name="connsiteY6" fmla="*/ 100860 h 168465"/>
                <a:gd name="connsiteX7" fmla="*/ 1478280 w 3421380"/>
                <a:gd name="connsiteY7" fmla="*/ 116100 h 168465"/>
                <a:gd name="connsiteX8" fmla="*/ 1699260 w 3421380"/>
                <a:gd name="connsiteY8" fmla="*/ 138960 h 168465"/>
                <a:gd name="connsiteX9" fmla="*/ 1889760 w 3421380"/>
                <a:gd name="connsiteY9" fmla="*/ 55140 h 168465"/>
                <a:gd name="connsiteX10" fmla="*/ 2087880 w 3421380"/>
                <a:gd name="connsiteY10" fmla="*/ 1800 h 168465"/>
                <a:gd name="connsiteX11" fmla="*/ 2339340 w 3421380"/>
                <a:gd name="connsiteY11" fmla="*/ 24660 h 168465"/>
                <a:gd name="connsiteX12" fmla="*/ 2567940 w 3421380"/>
                <a:gd name="connsiteY12" fmla="*/ 138960 h 168465"/>
                <a:gd name="connsiteX13" fmla="*/ 2880360 w 3421380"/>
                <a:gd name="connsiteY13" fmla="*/ 161820 h 168465"/>
                <a:gd name="connsiteX14" fmla="*/ 3086100 w 3421380"/>
                <a:gd name="connsiteY14" fmla="*/ 70380 h 168465"/>
                <a:gd name="connsiteX15" fmla="*/ 3238500 w 3421380"/>
                <a:gd name="connsiteY15" fmla="*/ 70380 h 168465"/>
                <a:gd name="connsiteX16" fmla="*/ 3421380 w 3421380"/>
                <a:gd name="connsiteY16" fmla="*/ 116100 h 16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21380" h="168465">
                  <a:moveTo>
                    <a:pt x="0" y="70380"/>
                  </a:moveTo>
                  <a:cubicBezTo>
                    <a:pt x="102235" y="104670"/>
                    <a:pt x="204470" y="138960"/>
                    <a:pt x="281940" y="154200"/>
                  </a:cubicBezTo>
                  <a:cubicBezTo>
                    <a:pt x="359410" y="169440"/>
                    <a:pt x="387350" y="173250"/>
                    <a:pt x="464820" y="161820"/>
                  </a:cubicBezTo>
                  <a:cubicBezTo>
                    <a:pt x="542290" y="150390"/>
                    <a:pt x="652780" y="104670"/>
                    <a:pt x="746760" y="85620"/>
                  </a:cubicBezTo>
                  <a:cubicBezTo>
                    <a:pt x="840740" y="66570"/>
                    <a:pt x="935990" y="55140"/>
                    <a:pt x="1028700" y="47520"/>
                  </a:cubicBezTo>
                  <a:cubicBezTo>
                    <a:pt x="1121410" y="39900"/>
                    <a:pt x="1250950" y="31010"/>
                    <a:pt x="1303020" y="39900"/>
                  </a:cubicBezTo>
                  <a:cubicBezTo>
                    <a:pt x="1355090" y="48790"/>
                    <a:pt x="1311910" y="88160"/>
                    <a:pt x="1341120" y="100860"/>
                  </a:cubicBezTo>
                  <a:cubicBezTo>
                    <a:pt x="1370330" y="113560"/>
                    <a:pt x="1478280" y="116100"/>
                    <a:pt x="1478280" y="116100"/>
                  </a:cubicBezTo>
                  <a:cubicBezTo>
                    <a:pt x="1537970" y="122450"/>
                    <a:pt x="1630680" y="149120"/>
                    <a:pt x="1699260" y="138960"/>
                  </a:cubicBezTo>
                  <a:cubicBezTo>
                    <a:pt x="1767840" y="128800"/>
                    <a:pt x="1824990" y="78000"/>
                    <a:pt x="1889760" y="55140"/>
                  </a:cubicBezTo>
                  <a:cubicBezTo>
                    <a:pt x="1954530" y="32280"/>
                    <a:pt x="2012950" y="6880"/>
                    <a:pt x="2087880" y="1800"/>
                  </a:cubicBezTo>
                  <a:cubicBezTo>
                    <a:pt x="2162810" y="-3280"/>
                    <a:pt x="2259330" y="1800"/>
                    <a:pt x="2339340" y="24660"/>
                  </a:cubicBezTo>
                  <a:cubicBezTo>
                    <a:pt x="2419350" y="47520"/>
                    <a:pt x="2477770" y="116100"/>
                    <a:pt x="2567940" y="138960"/>
                  </a:cubicBezTo>
                  <a:cubicBezTo>
                    <a:pt x="2658110" y="161820"/>
                    <a:pt x="2794000" y="173250"/>
                    <a:pt x="2880360" y="161820"/>
                  </a:cubicBezTo>
                  <a:cubicBezTo>
                    <a:pt x="2966720" y="150390"/>
                    <a:pt x="3026410" y="85620"/>
                    <a:pt x="3086100" y="70380"/>
                  </a:cubicBezTo>
                  <a:cubicBezTo>
                    <a:pt x="3145790" y="55140"/>
                    <a:pt x="3182620" y="62760"/>
                    <a:pt x="3238500" y="70380"/>
                  </a:cubicBezTo>
                  <a:cubicBezTo>
                    <a:pt x="3294380" y="78000"/>
                    <a:pt x="3351530" y="65300"/>
                    <a:pt x="3421380" y="11610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0" name="任意多边形: 形状 759">
              <a:extLst>
                <a:ext uri="{FF2B5EF4-FFF2-40B4-BE49-F238E27FC236}">
                  <a16:creationId xmlns:a16="http://schemas.microsoft.com/office/drawing/2014/main" id="{C3398157-6684-4E69-971A-586CC399C150}"/>
                </a:ext>
              </a:extLst>
            </p:cNvPr>
            <p:cNvSpPr/>
            <p:nvPr/>
          </p:nvSpPr>
          <p:spPr>
            <a:xfrm>
              <a:off x="8420100" y="3566098"/>
              <a:ext cx="3413760" cy="122038"/>
            </a:xfrm>
            <a:custGeom>
              <a:avLst/>
              <a:gdLst>
                <a:gd name="connsiteX0" fmla="*/ 0 w 3413760"/>
                <a:gd name="connsiteY0" fmla="*/ 53402 h 122038"/>
                <a:gd name="connsiteX1" fmla="*/ 198120 w 3413760"/>
                <a:gd name="connsiteY1" fmla="*/ 68642 h 122038"/>
                <a:gd name="connsiteX2" fmla="*/ 350520 w 3413760"/>
                <a:gd name="connsiteY2" fmla="*/ 53402 h 122038"/>
                <a:gd name="connsiteX3" fmla="*/ 609600 w 3413760"/>
                <a:gd name="connsiteY3" fmla="*/ 7682 h 122038"/>
                <a:gd name="connsiteX4" fmla="*/ 800100 w 3413760"/>
                <a:gd name="connsiteY4" fmla="*/ 62 h 122038"/>
                <a:gd name="connsiteX5" fmla="*/ 1005840 w 3413760"/>
                <a:gd name="connsiteY5" fmla="*/ 7682 h 122038"/>
                <a:gd name="connsiteX6" fmla="*/ 1150620 w 3413760"/>
                <a:gd name="connsiteY6" fmla="*/ 30542 h 122038"/>
                <a:gd name="connsiteX7" fmla="*/ 1394460 w 3413760"/>
                <a:gd name="connsiteY7" fmla="*/ 99122 h 122038"/>
                <a:gd name="connsiteX8" fmla="*/ 1577340 w 3413760"/>
                <a:gd name="connsiteY8" fmla="*/ 83882 h 122038"/>
                <a:gd name="connsiteX9" fmla="*/ 1905000 w 3413760"/>
                <a:gd name="connsiteY9" fmla="*/ 53402 h 122038"/>
                <a:gd name="connsiteX10" fmla="*/ 2125980 w 3413760"/>
                <a:gd name="connsiteY10" fmla="*/ 15302 h 122038"/>
                <a:gd name="connsiteX11" fmla="*/ 2407920 w 3413760"/>
                <a:gd name="connsiteY11" fmla="*/ 7682 h 122038"/>
                <a:gd name="connsiteX12" fmla="*/ 2651760 w 3413760"/>
                <a:gd name="connsiteY12" fmla="*/ 7682 h 122038"/>
                <a:gd name="connsiteX13" fmla="*/ 2918460 w 3413760"/>
                <a:gd name="connsiteY13" fmla="*/ 83882 h 122038"/>
                <a:gd name="connsiteX14" fmla="*/ 3215640 w 3413760"/>
                <a:gd name="connsiteY14" fmla="*/ 121982 h 122038"/>
                <a:gd name="connsiteX15" fmla="*/ 3413760 w 3413760"/>
                <a:gd name="connsiteY15" fmla="*/ 76262 h 12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3760" h="122038">
                  <a:moveTo>
                    <a:pt x="0" y="53402"/>
                  </a:moveTo>
                  <a:cubicBezTo>
                    <a:pt x="69850" y="61022"/>
                    <a:pt x="139700" y="68642"/>
                    <a:pt x="198120" y="68642"/>
                  </a:cubicBezTo>
                  <a:cubicBezTo>
                    <a:pt x="256540" y="68642"/>
                    <a:pt x="281940" y="63562"/>
                    <a:pt x="350520" y="53402"/>
                  </a:cubicBezTo>
                  <a:cubicBezTo>
                    <a:pt x="419100" y="43242"/>
                    <a:pt x="534670" y="16572"/>
                    <a:pt x="609600" y="7682"/>
                  </a:cubicBezTo>
                  <a:cubicBezTo>
                    <a:pt x="684530" y="-1208"/>
                    <a:pt x="734060" y="62"/>
                    <a:pt x="800100" y="62"/>
                  </a:cubicBezTo>
                  <a:cubicBezTo>
                    <a:pt x="866140" y="62"/>
                    <a:pt x="947420" y="2602"/>
                    <a:pt x="1005840" y="7682"/>
                  </a:cubicBezTo>
                  <a:cubicBezTo>
                    <a:pt x="1064260" y="12762"/>
                    <a:pt x="1085850" y="15302"/>
                    <a:pt x="1150620" y="30542"/>
                  </a:cubicBezTo>
                  <a:cubicBezTo>
                    <a:pt x="1215390" y="45782"/>
                    <a:pt x="1323340" y="90232"/>
                    <a:pt x="1394460" y="99122"/>
                  </a:cubicBezTo>
                  <a:cubicBezTo>
                    <a:pt x="1465580" y="108012"/>
                    <a:pt x="1577340" y="83882"/>
                    <a:pt x="1577340" y="83882"/>
                  </a:cubicBezTo>
                  <a:cubicBezTo>
                    <a:pt x="1662430" y="76262"/>
                    <a:pt x="1813560" y="64832"/>
                    <a:pt x="1905000" y="53402"/>
                  </a:cubicBezTo>
                  <a:cubicBezTo>
                    <a:pt x="1996440" y="41972"/>
                    <a:pt x="2042160" y="22922"/>
                    <a:pt x="2125980" y="15302"/>
                  </a:cubicBezTo>
                  <a:cubicBezTo>
                    <a:pt x="2209800" y="7682"/>
                    <a:pt x="2320290" y="8952"/>
                    <a:pt x="2407920" y="7682"/>
                  </a:cubicBezTo>
                  <a:cubicBezTo>
                    <a:pt x="2495550" y="6412"/>
                    <a:pt x="2566670" y="-5018"/>
                    <a:pt x="2651760" y="7682"/>
                  </a:cubicBezTo>
                  <a:cubicBezTo>
                    <a:pt x="2736850" y="20382"/>
                    <a:pt x="2824480" y="64832"/>
                    <a:pt x="2918460" y="83882"/>
                  </a:cubicBezTo>
                  <a:cubicBezTo>
                    <a:pt x="3012440" y="102932"/>
                    <a:pt x="3133090" y="123252"/>
                    <a:pt x="3215640" y="121982"/>
                  </a:cubicBezTo>
                  <a:cubicBezTo>
                    <a:pt x="3298190" y="120712"/>
                    <a:pt x="3355975" y="98487"/>
                    <a:pt x="3413760" y="76262"/>
                  </a:cubicBezTo>
                </a:path>
              </a:pathLst>
            </a:custGeom>
            <a:noFill/>
            <a:ln>
              <a:solidFill>
                <a:srgbClr val="4B9F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1" name="任意多边形: 形状 760">
              <a:extLst>
                <a:ext uri="{FF2B5EF4-FFF2-40B4-BE49-F238E27FC236}">
                  <a16:creationId xmlns:a16="http://schemas.microsoft.com/office/drawing/2014/main" id="{5B0A1F17-06B6-4653-8096-F1EF5A783946}"/>
                </a:ext>
              </a:extLst>
            </p:cNvPr>
            <p:cNvSpPr/>
            <p:nvPr/>
          </p:nvSpPr>
          <p:spPr>
            <a:xfrm>
              <a:off x="8404860" y="3764280"/>
              <a:ext cx="3421380" cy="110372"/>
            </a:xfrm>
            <a:custGeom>
              <a:avLst/>
              <a:gdLst>
                <a:gd name="connsiteX0" fmla="*/ 0 w 3421380"/>
                <a:gd name="connsiteY0" fmla="*/ 91440 h 110372"/>
                <a:gd name="connsiteX1" fmla="*/ 236220 w 3421380"/>
                <a:gd name="connsiteY1" fmla="*/ 106680 h 110372"/>
                <a:gd name="connsiteX2" fmla="*/ 472440 w 3421380"/>
                <a:gd name="connsiteY2" fmla="*/ 30480 h 110372"/>
                <a:gd name="connsiteX3" fmla="*/ 784860 w 3421380"/>
                <a:gd name="connsiteY3" fmla="*/ 30480 h 110372"/>
                <a:gd name="connsiteX4" fmla="*/ 1043940 w 3421380"/>
                <a:gd name="connsiteY4" fmla="*/ 60960 h 110372"/>
                <a:gd name="connsiteX5" fmla="*/ 1257300 w 3421380"/>
                <a:gd name="connsiteY5" fmla="*/ 60960 h 110372"/>
                <a:gd name="connsiteX6" fmla="*/ 1546860 w 3421380"/>
                <a:gd name="connsiteY6" fmla="*/ 68580 h 110372"/>
                <a:gd name="connsiteX7" fmla="*/ 1851660 w 3421380"/>
                <a:gd name="connsiteY7" fmla="*/ 30480 h 110372"/>
                <a:gd name="connsiteX8" fmla="*/ 2042160 w 3421380"/>
                <a:gd name="connsiteY8" fmla="*/ 7620 h 110372"/>
                <a:gd name="connsiteX9" fmla="*/ 2324100 w 3421380"/>
                <a:gd name="connsiteY9" fmla="*/ 0 h 110372"/>
                <a:gd name="connsiteX10" fmla="*/ 2606040 w 3421380"/>
                <a:gd name="connsiteY10" fmla="*/ 7620 h 110372"/>
                <a:gd name="connsiteX11" fmla="*/ 2849880 w 3421380"/>
                <a:gd name="connsiteY11" fmla="*/ 45720 h 110372"/>
                <a:gd name="connsiteX12" fmla="*/ 3078480 w 3421380"/>
                <a:gd name="connsiteY12" fmla="*/ 68580 h 110372"/>
                <a:gd name="connsiteX13" fmla="*/ 3261360 w 3421380"/>
                <a:gd name="connsiteY13" fmla="*/ 30480 h 110372"/>
                <a:gd name="connsiteX14" fmla="*/ 3421380 w 3421380"/>
                <a:gd name="connsiteY14" fmla="*/ 22860 h 11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1380" h="110372">
                  <a:moveTo>
                    <a:pt x="0" y="91440"/>
                  </a:moveTo>
                  <a:cubicBezTo>
                    <a:pt x="78740" y="104140"/>
                    <a:pt x="157480" y="116840"/>
                    <a:pt x="236220" y="106680"/>
                  </a:cubicBezTo>
                  <a:cubicBezTo>
                    <a:pt x="314960" y="96520"/>
                    <a:pt x="381000" y="43180"/>
                    <a:pt x="472440" y="30480"/>
                  </a:cubicBezTo>
                  <a:cubicBezTo>
                    <a:pt x="563880" y="17780"/>
                    <a:pt x="689610" y="25400"/>
                    <a:pt x="784860" y="30480"/>
                  </a:cubicBezTo>
                  <a:cubicBezTo>
                    <a:pt x="880110" y="35560"/>
                    <a:pt x="965200" y="55880"/>
                    <a:pt x="1043940" y="60960"/>
                  </a:cubicBezTo>
                  <a:cubicBezTo>
                    <a:pt x="1122680" y="66040"/>
                    <a:pt x="1173480" y="59690"/>
                    <a:pt x="1257300" y="60960"/>
                  </a:cubicBezTo>
                  <a:cubicBezTo>
                    <a:pt x="1341120" y="62230"/>
                    <a:pt x="1447800" y="73660"/>
                    <a:pt x="1546860" y="68580"/>
                  </a:cubicBezTo>
                  <a:cubicBezTo>
                    <a:pt x="1645920" y="63500"/>
                    <a:pt x="1851660" y="30480"/>
                    <a:pt x="1851660" y="30480"/>
                  </a:cubicBezTo>
                  <a:cubicBezTo>
                    <a:pt x="1934210" y="20320"/>
                    <a:pt x="1963420" y="12700"/>
                    <a:pt x="2042160" y="7620"/>
                  </a:cubicBezTo>
                  <a:cubicBezTo>
                    <a:pt x="2120900" y="2540"/>
                    <a:pt x="2230120" y="0"/>
                    <a:pt x="2324100" y="0"/>
                  </a:cubicBezTo>
                  <a:cubicBezTo>
                    <a:pt x="2418080" y="0"/>
                    <a:pt x="2518410" y="0"/>
                    <a:pt x="2606040" y="7620"/>
                  </a:cubicBezTo>
                  <a:cubicBezTo>
                    <a:pt x="2693670" y="15240"/>
                    <a:pt x="2771140" y="35560"/>
                    <a:pt x="2849880" y="45720"/>
                  </a:cubicBezTo>
                  <a:cubicBezTo>
                    <a:pt x="2928620" y="55880"/>
                    <a:pt x="3009900" y="71120"/>
                    <a:pt x="3078480" y="68580"/>
                  </a:cubicBezTo>
                  <a:cubicBezTo>
                    <a:pt x="3147060" y="66040"/>
                    <a:pt x="3204210" y="38100"/>
                    <a:pt x="3261360" y="30480"/>
                  </a:cubicBezTo>
                  <a:cubicBezTo>
                    <a:pt x="3318510" y="22860"/>
                    <a:pt x="3370580" y="-8890"/>
                    <a:pt x="3421380" y="22860"/>
                  </a:cubicBezTo>
                </a:path>
              </a:pathLst>
            </a:custGeom>
            <a:noFill/>
            <a:ln>
              <a:solidFill>
                <a:srgbClr val="2565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2" name="任意多边形: 形状 761">
              <a:extLst>
                <a:ext uri="{FF2B5EF4-FFF2-40B4-BE49-F238E27FC236}">
                  <a16:creationId xmlns:a16="http://schemas.microsoft.com/office/drawing/2014/main" id="{C7CA4119-5028-41CF-9C64-24CD25163ED1}"/>
                </a:ext>
              </a:extLst>
            </p:cNvPr>
            <p:cNvSpPr/>
            <p:nvPr/>
          </p:nvSpPr>
          <p:spPr>
            <a:xfrm>
              <a:off x="8412480" y="4621041"/>
              <a:ext cx="3406140" cy="187235"/>
            </a:xfrm>
            <a:custGeom>
              <a:avLst/>
              <a:gdLst>
                <a:gd name="connsiteX0" fmla="*/ 0 w 3406140"/>
                <a:gd name="connsiteY0" fmla="*/ 72879 h 187235"/>
                <a:gd name="connsiteX1" fmla="*/ 342900 w 3406140"/>
                <a:gd name="connsiteY1" fmla="*/ 149079 h 187235"/>
                <a:gd name="connsiteX2" fmla="*/ 541020 w 3406140"/>
                <a:gd name="connsiteY2" fmla="*/ 187179 h 187235"/>
                <a:gd name="connsiteX3" fmla="*/ 868680 w 3406140"/>
                <a:gd name="connsiteY3" fmla="*/ 141459 h 187235"/>
                <a:gd name="connsiteX4" fmla="*/ 1059180 w 3406140"/>
                <a:gd name="connsiteY4" fmla="*/ 103359 h 187235"/>
                <a:gd name="connsiteX5" fmla="*/ 1173480 w 3406140"/>
                <a:gd name="connsiteY5" fmla="*/ 42399 h 187235"/>
                <a:gd name="connsiteX6" fmla="*/ 1394460 w 3406140"/>
                <a:gd name="connsiteY6" fmla="*/ 4299 h 187235"/>
                <a:gd name="connsiteX7" fmla="*/ 1699260 w 3406140"/>
                <a:gd name="connsiteY7" fmla="*/ 4299 h 187235"/>
                <a:gd name="connsiteX8" fmla="*/ 1859280 w 3406140"/>
                <a:gd name="connsiteY8" fmla="*/ 34779 h 187235"/>
                <a:gd name="connsiteX9" fmla="*/ 2087880 w 3406140"/>
                <a:gd name="connsiteY9" fmla="*/ 95739 h 187235"/>
                <a:gd name="connsiteX10" fmla="*/ 2255520 w 3406140"/>
                <a:gd name="connsiteY10" fmla="*/ 156699 h 187235"/>
                <a:gd name="connsiteX11" fmla="*/ 2552700 w 3406140"/>
                <a:gd name="connsiteY11" fmla="*/ 164319 h 187235"/>
                <a:gd name="connsiteX12" fmla="*/ 2667000 w 3406140"/>
                <a:gd name="connsiteY12" fmla="*/ 133839 h 187235"/>
                <a:gd name="connsiteX13" fmla="*/ 2895600 w 3406140"/>
                <a:gd name="connsiteY13" fmla="*/ 50019 h 187235"/>
                <a:gd name="connsiteX14" fmla="*/ 3124200 w 3406140"/>
                <a:gd name="connsiteY14" fmla="*/ 34779 h 187235"/>
                <a:gd name="connsiteX15" fmla="*/ 3268980 w 3406140"/>
                <a:gd name="connsiteY15" fmla="*/ 88119 h 187235"/>
                <a:gd name="connsiteX16" fmla="*/ 3406140 w 3406140"/>
                <a:gd name="connsiteY16" fmla="*/ 133839 h 18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6140" h="187235">
                  <a:moveTo>
                    <a:pt x="0" y="72879"/>
                  </a:moveTo>
                  <a:lnTo>
                    <a:pt x="342900" y="149079"/>
                  </a:lnTo>
                  <a:cubicBezTo>
                    <a:pt x="433070" y="168129"/>
                    <a:pt x="453390" y="188449"/>
                    <a:pt x="541020" y="187179"/>
                  </a:cubicBezTo>
                  <a:cubicBezTo>
                    <a:pt x="628650" y="185909"/>
                    <a:pt x="782320" y="155429"/>
                    <a:pt x="868680" y="141459"/>
                  </a:cubicBezTo>
                  <a:cubicBezTo>
                    <a:pt x="955040" y="127489"/>
                    <a:pt x="1008380" y="119869"/>
                    <a:pt x="1059180" y="103359"/>
                  </a:cubicBezTo>
                  <a:cubicBezTo>
                    <a:pt x="1109980" y="86849"/>
                    <a:pt x="1117600" y="58909"/>
                    <a:pt x="1173480" y="42399"/>
                  </a:cubicBezTo>
                  <a:cubicBezTo>
                    <a:pt x="1229360" y="25889"/>
                    <a:pt x="1306830" y="10649"/>
                    <a:pt x="1394460" y="4299"/>
                  </a:cubicBezTo>
                  <a:cubicBezTo>
                    <a:pt x="1482090" y="-2051"/>
                    <a:pt x="1621790" y="-781"/>
                    <a:pt x="1699260" y="4299"/>
                  </a:cubicBezTo>
                  <a:cubicBezTo>
                    <a:pt x="1776730" y="9379"/>
                    <a:pt x="1794510" y="19539"/>
                    <a:pt x="1859280" y="34779"/>
                  </a:cubicBezTo>
                  <a:cubicBezTo>
                    <a:pt x="1924050" y="50019"/>
                    <a:pt x="2021840" y="75419"/>
                    <a:pt x="2087880" y="95739"/>
                  </a:cubicBezTo>
                  <a:cubicBezTo>
                    <a:pt x="2153920" y="116059"/>
                    <a:pt x="2178050" y="145269"/>
                    <a:pt x="2255520" y="156699"/>
                  </a:cubicBezTo>
                  <a:cubicBezTo>
                    <a:pt x="2332990" y="168129"/>
                    <a:pt x="2484120" y="168129"/>
                    <a:pt x="2552700" y="164319"/>
                  </a:cubicBezTo>
                  <a:cubicBezTo>
                    <a:pt x="2621280" y="160509"/>
                    <a:pt x="2609850" y="152889"/>
                    <a:pt x="2667000" y="133839"/>
                  </a:cubicBezTo>
                  <a:cubicBezTo>
                    <a:pt x="2724150" y="114789"/>
                    <a:pt x="2819400" y="66529"/>
                    <a:pt x="2895600" y="50019"/>
                  </a:cubicBezTo>
                  <a:cubicBezTo>
                    <a:pt x="2971800" y="33509"/>
                    <a:pt x="3061970" y="28429"/>
                    <a:pt x="3124200" y="34779"/>
                  </a:cubicBezTo>
                  <a:cubicBezTo>
                    <a:pt x="3186430" y="41129"/>
                    <a:pt x="3221990" y="71609"/>
                    <a:pt x="3268980" y="88119"/>
                  </a:cubicBezTo>
                  <a:cubicBezTo>
                    <a:pt x="3315970" y="104629"/>
                    <a:pt x="3361055" y="119234"/>
                    <a:pt x="3406140" y="133839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3" name="任意多边形: 形状 762">
              <a:extLst>
                <a:ext uri="{FF2B5EF4-FFF2-40B4-BE49-F238E27FC236}">
                  <a16:creationId xmlns:a16="http://schemas.microsoft.com/office/drawing/2014/main" id="{E879E367-5E01-4B76-8B84-B5FD43BC1944}"/>
                </a:ext>
              </a:extLst>
            </p:cNvPr>
            <p:cNvSpPr/>
            <p:nvPr/>
          </p:nvSpPr>
          <p:spPr>
            <a:xfrm>
              <a:off x="8427720" y="4921365"/>
              <a:ext cx="3390900" cy="140052"/>
            </a:xfrm>
            <a:custGeom>
              <a:avLst/>
              <a:gdLst>
                <a:gd name="connsiteX0" fmla="*/ 0 w 3390900"/>
                <a:gd name="connsiteY0" fmla="*/ 62115 h 140052"/>
                <a:gd name="connsiteX1" fmla="*/ 167640 w 3390900"/>
                <a:gd name="connsiteY1" fmla="*/ 54495 h 140052"/>
                <a:gd name="connsiteX2" fmla="*/ 327660 w 3390900"/>
                <a:gd name="connsiteY2" fmla="*/ 54495 h 140052"/>
                <a:gd name="connsiteX3" fmla="*/ 571500 w 3390900"/>
                <a:gd name="connsiteY3" fmla="*/ 123075 h 140052"/>
                <a:gd name="connsiteX4" fmla="*/ 807720 w 3390900"/>
                <a:gd name="connsiteY4" fmla="*/ 138315 h 140052"/>
                <a:gd name="connsiteX5" fmla="*/ 982980 w 3390900"/>
                <a:gd name="connsiteY5" fmla="*/ 92595 h 140052"/>
                <a:gd name="connsiteX6" fmla="*/ 1089660 w 3390900"/>
                <a:gd name="connsiteY6" fmla="*/ 54495 h 140052"/>
                <a:gd name="connsiteX7" fmla="*/ 1341120 w 3390900"/>
                <a:gd name="connsiteY7" fmla="*/ 31635 h 140052"/>
                <a:gd name="connsiteX8" fmla="*/ 1508760 w 3390900"/>
                <a:gd name="connsiteY8" fmla="*/ 24015 h 140052"/>
                <a:gd name="connsiteX9" fmla="*/ 1729740 w 3390900"/>
                <a:gd name="connsiteY9" fmla="*/ 1155 h 140052"/>
                <a:gd name="connsiteX10" fmla="*/ 1889760 w 3390900"/>
                <a:gd name="connsiteY10" fmla="*/ 8775 h 140052"/>
                <a:gd name="connsiteX11" fmla="*/ 2072640 w 3390900"/>
                <a:gd name="connsiteY11" fmla="*/ 54495 h 140052"/>
                <a:gd name="connsiteX12" fmla="*/ 2255520 w 3390900"/>
                <a:gd name="connsiteY12" fmla="*/ 100215 h 140052"/>
                <a:gd name="connsiteX13" fmla="*/ 2438400 w 3390900"/>
                <a:gd name="connsiteY13" fmla="*/ 123075 h 140052"/>
                <a:gd name="connsiteX14" fmla="*/ 2705100 w 3390900"/>
                <a:gd name="connsiteY14" fmla="*/ 130695 h 140052"/>
                <a:gd name="connsiteX15" fmla="*/ 2788920 w 3390900"/>
                <a:gd name="connsiteY15" fmla="*/ 130695 h 140052"/>
                <a:gd name="connsiteX16" fmla="*/ 2956560 w 3390900"/>
                <a:gd name="connsiteY16" fmla="*/ 62115 h 140052"/>
                <a:gd name="connsiteX17" fmla="*/ 3131820 w 3390900"/>
                <a:gd name="connsiteY17" fmla="*/ 39255 h 140052"/>
                <a:gd name="connsiteX18" fmla="*/ 3253740 w 3390900"/>
                <a:gd name="connsiteY18" fmla="*/ 39255 h 140052"/>
                <a:gd name="connsiteX19" fmla="*/ 3390900 w 3390900"/>
                <a:gd name="connsiteY19" fmla="*/ 46875 h 14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90900" h="140052">
                  <a:moveTo>
                    <a:pt x="0" y="62115"/>
                  </a:moveTo>
                  <a:cubicBezTo>
                    <a:pt x="56515" y="58940"/>
                    <a:pt x="113030" y="55765"/>
                    <a:pt x="167640" y="54495"/>
                  </a:cubicBezTo>
                  <a:cubicBezTo>
                    <a:pt x="222250" y="53225"/>
                    <a:pt x="260350" y="43065"/>
                    <a:pt x="327660" y="54495"/>
                  </a:cubicBezTo>
                  <a:cubicBezTo>
                    <a:pt x="394970" y="65925"/>
                    <a:pt x="491490" y="109105"/>
                    <a:pt x="571500" y="123075"/>
                  </a:cubicBezTo>
                  <a:cubicBezTo>
                    <a:pt x="651510" y="137045"/>
                    <a:pt x="739140" y="143395"/>
                    <a:pt x="807720" y="138315"/>
                  </a:cubicBezTo>
                  <a:cubicBezTo>
                    <a:pt x="876300" y="133235"/>
                    <a:pt x="935990" y="106565"/>
                    <a:pt x="982980" y="92595"/>
                  </a:cubicBezTo>
                  <a:cubicBezTo>
                    <a:pt x="1029970" y="78625"/>
                    <a:pt x="1029970" y="64655"/>
                    <a:pt x="1089660" y="54495"/>
                  </a:cubicBezTo>
                  <a:cubicBezTo>
                    <a:pt x="1149350" y="44335"/>
                    <a:pt x="1271270" y="36715"/>
                    <a:pt x="1341120" y="31635"/>
                  </a:cubicBezTo>
                  <a:cubicBezTo>
                    <a:pt x="1410970" y="26555"/>
                    <a:pt x="1443990" y="29095"/>
                    <a:pt x="1508760" y="24015"/>
                  </a:cubicBezTo>
                  <a:cubicBezTo>
                    <a:pt x="1573530" y="18935"/>
                    <a:pt x="1666240" y="3695"/>
                    <a:pt x="1729740" y="1155"/>
                  </a:cubicBezTo>
                  <a:cubicBezTo>
                    <a:pt x="1793240" y="-1385"/>
                    <a:pt x="1832610" y="-115"/>
                    <a:pt x="1889760" y="8775"/>
                  </a:cubicBezTo>
                  <a:cubicBezTo>
                    <a:pt x="1946910" y="17665"/>
                    <a:pt x="2072640" y="54495"/>
                    <a:pt x="2072640" y="54495"/>
                  </a:cubicBezTo>
                  <a:cubicBezTo>
                    <a:pt x="2133600" y="69735"/>
                    <a:pt x="2194560" y="88785"/>
                    <a:pt x="2255520" y="100215"/>
                  </a:cubicBezTo>
                  <a:cubicBezTo>
                    <a:pt x="2316480" y="111645"/>
                    <a:pt x="2363470" y="117995"/>
                    <a:pt x="2438400" y="123075"/>
                  </a:cubicBezTo>
                  <a:cubicBezTo>
                    <a:pt x="2513330" y="128155"/>
                    <a:pt x="2646680" y="129425"/>
                    <a:pt x="2705100" y="130695"/>
                  </a:cubicBezTo>
                  <a:cubicBezTo>
                    <a:pt x="2763520" y="131965"/>
                    <a:pt x="2747010" y="142125"/>
                    <a:pt x="2788920" y="130695"/>
                  </a:cubicBezTo>
                  <a:cubicBezTo>
                    <a:pt x="2830830" y="119265"/>
                    <a:pt x="2899410" y="77355"/>
                    <a:pt x="2956560" y="62115"/>
                  </a:cubicBezTo>
                  <a:cubicBezTo>
                    <a:pt x="3013710" y="46875"/>
                    <a:pt x="3082290" y="43065"/>
                    <a:pt x="3131820" y="39255"/>
                  </a:cubicBezTo>
                  <a:cubicBezTo>
                    <a:pt x="3181350" y="35445"/>
                    <a:pt x="3210560" y="37985"/>
                    <a:pt x="3253740" y="39255"/>
                  </a:cubicBezTo>
                  <a:cubicBezTo>
                    <a:pt x="3296920" y="40525"/>
                    <a:pt x="3336290" y="30365"/>
                    <a:pt x="3390900" y="46875"/>
                  </a:cubicBezTo>
                </a:path>
              </a:pathLst>
            </a:custGeom>
            <a:noFill/>
            <a:ln>
              <a:solidFill>
                <a:srgbClr val="4B9F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4" name="任意多边形: 形状 763">
              <a:extLst>
                <a:ext uri="{FF2B5EF4-FFF2-40B4-BE49-F238E27FC236}">
                  <a16:creationId xmlns:a16="http://schemas.microsoft.com/office/drawing/2014/main" id="{2C3EB0D2-28F1-48FA-85C1-43333721CF11}"/>
                </a:ext>
              </a:extLst>
            </p:cNvPr>
            <p:cNvSpPr/>
            <p:nvPr/>
          </p:nvSpPr>
          <p:spPr>
            <a:xfrm>
              <a:off x="8427720" y="5142744"/>
              <a:ext cx="3406140" cy="118742"/>
            </a:xfrm>
            <a:custGeom>
              <a:avLst/>
              <a:gdLst>
                <a:gd name="connsiteX0" fmla="*/ 0 w 3406140"/>
                <a:gd name="connsiteY0" fmla="*/ 69336 h 118742"/>
                <a:gd name="connsiteX1" fmla="*/ 327660 w 3406140"/>
                <a:gd name="connsiteY1" fmla="*/ 115056 h 118742"/>
                <a:gd name="connsiteX2" fmla="*/ 586740 w 3406140"/>
                <a:gd name="connsiteY2" fmla="*/ 115056 h 118742"/>
                <a:gd name="connsiteX3" fmla="*/ 777240 w 3406140"/>
                <a:gd name="connsiteY3" fmla="*/ 107436 h 118742"/>
                <a:gd name="connsiteX4" fmla="*/ 1021080 w 3406140"/>
                <a:gd name="connsiteY4" fmla="*/ 99816 h 118742"/>
                <a:gd name="connsiteX5" fmla="*/ 1280160 w 3406140"/>
                <a:gd name="connsiteY5" fmla="*/ 46476 h 118742"/>
                <a:gd name="connsiteX6" fmla="*/ 1562100 w 3406140"/>
                <a:gd name="connsiteY6" fmla="*/ 15996 h 118742"/>
                <a:gd name="connsiteX7" fmla="*/ 1965960 w 3406140"/>
                <a:gd name="connsiteY7" fmla="*/ 756 h 118742"/>
                <a:gd name="connsiteX8" fmla="*/ 2209800 w 3406140"/>
                <a:gd name="connsiteY8" fmla="*/ 38856 h 118742"/>
                <a:gd name="connsiteX9" fmla="*/ 2506980 w 3406140"/>
                <a:gd name="connsiteY9" fmla="*/ 76956 h 118742"/>
                <a:gd name="connsiteX10" fmla="*/ 2697480 w 3406140"/>
                <a:gd name="connsiteY10" fmla="*/ 92196 h 118742"/>
                <a:gd name="connsiteX11" fmla="*/ 2941320 w 3406140"/>
                <a:gd name="connsiteY11" fmla="*/ 107436 h 118742"/>
                <a:gd name="connsiteX12" fmla="*/ 3162300 w 3406140"/>
                <a:gd name="connsiteY12" fmla="*/ 107436 h 118742"/>
                <a:gd name="connsiteX13" fmla="*/ 3291840 w 3406140"/>
                <a:gd name="connsiteY13" fmla="*/ 76956 h 118742"/>
                <a:gd name="connsiteX14" fmla="*/ 3406140 w 3406140"/>
                <a:gd name="connsiteY14" fmla="*/ 38856 h 11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06140" h="118742">
                  <a:moveTo>
                    <a:pt x="0" y="69336"/>
                  </a:moveTo>
                  <a:cubicBezTo>
                    <a:pt x="114935" y="88386"/>
                    <a:pt x="229870" y="107436"/>
                    <a:pt x="327660" y="115056"/>
                  </a:cubicBezTo>
                  <a:cubicBezTo>
                    <a:pt x="425450" y="122676"/>
                    <a:pt x="511810" y="116326"/>
                    <a:pt x="586740" y="115056"/>
                  </a:cubicBezTo>
                  <a:cubicBezTo>
                    <a:pt x="661670" y="113786"/>
                    <a:pt x="777240" y="107436"/>
                    <a:pt x="777240" y="107436"/>
                  </a:cubicBezTo>
                  <a:cubicBezTo>
                    <a:pt x="849630" y="104896"/>
                    <a:pt x="937260" y="109976"/>
                    <a:pt x="1021080" y="99816"/>
                  </a:cubicBezTo>
                  <a:cubicBezTo>
                    <a:pt x="1104900" y="89656"/>
                    <a:pt x="1189990" y="60446"/>
                    <a:pt x="1280160" y="46476"/>
                  </a:cubicBezTo>
                  <a:cubicBezTo>
                    <a:pt x="1370330" y="32506"/>
                    <a:pt x="1447800" y="23616"/>
                    <a:pt x="1562100" y="15996"/>
                  </a:cubicBezTo>
                  <a:cubicBezTo>
                    <a:pt x="1676400" y="8376"/>
                    <a:pt x="1858010" y="-3054"/>
                    <a:pt x="1965960" y="756"/>
                  </a:cubicBezTo>
                  <a:cubicBezTo>
                    <a:pt x="2073910" y="4566"/>
                    <a:pt x="2209800" y="38856"/>
                    <a:pt x="2209800" y="38856"/>
                  </a:cubicBezTo>
                  <a:cubicBezTo>
                    <a:pt x="2299970" y="51556"/>
                    <a:pt x="2425700" y="68066"/>
                    <a:pt x="2506980" y="76956"/>
                  </a:cubicBezTo>
                  <a:cubicBezTo>
                    <a:pt x="2588260" y="85846"/>
                    <a:pt x="2697480" y="92196"/>
                    <a:pt x="2697480" y="92196"/>
                  </a:cubicBezTo>
                  <a:cubicBezTo>
                    <a:pt x="2769870" y="97276"/>
                    <a:pt x="2863850" y="104896"/>
                    <a:pt x="2941320" y="107436"/>
                  </a:cubicBezTo>
                  <a:cubicBezTo>
                    <a:pt x="3018790" y="109976"/>
                    <a:pt x="3103880" y="112516"/>
                    <a:pt x="3162300" y="107436"/>
                  </a:cubicBezTo>
                  <a:cubicBezTo>
                    <a:pt x="3220720" y="102356"/>
                    <a:pt x="3251200" y="88386"/>
                    <a:pt x="3291840" y="76956"/>
                  </a:cubicBezTo>
                  <a:cubicBezTo>
                    <a:pt x="3332480" y="65526"/>
                    <a:pt x="3324860" y="10916"/>
                    <a:pt x="3406140" y="38856"/>
                  </a:cubicBezTo>
                </a:path>
              </a:pathLst>
            </a:custGeom>
            <a:noFill/>
            <a:ln>
              <a:solidFill>
                <a:srgbClr val="2565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5" name="任意多边形: 形状 764">
              <a:extLst>
                <a:ext uri="{FF2B5EF4-FFF2-40B4-BE49-F238E27FC236}">
                  <a16:creationId xmlns:a16="http://schemas.microsoft.com/office/drawing/2014/main" id="{6FF32846-D336-4817-93CF-8055F389E401}"/>
                </a:ext>
              </a:extLst>
            </p:cNvPr>
            <p:cNvSpPr/>
            <p:nvPr/>
          </p:nvSpPr>
          <p:spPr>
            <a:xfrm>
              <a:off x="8412480" y="5962227"/>
              <a:ext cx="3429000" cy="202008"/>
            </a:xfrm>
            <a:custGeom>
              <a:avLst/>
              <a:gdLst>
                <a:gd name="connsiteX0" fmla="*/ 0 w 3429000"/>
                <a:gd name="connsiteY0" fmla="*/ 80433 h 202008"/>
                <a:gd name="connsiteX1" fmla="*/ 259080 w 3429000"/>
                <a:gd name="connsiteY1" fmla="*/ 171873 h 202008"/>
                <a:gd name="connsiteX2" fmla="*/ 487680 w 3429000"/>
                <a:gd name="connsiteY2" fmla="*/ 179493 h 202008"/>
                <a:gd name="connsiteX3" fmla="*/ 723900 w 3429000"/>
                <a:gd name="connsiteY3" fmla="*/ 141393 h 202008"/>
                <a:gd name="connsiteX4" fmla="*/ 967740 w 3429000"/>
                <a:gd name="connsiteY4" fmla="*/ 65193 h 202008"/>
                <a:gd name="connsiteX5" fmla="*/ 1272540 w 3429000"/>
                <a:gd name="connsiteY5" fmla="*/ 11853 h 202008"/>
                <a:gd name="connsiteX6" fmla="*/ 1440180 w 3429000"/>
                <a:gd name="connsiteY6" fmla="*/ 4233 h 202008"/>
                <a:gd name="connsiteX7" fmla="*/ 1645920 w 3429000"/>
                <a:gd name="connsiteY7" fmla="*/ 65193 h 202008"/>
                <a:gd name="connsiteX8" fmla="*/ 1866900 w 3429000"/>
                <a:gd name="connsiteY8" fmla="*/ 126153 h 202008"/>
                <a:gd name="connsiteX9" fmla="*/ 2217420 w 3429000"/>
                <a:gd name="connsiteY9" fmla="*/ 194733 h 202008"/>
                <a:gd name="connsiteX10" fmla="*/ 2423160 w 3429000"/>
                <a:gd name="connsiteY10" fmla="*/ 187113 h 202008"/>
                <a:gd name="connsiteX11" fmla="*/ 2659380 w 3429000"/>
                <a:gd name="connsiteY11" fmla="*/ 80433 h 202008"/>
                <a:gd name="connsiteX12" fmla="*/ 2941320 w 3429000"/>
                <a:gd name="connsiteY12" fmla="*/ 42333 h 202008"/>
                <a:gd name="connsiteX13" fmla="*/ 3108960 w 3429000"/>
                <a:gd name="connsiteY13" fmla="*/ 57573 h 202008"/>
                <a:gd name="connsiteX14" fmla="*/ 3284220 w 3429000"/>
                <a:gd name="connsiteY14" fmla="*/ 126153 h 202008"/>
                <a:gd name="connsiteX15" fmla="*/ 3429000 w 3429000"/>
                <a:gd name="connsiteY15" fmla="*/ 187113 h 202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29000" h="202008">
                  <a:moveTo>
                    <a:pt x="0" y="80433"/>
                  </a:moveTo>
                  <a:cubicBezTo>
                    <a:pt x="88900" y="117898"/>
                    <a:pt x="177800" y="155363"/>
                    <a:pt x="259080" y="171873"/>
                  </a:cubicBezTo>
                  <a:cubicBezTo>
                    <a:pt x="340360" y="188383"/>
                    <a:pt x="410210" y="184573"/>
                    <a:pt x="487680" y="179493"/>
                  </a:cubicBezTo>
                  <a:cubicBezTo>
                    <a:pt x="565150" y="174413"/>
                    <a:pt x="643890" y="160443"/>
                    <a:pt x="723900" y="141393"/>
                  </a:cubicBezTo>
                  <a:cubicBezTo>
                    <a:pt x="803910" y="122343"/>
                    <a:pt x="876300" y="86783"/>
                    <a:pt x="967740" y="65193"/>
                  </a:cubicBezTo>
                  <a:cubicBezTo>
                    <a:pt x="1059180" y="43603"/>
                    <a:pt x="1193800" y="22013"/>
                    <a:pt x="1272540" y="11853"/>
                  </a:cubicBezTo>
                  <a:cubicBezTo>
                    <a:pt x="1351280" y="1693"/>
                    <a:pt x="1377950" y="-4657"/>
                    <a:pt x="1440180" y="4233"/>
                  </a:cubicBezTo>
                  <a:cubicBezTo>
                    <a:pt x="1502410" y="13123"/>
                    <a:pt x="1574800" y="44873"/>
                    <a:pt x="1645920" y="65193"/>
                  </a:cubicBezTo>
                  <a:cubicBezTo>
                    <a:pt x="1717040" y="85513"/>
                    <a:pt x="1771650" y="104563"/>
                    <a:pt x="1866900" y="126153"/>
                  </a:cubicBezTo>
                  <a:cubicBezTo>
                    <a:pt x="1962150" y="147743"/>
                    <a:pt x="2124710" y="184573"/>
                    <a:pt x="2217420" y="194733"/>
                  </a:cubicBezTo>
                  <a:cubicBezTo>
                    <a:pt x="2310130" y="204893"/>
                    <a:pt x="2349500" y="206163"/>
                    <a:pt x="2423160" y="187113"/>
                  </a:cubicBezTo>
                  <a:cubicBezTo>
                    <a:pt x="2496820" y="168063"/>
                    <a:pt x="2573020" y="104563"/>
                    <a:pt x="2659380" y="80433"/>
                  </a:cubicBezTo>
                  <a:cubicBezTo>
                    <a:pt x="2745740" y="56303"/>
                    <a:pt x="2866390" y="46143"/>
                    <a:pt x="2941320" y="42333"/>
                  </a:cubicBezTo>
                  <a:cubicBezTo>
                    <a:pt x="3016250" y="38523"/>
                    <a:pt x="3051810" y="43603"/>
                    <a:pt x="3108960" y="57573"/>
                  </a:cubicBezTo>
                  <a:cubicBezTo>
                    <a:pt x="3166110" y="71543"/>
                    <a:pt x="3230880" y="104563"/>
                    <a:pt x="3284220" y="126153"/>
                  </a:cubicBezTo>
                  <a:cubicBezTo>
                    <a:pt x="3337560" y="147743"/>
                    <a:pt x="3382010" y="135043"/>
                    <a:pt x="3429000" y="187113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6" name="任意多边形: 形状 765">
              <a:extLst>
                <a:ext uri="{FF2B5EF4-FFF2-40B4-BE49-F238E27FC236}">
                  <a16:creationId xmlns:a16="http://schemas.microsoft.com/office/drawing/2014/main" id="{9BD4EB05-59D2-445F-A976-7C777609134D}"/>
                </a:ext>
              </a:extLst>
            </p:cNvPr>
            <p:cNvSpPr/>
            <p:nvPr/>
          </p:nvSpPr>
          <p:spPr>
            <a:xfrm>
              <a:off x="8427720" y="6233567"/>
              <a:ext cx="3398520" cy="182805"/>
            </a:xfrm>
            <a:custGeom>
              <a:avLst/>
              <a:gdLst>
                <a:gd name="connsiteX0" fmla="*/ 0 w 3398520"/>
                <a:gd name="connsiteY0" fmla="*/ 91033 h 182805"/>
                <a:gd name="connsiteX1" fmla="*/ 175260 w 3398520"/>
                <a:gd name="connsiteY1" fmla="*/ 144373 h 182805"/>
                <a:gd name="connsiteX2" fmla="*/ 312420 w 3398520"/>
                <a:gd name="connsiteY2" fmla="*/ 144373 h 182805"/>
                <a:gd name="connsiteX3" fmla="*/ 548640 w 3398520"/>
                <a:gd name="connsiteY3" fmla="*/ 167233 h 182805"/>
                <a:gd name="connsiteX4" fmla="*/ 853440 w 3398520"/>
                <a:gd name="connsiteY4" fmla="*/ 136753 h 182805"/>
                <a:gd name="connsiteX5" fmla="*/ 1135380 w 3398520"/>
                <a:gd name="connsiteY5" fmla="*/ 52933 h 182805"/>
                <a:gd name="connsiteX6" fmla="*/ 1303020 w 3398520"/>
                <a:gd name="connsiteY6" fmla="*/ 7213 h 182805"/>
                <a:gd name="connsiteX7" fmla="*/ 1516380 w 3398520"/>
                <a:gd name="connsiteY7" fmla="*/ 7213 h 182805"/>
                <a:gd name="connsiteX8" fmla="*/ 1783080 w 3398520"/>
                <a:gd name="connsiteY8" fmla="*/ 75793 h 182805"/>
                <a:gd name="connsiteX9" fmla="*/ 2065020 w 3398520"/>
                <a:gd name="connsiteY9" fmla="*/ 151993 h 182805"/>
                <a:gd name="connsiteX10" fmla="*/ 2293620 w 3398520"/>
                <a:gd name="connsiteY10" fmla="*/ 167233 h 182805"/>
                <a:gd name="connsiteX11" fmla="*/ 2476500 w 3398520"/>
                <a:gd name="connsiteY11" fmla="*/ 182473 h 182805"/>
                <a:gd name="connsiteX12" fmla="*/ 2636520 w 3398520"/>
                <a:gd name="connsiteY12" fmla="*/ 151993 h 182805"/>
                <a:gd name="connsiteX13" fmla="*/ 2872740 w 3398520"/>
                <a:gd name="connsiteY13" fmla="*/ 60553 h 182805"/>
                <a:gd name="connsiteX14" fmla="*/ 3017520 w 3398520"/>
                <a:gd name="connsiteY14" fmla="*/ 60553 h 182805"/>
                <a:gd name="connsiteX15" fmla="*/ 3169920 w 3398520"/>
                <a:gd name="connsiteY15" fmla="*/ 91033 h 182805"/>
                <a:gd name="connsiteX16" fmla="*/ 3299460 w 3398520"/>
                <a:gd name="connsiteY16" fmla="*/ 151993 h 182805"/>
                <a:gd name="connsiteX17" fmla="*/ 3398520 w 3398520"/>
                <a:gd name="connsiteY17" fmla="*/ 182473 h 1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98520" h="182805">
                  <a:moveTo>
                    <a:pt x="0" y="91033"/>
                  </a:moveTo>
                  <a:cubicBezTo>
                    <a:pt x="61595" y="113258"/>
                    <a:pt x="123190" y="135483"/>
                    <a:pt x="175260" y="144373"/>
                  </a:cubicBezTo>
                  <a:cubicBezTo>
                    <a:pt x="227330" y="153263"/>
                    <a:pt x="250190" y="140563"/>
                    <a:pt x="312420" y="144373"/>
                  </a:cubicBezTo>
                  <a:cubicBezTo>
                    <a:pt x="374650" y="148183"/>
                    <a:pt x="458470" y="168503"/>
                    <a:pt x="548640" y="167233"/>
                  </a:cubicBezTo>
                  <a:cubicBezTo>
                    <a:pt x="638810" y="165963"/>
                    <a:pt x="755650" y="155803"/>
                    <a:pt x="853440" y="136753"/>
                  </a:cubicBezTo>
                  <a:cubicBezTo>
                    <a:pt x="951230" y="117703"/>
                    <a:pt x="1060450" y="74523"/>
                    <a:pt x="1135380" y="52933"/>
                  </a:cubicBezTo>
                  <a:cubicBezTo>
                    <a:pt x="1210310" y="31343"/>
                    <a:pt x="1239520" y="14833"/>
                    <a:pt x="1303020" y="7213"/>
                  </a:cubicBezTo>
                  <a:cubicBezTo>
                    <a:pt x="1366520" y="-407"/>
                    <a:pt x="1436370" y="-4217"/>
                    <a:pt x="1516380" y="7213"/>
                  </a:cubicBezTo>
                  <a:cubicBezTo>
                    <a:pt x="1596390" y="18643"/>
                    <a:pt x="1783080" y="75793"/>
                    <a:pt x="1783080" y="75793"/>
                  </a:cubicBezTo>
                  <a:cubicBezTo>
                    <a:pt x="1874520" y="99923"/>
                    <a:pt x="1979930" y="136753"/>
                    <a:pt x="2065020" y="151993"/>
                  </a:cubicBezTo>
                  <a:cubicBezTo>
                    <a:pt x="2150110" y="167233"/>
                    <a:pt x="2225040" y="162153"/>
                    <a:pt x="2293620" y="167233"/>
                  </a:cubicBezTo>
                  <a:cubicBezTo>
                    <a:pt x="2362200" y="172313"/>
                    <a:pt x="2419350" y="185013"/>
                    <a:pt x="2476500" y="182473"/>
                  </a:cubicBezTo>
                  <a:cubicBezTo>
                    <a:pt x="2533650" y="179933"/>
                    <a:pt x="2570480" y="172313"/>
                    <a:pt x="2636520" y="151993"/>
                  </a:cubicBezTo>
                  <a:cubicBezTo>
                    <a:pt x="2702560" y="131673"/>
                    <a:pt x="2809240" y="75793"/>
                    <a:pt x="2872740" y="60553"/>
                  </a:cubicBezTo>
                  <a:cubicBezTo>
                    <a:pt x="2936240" y="45313"/>
                    <a:pt x="2967990" y="55473"/>
                    <a:pt x="3017520" y="60553"/>
                  </a:cubicBezTo>
                  <a:cubicBezTo>
                    <a:pt x="3067050" y="65633"/>
                    <a:pt x="3122930" y="75793"/>
                    <a:pt x="3169920" y="91033"/>
                  </a:cubicBezTo>
                  <a:cubicBezTo>
                    <a:pt x="3216910" y="106273"/>
                    <a:pt x="3261360" y="136753"/>
                    <a:pt x="3299460" y="151993"/>
                  </a:cubicBezTo>
                  <a:cubicBezTo>
                    <a:pt x="3337560" y="167233"/>
                    <a:pt x="3368040" y="174853"/>
                    <a:pt x="3398520" y="182473"/>
                  </a:cubicBezTo>
                </a:path>
              </a:pathLst>
            </a:custGeom>
            <a:noFill/>
            <a:ln>
              <a:solidFill>
                <a:srgbClr val="4B9F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7" name="任意多边形: 形状 766">
              <a:extLst>
                <a:ext uri="{FF2B5EF4-FFF2-40B4-BE49-F238E27FC236}">
                  <a16:creationId xmlns:a16="http://schemas.microsoft.com/office/drawing/2014/main" id="{15283442-05A3-4A63-9343-5F223ACFCD20}"/>
                </a:ext>
              </a:extLst>
            </p:cNvPr>
            <p:cNvSpPr/>
            <p:nvPr/>
          </p:nvSpPr>
          <p:spPr>
            <a:xfrm>
              <a:off x="8420100" y="6461438"/>
              <a:ext cx="3398520" cy="170732"/>
            </a:xfrm>
            <a:custGeom>
              <a:avLst/>
              <a:gdLst>
                <a:gd name="connsiteX0" fmla="*/ 0 w 3398520"/>
                <a:gd name="connsiteY0" fmla="*/ 107002 h 170732"/>
                <a:gd name="connsiteX1" fmla="*/ 251460 w 3398520"/>
                <a:gd name="connsiteY1" fmla="*/ 167962 h 170732"/>
                <a:gd name="connsiteX2" fmla="*/ 464820 w 3398520"/>
                <a:gd name="connsiteY2" fmla="*/ 160342 h 170732"/>
                <a:gd name="connsiteX3" fmla="*/ 685800 w 3398520"/>
                <a:gd name="connsiteY3" fmla="*/ 160342 h 170732"/>
                <a:gd name="connsiteX4" fmla="*/ 1051560 w 3398520"/>
                <a:gd name="connsiteY4" fmla="*/ 122242 h 170732"/>
                <a:gd name="connsiteX5" fmla="*/ 1341120 w 3398520"/>
                <a:gd name="connsiteY5" fmla="*/ 30802 h 170732"/>
                <a:gd name="connsiteX6" fmla="*/ 1524000 w 3398520"/>
                <a:gd name="connsiteY6" fmla="*/ 322 h 170732"/>
                <a:gd name="connsiteX7" fmla="*/ 1874520 w 3398520"/>
                <a:gd name="connsiteY7" fmla="*/ 46042 h 170732"/>
                <a:gd name="connsiteX8" fmla="*/ 2179320 w 3398520"/>
                <a:gd name="connsiteY8" fmla="*/ 99382 h 170732"/>
                <a:gd name="connsiteX9" fmla="*/ 2430780 w 3398520"/>
                <a:gd name="connsiteY9" fmla="*/ 137482 h 170732"/>
                <a:gd name="connsiteX10" fmla="*/ 2644140 w 3398520"/>
                <a:gd name="connsiteY10" fmla="*/ 137482 h 170732"/>
                <a:gd name="connsiteX11" fmla="*/ 2964180 w 3398520"/>
                <a:gd name="connsiteY11" fmla="*/ 68902 h 170732"/>
                <a:gd name="connsiteX12" fmla="*/ 3009900 w 3398520"/>
                <a:gd name="connsiteY12" fmla="*/ 61282 h 170732"/>
                <a:gd name="connsiteX13" fmla="*/ 3208020 w 3398520"/>
                <a:gd name="connsiteY13" fmla="*/ 76522 h 170732"/>
                <a:gd name="connsiteX14" fmla="*/ 3398520 w 3398520"/>
                <a:gd name="connsiteY14" fmla="*/ 129862 h 170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98520" h="170732">
                  <a:moveTo>
                    <a:pt x="0" y="107002"/>
                  </a:moveTo>
                  <a:cubicBezTo>
                    <a:pt x="86995" y="133037"/>
                    <a:pt x="173990" y="159072"/>
                    <a:pt x="251460" y="167962"/>
                  </a:cubicBezTo>
                  <a:cubicBezTo>
                    <a:pt x="328930" y="176852"/>
                    <a:pt x="392430" y="161612"/>
                    <a:pt x="464820" y="160342"/>
                  </a:cubicBezTo>
                  <a:cubicBezTo>
                    <a:pt x="537210" y="159072"/>
                    <a:pt x="588010" y="166692"/>
                    <a:pt x="685800" y="160342"/>
                  </a:cubicBezTo>
                  <a:cubicBezTo>
                    <a:pt x="783590" y="153992"/>
                    <a:pt x="942340" y="143832"/>
                    <a:pt x="1051560" y="122242"/>
                  </a:cubicBezTo>
                  <a:cubicBezTo>
                    <a:pt x="1160780" y="100652"/>
                    <a:pt x="1262380" y="51122"/>
                    <a:pt x="1341120" y="30802"/>
                  </a:cubicBezTo>
                  <a:cubicBezTo>
                    <a:pt x="1419860" y="10482"/>
                    <a:pt x="1435100" y="-2218"/>
                    <a:pt x="1524000" y="322"/>
                  </a:cubicBezTo>
                  <a:cubicBezTo>
                    <a:pt x="1612900" y="2862"/>
                    <a:pt x="1765300" y="29532"/>
                    <a:pt x="1874520" y="46042"/>
                  </a:cubicBezTo>
                  <a:cubicBezTo>
                    <a:pt x="1983740" y="62552"/>
                    <a:pt x="2086610" y="84142"/>
                    <a:pt x="2179320" y="99382"/>
                  </a:cubicBezTo>
                  <a:cubicBezTo>
                    <a:pt x="2272030" y="114622"/>
                    <a:pt x="2353310" y="131132"/>
                    <a:pt x="2430780" y="137482"/>
                  </a:cubicBezTo>
                  <a:cubicBezTo>
                    <a:pt x="2508250" y="143832"/>
                    <a:pt x="2555240" y="148912"/>
                    <a:pt x="2644140" y="137482"/>
                  </a:cubicBezTo>
                  <a:cubicBezTo>
                    <a:pt x="2733040" y="126052"/>
                    <a:pt x="2903220" y="81602"/>
                    <a:pt x="2964180" y="68902"/>
                  </a:cubicBezTo>
                  <a:cubicBezTo>
                    <a:pt x="3025140" y="56202"/>
                    <a:pt x="2969260" y="60012"/>
                    <a:pt x="3009900" y="61282"/>
                  </a:cubicBezTo>
                  <a:cubicBezTo>
                    <a:pt x="3050540" y="62552"/>
                    <a:pt x="3143250" y="65092"/>
                    <a:pt x="3208020" y="76522"/>
                  </a:cubicBezTo>
                  <a:cubicBezTo>
                    <a:pt x="3272790" y="87952"/>
                    <a:pt x="3329940" y="124782"/>
                    <a:pt x="3398520" y="129862"/>
                  </a:cubicBezTo>
                </a:path>
              </a:pathLst>
            </a:custGeom>
            <a:noFill/>
            <a:ln>
              <a:solidFill>
                <a:srgbClr val="2565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031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88</Words>
  <Application>Microsoft Office PowerPoint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522908199@qq.com</dc:creator>
  <cp:lastModifiedBy>522908199@qq.com</cp:lastModifiedBy>
  <cp:revision>14</cp:revision>
  <dcterms:created xsi:type="dcterms:W3CDTF">2026-05-23T05:56:27Z</dcterms:created>
  <dcterms:modified xsi:type="dcterms:W3CDTF">2026-05-24T06:18:21Z</dcterms:modified>
</cp:coreProperties>
</file>